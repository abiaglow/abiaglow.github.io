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ink/ink14.xml" ContentType="application/inkml+xml"/>
  <Override PartName="/ppt/ink/ink15.xml" ContentType="application/inkml+xml"/>
  <Override PartName="/ppt/ink/ink16.xml" ContentType="application/inkml+xml"/>
  <Override PartName="/ppt/ink/ink17.xml" ContentType="application/inkml+xml"/>
  <Override PartName="/ppt/ink/ink18.xml" ContentType="application/inkml+xml"/>
  <Override PartName="/ppt/ink/ink19.xml" ContentType="application/inkml+xml"/>
  <Override PartName="/ppt/ink/ink20.xml" ContentType="application/inkml+xml"/>
  <Override PartName="/ppt/ink/ink21.xml" ContentType="application/inkml+xml"/>
  <Override PartName="/ppt/ink/ink22.xml" ContentType="application/inkml+xml"/>
  <Override PartName="/ppt/ink/ink23.xml" ContentType="application/inkml+xml"/>
  <Override PartName="/ppt/ink/ink24.xml" ContentType="application/inkml+xml"/>
  <Override PartName="/ppt/ink/ink25.xml" ContentType="application/inkml+xml"/>
  <Override PartName="/ppt/ink/ink26.xml" ContentType="application/inkml+xml"/>
  <Override PartName="/ppt/ink/ink27.xml" ContentType="application/inkml+xml"/>
  <Override PartName="/ppt/ink/ink28.xml" ContentType="application/inkml+xml"/>
  <Override PartName="/ppt/ink/ink29.xml" ContentType="application/inkml+xml"/>
  <Override PartName="/ppt/ink/ink30.xml" ContentType="application/inkml+xml"/>
  <Override PartName="/ppt/ink/ink31.xml" ContentType="application/inkml+xml"/>
  <Override PartName="/ppt/ink/ink32.xml" ContentType="application/inkml+xml"/>
  <Override PartName="/ppt/ink/ink33.xml" ContentType="application/inkml+xml"/>
  <Override PartName="/ppt/ink/ink34.xml" ContentType="application/inkml+xml"/>
  <Override PartName="/ppt/ink/ink35.xml" ContentType="application/inkml+xml"/>
  <Override PartName="/ppt/ink/ink36.xml" ContentType="application/inkml+xml"/>
  <Override PartName="/ppt/ink/ink37.xml" ContentType="application/inkml+xml"/>
  <Override PartName="/ppt/ink/ink38.xml" ContentType="application/inkml+xml"/>
  <Override PartName="/ppt/ink/ink39.xml" ContentType="application/inkml+xml"/>
  <Override PartName="/ppt/ink/ink40.xml" ContentType="application/inkml+xml"/>
  <Override PartName="/ppt/ink/ink41.xml" ContentType="application/inkml+xml"/>
  <Override PartName="/ppt/ink/ink42.xml" ContentType="application/inkml+xml"/>
  <Override PartName="/ppt/ink/ink43.xml" ContentType="application/inkml+xml"/>
  <Override PartName="/ppt/ink/ink44.xml" ContentType="application/inkml+xml"/>
  <Override PartName="/ppt/ink/ink45.xml" ContentType="application/inkml+xml"/>
  <Override PartName="/ppt/ink/ink46.xml" ContentType="application/inkml+xml"/>
  <Override PartName="/ppt/ink/ink47.xml" ContentType="application/inkml+xml"/>
  <Override PartName="/ppt/ink/ink48.xml" ContentType="application/inkml+xml"/>
  <Override PartName="/ppt/ink/ink49.xml" ContentType="application/inkml+xml"/>
  <Override PartName="/ppt/ink/ink50.xml" ContentType="application/inkml+xml"/>
  <Override PartName="/ppt/ink/ink51.xml" ContentType="application/inkml+xml"/>
  <Override PartName="/ppt/ink/ink52.xml" ContentType="application/inkml+xml"/>
  <Override PartName="/ppt/ink/ink53.xml" ContentType="application/inkml+xml"/>
  <Override PartName="/ppt/ink/ink54.xml" ContentType="application/inkml+xml"/>
  <Override PartName="/ppt/ink/ink55.xml" ContentType="application/inkml+xml"/>
  <Override PartName="/ppt/ink/ink56.xml" ContentType="application/inkml+xml"/>
  <Override PartName="/ppt/ink/ink57.xml" ContentType="application/inkml+xml"/>
  <Override PartName="/ppt/ink/ink58.xml" ContentType="application/inkml+xml"/>
  <Override PartName="/ppt/ink/ink59.xml" ContentType="application/inkml+xml"/>
  <Override PartName="/ppt/ink/ink60.xml" ContentType="application/inkml+xml"/>
  <Override PartName="/ppt/ink/ink61.xml" ContentType="application/inkml+xml"/>
  <Override PartName="/ppt/ink/ink62.xml" ContentType="application/inkml+xml"/>
  <Override PartName="/ppt/ink/ink63.xml" ContentType="application/inkml+xml"/>
  <Override PartName="/ppt/ink/ink64.xml" ContentType="application/inkml+xml"/>
  <Override PartName="/ppt/ink/ink65.xml" ContentType="application/inkml+xml"/>
  <Override PartName="/ppt/ink/ink66.xml" ContentType="application/inkml+xml"/>
  <Override PartName="/ppt/ink/ink67.xml" ContentType="application/inkml+xml"/>
  <Override PartName="/ppt/ink/ink68.xml" ContentType="application/inkml+xml"/>
  <Override PartName="/ppt/ink/ink69.xml" ContentType="application/inkml+xml"/>
  <Override PartName="/ppt/ink/ink70.xml" ContentType="application/inkml+xml"/>
  <Override PartName="/ppt/ink/ink71.xml" ContentType="application/inkml+xml"/>
  <Override PartName="/ppt/ink/ink72.xml" ContentType="application/inkml+xml"/>
  <Override PartName="/ppt/ink/ink73.xml" ContentType="application/inkml+xml"/>
  <Override PartName="/ppt/ink/ink74.xml" ContentType="application/inkml+xml"/>
  <Override PartName="/ppt/ink/ink75.xml" ContentType="application/inkml+xml"/>
  <Override PartName="/ppt/ink/ink76.xml" ContentType="application/inkml+xml"/>
  <Override PartName="/ppt/ink/ink77.xml" ContentType="application/inkml+xml"/>
  <Override PartName="/ppt/ink/ink78.xml" ContentType="application/inkml+xml"/>
  <Override PartName="/ppt/ink/ink79.xml" ContentType="application/inkml+xml"/>
  <Override PartName="/ppt/ink/ink80.xml" ContentType="application/inkml+xml"/>
  <Override PartName="/ppt/ink/ink81.xml" ContentType="application/inkml+xml"/>
  <Override PartName="/ppt/ink/ink82.xml" ContentType="application/inkml+xml"/>
  <Override PartName="/ppt/ink/ink83.xml" ContentType="application/inkml+xml"/>
  <Override PartName="/ppt/ink/ink84.xml" ContentType="application/inkml+xml"/>
  <Override PartName="/ppt/ink/ink85.xml" ContentType="application/inkml+xml"/>
  <Override PartName="/ppt/ink/ink86.xml" ContentType="application/inkml+xml"/>
  <Override PartName="/ppt/ink/ink87.xml" ContentType="application/inkml+xml"/>
  <Override PartName="/ppt/ink/ink88.xml" ContentType="application/inkml+xml"/>
  <Override PartName="/ppt/ink/ink89.xml" ContentType="application/inkml+xml"/>
  <Override PartName="/ppt/ink/ink90.xml" ContentType="application/inkml+xml"/>
  <Override PartName="/ppt/ink/ink91.xml" ContentType="application/inkml+xml"/>
  <Override PartName="/ppt/ink/ink92.xml" ContentType="application/inkml+xml"/>
  <Override PartName="/ppt/ink/ink93.xml" ContentType="application/inkml+xml"/>
  <Override PartName="/ppt/ink/ink94.xml" ContentType="application/inkml+xml"/>
  <Override PartName="/ppt/ink/ink95.xml" ContentType="application/inkml+xml"/>
  <Override PartName="/ppt/ink/ink96.xml" ContentType="application/inkml+xml"/>
  <Override PartName="/ppt/ink/ink97.xml" ContentType="application/inkml+xml"/>
  <Override PartName="/ppt/ink/ink98.xml" ContentType="application/inkml+xml"/>
  <Override PartName="/ppt/ink/ink99.xml" ContentType="application/inkml+xml"/>
  <Override PartName="/ppt/ink/ink100.xml" ContentType="application/inkml+xml"/>
  <Override PartName="/ppt/ink/ink101.xml" ContentType="application/inkml+xml"/>
  <Override PartName="/ppt/ink/ink102.xml" ContentType="application/inkml+xml"/>
  <Override PartName="/ppt/ink/ink103.xml" ContentType="application/inkml+xml"/>
  <Override PartName="/ppt/ink/ink104.xml" ContentType="application/inkml+xml"/>
  <Override PartName="/ppt/ink/ink105.xml" ContentType="application/inkml+xml"/>
  <Override PartName="/ppt/ink/ink106.xml" ContentType="application/inkml+xml"/>
  <Override PartName="/ppt/ink/ink107.xml" ContentType="application/inkml+xml"/>
  <Override PartName="/ppt/ink/ink108.xml" ContentType="application/inkml+xml"/>
  <Override PartName="/ppt/ink/ink109.xml" ContentType="application/inkml+xml"/>
  <Override PartName="/ppt/ink/ink110.xml" ContentType="application/inkml+xml"/>
  <Override PartName="/ppt/ink/ink111.xml" ContentType="application/inkml+xml"/>
  <Override PartName="/ppt/ink/ink112.xml" ContentType="application/inkml+xml"/>
  <Override PartName="/ppt/ink/ink113.xml" ContentType="application/inkml+xml"/>
  <Override PartName="/ppt/ink/ink114.xml" ContentType="application/inkml+xml"/>
  <Override PartName="/ppt/ink/ink115.xml" ContentType="application/inkml+xml"/>
  <Override PartName="/ppt/ink/ink116.xml" ContentType="application/inkml+xml"/>
  <Override PartName="/ppt/ink/ink117.xml" ContentType="application/inkml+xml"/>
  <Override PartName="/ppt/ink/ink118.xml" ContentType="application/inkml+xml"/>
  <Override PartName="/ppt/ink/ink119.xml" ContentType="application/inkml+xml"/>
  <Override PartName="/ppt/ink/ink120.xml" ContentType="application/inkml+xml"/>
  <Override PartName="/ppt/ink/ink121.xml" ContentType="application/inkml+xml"/>
  <Override PartName="/ppt/ink/ink122.xml" ContentType="application/inkml+xml"/>
  <Override PartName="/ppt/ink/ink123.xml" ContentType="application/inkml+xml"/>
  <Override PartName="/ppt/ink/ink124.xml" ContentType="application/inkml+xml"/>
  <Override PartName="/ppt/ink/ink125.xml" ContentType="application/inkml+xml"/>
  <Override PartName="/ppt/ink/ink126.xml" ContentType="application/inkml+xml"/>
  <Override PartName="/ppt/ink/ink127.xml" ContentType="application/inkml+xml"/>
  <Override PartName="/ppt/ink/ink128.xml" ContentType="application/inkml+xml"/>
  <Override PartName="/ppt/ink/ink129.xml" ContentType="application/inkml+xml"/>
  <Override PartName="/ppt/ink/ink130.xml" ContentType="application/inkml+xml"/>
  <Override PartName="/ppt/ink/ink131.xml" ContentType="application/inkml+xml"/>
  <Override PartName="/ppt/ink/ink132.xml" ContentType="application/inkml+xml"/>
  <Override PartName="/ppt/ink/ink133.xml" ContentType="application/inkml+xml"/>
  <Override PartName="/ppt/ink/ink134.xml" ContentType="application/inkml+xml"/>
  <Override PartName="/ppt/ink/ink135.xml" ContentType="application/inkml+xml"/>
  <Override PartName="/ppt/ink/ink136.xml" ContentType="application/inkml+xml"/>
  <Override PartName="/ppt/ink/ink137.xml" ContentType="application/inkml+xml"/>
  <Override PartName="/ppt/ink/ink138.xml" ContentType="application/inkml+xml"/>
  <Override PartName="/ppt/ink/ink139.xml" ContentType="application/inkml+xml"/>
  <Override PartName="/ppt/ink/ink140.xml" ContentType="application/inkml+xml"/>
  <Override PartName="/ppt/ink/ink141.xml" ContentType="application/inkml+xml"/>
  <Override PartName="/ppt/ink/ink142.xml" ContentType="application/inkml+xml"/>
  <Override PartName="/ppt/ink/ink143.xml" ContentType="application/inkml+xml"/>
  <Override PartName="/ppt/ink/ink144.xml" ContentType="application/inkml+xml"/>
  <Override PartName="/ppt/ink/ink145.xml" ContentType="application/inkml+xml"/>
  <Override PartName="/ppt/ink/ink146.xml" ContentType="application/inkml+xml"/>
  <Override PartName="/ppt/ink/ink147.xml" ContentType="application/inkml+xml"/>
  <Override PartName="/ppt/ink/ink148.xml" ContentType="application/inkml+xml"/>
  <Override PartName="/ppt/ink/ink149.xml" ContentType="application/inkml+xml"/>
  <Override PartName="/ppt/ink/ink150.xml" ContentType="application/inkml+xml"/>
  <Override PartName="/ppt/ink/ink151.xml" ContentType="application/inkml+xml"/>
  <Override PartName="/ppt/ink/ink152.xml" ContentType="application/inkml+xml"/>
  <Override PartName="/ppt/ink/ink153.xml" ContentType="application/inkml+xml"/>
  <Override PartName="/ppt/ink/ink154.xml" ContentType="application/inkml+xml"/>
  <Override PartName="/ppt/ink/ink155.xml" ContentType="application/inkml+xml"/>
  <Override PartName="/ppt/ink/ink156.xml" ContentType="application/inkml+xml"/>
  <Override PartName="/ppt/ink/ink157.xml" ContentType="application/inkml+xml"/>
  <Override PartName="/ppt/ink/ink158.xml" ContentType="application/inkml+xml"/>
  <Override PartName="/ppt/ink/ink159.xml" ContentType="application/inkml+xml"/>
  <Override PartName="/ppt/ink/ink160.xml" ContentType="application/inkml+xml"/>
  <Override PartName="/ppt/ink/ink161.xml" ContentType="application/inkml+xml"/>
  <Override PartName="/ppt/ink/ink162.xml" ContentType="application/inkml+xml"/>
  <Override PartName="/ppt/ink/ink163.xml" ContentType="application/inkml+xml"/>
  <Override PartName="/ppt/ink/ink164.xml" ContentType="application/inkml+xml"/>
  <Override PartName="/ppt/ink/ink165.xml" ContentType="application/inkml+xml"/>
  <Override PartName="/ppt/ink/ink166.xml" ContentType="application/inkml+xml"/>
  <Override PartName="/ppt/ink/ink167.xml" ContentType="application/inkml+xml"/>
  <Override PartName="/ppt/ink/ink168.xml" ContentType="application/inkml+xml"/>
  <Override PartName="/ppt/ink/ink169.xml" ContentType="application/inkml+xml"/>
  <Override PartName="/ppt/ink/ink170.xml" ContentType="application/inkml+xml"/>
  <Override PartName="/ppt/ink/ink171.xml" ContentType="application/inkml+xml"/>
  <Override PartName="/ppt/ink/ink172.xml" ContentType="application/inkml+xml"/>
  <Override PartName="/ppt/ink/ink173.xml" ContentType="application/inkml+xml"/>
  <Override PartName="/ppt/ink/ink174.xml" ContentType="application/inkml+xml"/>
  <Override PartName="/ppt/ink/ink175.xml" ContentType="application/inkml+xml"/>
  <Override PartName="/ppt/ink/ink176.xml" ContentType="application/inkml+xml"/>
  <Override PartName="/ppt/ink/ink177.xml" ContentType="application/inkml+xml"/>
  <Override PartName="/ppt/ink/ink178.xml" ContentType="application/inkml+xml"/>
  <Override PartName="/ppt/ink/ink179.xml" ContentType="application/inkml+xml"/>
  <Override PartName="/ppt/ink/ink180.xml" ContentType="application/inkml+xml"/>
  <Override PartName="/ppt/ink/ink181.xml" ContentType="application/inkml+xml"/>
  <Override PartName="/ppt/ink/ink182.xml" ContentType="application/inkml+xml"/>
  <Override PartName="/ppt/ink/ink183.xml" ContentType="application/inkml+xml"/>
  <Override PartName="/ppt/ink/ink184.xml" ContentType="application/inkml+xml"/>
  <Override PartName="/ppt/ink/ink185.xml" ContentType="application/inkml+xml"/>
  <Override PartName="/ppt/ink/ink186.xml" ContentType="application/inkml+xml"/>
  <Override PartName="/ppt/ink/ink187.xml" ContentType="application/inkml+xml"/>
  <Override PartName="/ppt/ink/ink188.xml" ContentType="application/inkml+xml"/>
  <Override PartName="/ppt/ink/ink189.xml" ContentType="application/inkml+xml"/>
  <Override PartName="/ppt/ink/ink190.xml" ContentType="application/inkml+xml"/>
  <Override PartName="/ppt/ink/ink191.xml" ContentType="application/inkml+xml"/>
  <Override PartName="/ppt/ink/ink192.xml" ContentType="application/inkml+xml"/>
  <Override PartName="/ppt/ink/ink193.xml" ContentType="application/inkml+xml"/>
  <Override PartName="/ppt/ink/ink194.xml" ContentType="application/inkml+xml"/>
  <Override PartName="/ppt/ink/ink195.xml" ContentType="application/inkml+xml"/>
  <Override PartName="/ppt/ink/ink196.xml" ContentType="application/inkml+xml"/>
  <Override PartName="/ppt/ink/ink197.xml" ContentType="application/inkml+xml"/>
  <Override PartName="/ppt/ink/ink198.xml" ContentType="application/inkml+xml"/>
  <Override PartName="/ppt/ink/ink199.xml" ContentType="application/inkml+xml"/>
  <Override PartName="/ppt/ink/ink200.xml" ContentType="application/inkml+xml"/>
  <Override PartName="/ppt/ink/ink201.xml" ContentType="application/inkml+xml"/>
  <Override PartName="/ppt/ink/ink202.xml" ContentType="application/inkml+xml"/>
  <Override PartName="/ppt/ink/ink203.xml" ContentType="application/inkml+xml"/>
  <Override PartName="/ppt/ink/ink204.xml" ContentType="application/inkml+xml"/>
  <Override PartName="/ppt/ink/ink205.xml" ContentType="application/inkml+xml"/>
  <Override PartName="/ppt/ink/ink206.xml" ContentType="application/inkml+xml"/>
  <Override PartName="/ppt/ink/ink207.xml" ContentType="application/inkml+xml"/>
  <Override PartName="/ppt/ink/ink208.xml" ContentType="application/inkml+xml"/>
  <Override PartName="/ppt/ink/ink209.xml" ContentType="application/inkml+xml"/>
  <Override PartName="/ppt/ink/ink210.xml" ContentType="application/inkml+xml"/>
  <Override PartName="/ppt/ink/ink211.xml" ContentType="application/inkml+xml"/>
  <Override PartName="/ppt/ink/ink212.xml" ContentType="application/inkml+xml"/>
  <Override PartName="/ppt/ink/ink213.xml" ContentType="application/inkml+xml"/>
  <Override PartName="/ppt/ink/ink214.xml" ContentType="application/inkml+xml"/>
  <Override PartName="/ppt/ink/ink215.xml" ContentType="application/inkml+xml"/>
  <Override PartName="/ppt/ink/ink216.xml" ContentType="application/inkml+xml"/>
  <Override PartName="/ppt/ink/ink217.xml" ContentType="application/inkml+xml"/>
  <Override PartName="/ppt/ink/ink218.xml" ContentType="application/inkml+xml"/>
  <Override PartName="/ppt/ink/ink219.xml" ContentType="application/inkml+xml"/>
  <Override PartName="/ppt/ink/ink220.xml" ContentType="application/inkml+xml"/>
  <Override PartName="/ppt/ink/ink221.xml" ContentType="application/inkml+xml"/>
  <Override PartName="/ppt/ink/ink222.xml" ContentType="application/inkml+xml"/>
  <Override PartName="/ppt/ink/ink223.xml" ContentType="application/inkml+xml"/>
  <Override PartName="/ppt/ink/ink224.xml" ContentType="application/inkml+xml"/>
  <Override PartName="/ppt/ink/ink225.xml" ContentType="application/inkml+xml"/>
  <Override PartName="/ppt/ink/ink226.xml" ContentType="application/inkml+xml"/>
  <Override PartName="/ppt/ink/ink227.xml" ContentType="application/inkml+xml"/>
  <Override PartName="/ppt/ink/ink228.xml" ContentType="application/inkml+xml"/>
  <Override PartName="/ppt/ink/ink229.xml" ContentType="application/inkml+xml"/>
  <Override PartName="/ppt/ink/ink230.xml" ContentType="application/inkml+xml"/>
  <Override PartName="/ppt/ink/ink231.xml" ContentType="application/inkml+xml"/>
  <Override PartName="/ppt/ink/ink232.xml" ContentType="application/inkml+xml"/>
  <Override PartName="/ppt/ink/ink233.xml" ContentType="application/inkml+xml"/>
  <Override PartName="/ppt/ink/ink234.xml" ContentType="application/inkml+xml"/>
  <Override PartName="/ppt/ink/ink235.xml" ContentType="application/inkml+xml"/>
  <Override PartName="/ppt/ink/ink236.xml" ContentType="application/inkml+xml"/>
  <Override PartName="/ppt/ink/ink237.xml" ContentType="application/inkml+xml"/>
  <Override PartName="/ppt/ink/ink238.xml" ContentType="application/inkml+xml"/>
  <Override PartName="/ppt/ink/ink239.xml" ContentType="application/inkml+xml"/>
  <Override PartName="/ppt/ink/ink240.xml" ContentType="application/inkml+xml"/>
  <Override PartName="/ppt/ink/ink241.xml" ContentType="application/inkml+xml"/>
  <Override PartName="/ppt/ink/ink242.xml" ContentType="application/inkml+xml"/>
  <Override PartName="/ppt/ink/ink243.xml" ContentType="application/inkml+xml"/>
  <Override PartName="/ppt/ink/ink244.xml" ContentType="application/inkml+xml"/>
  <Override PartName="/ppt/ink/ink245.xml" ContentType="application/inkml+xml"/>
  <Override PartName="/ppt/ink/ink246.xml" ContentType="application/inkml+xml"/>
  <Override PartName="/ppt/ink/ink247.xml" ContentType="application/inkml+xml"/>
  <Override PartName="/ppt/ink/ink248.xml" ContentType="application/inkml+xml"/>
  <Override PartName="/ppt/ink/ink249.xml" ContentType="application/inkml+xml"/>
  <Override PartName="/ppt/ink/ink250.xml" ContentType="application/inkml+xml"/>
  <Override PartName="/ppt/ink/ink251.xml" ContentType="application/inkml+xml"/>
  <Override PartName="/ppt/ink/ink252.xml" ContentType="application/inkml+xml"/>
  <Override PartName="/ppt/ink/ink253.xml" ContentType="application/inkml+xml"/>
  <Override PartName="/ppt/ink/ink254.xml" ContentType="application/inkml+xml"/>
  <Override PartName="/ppt/ink/ink255.xml" ContentType="application/inkml+xml"/>
  <Override PartName="/ppt/ink/ink256.xml" ContentType="application/inkml+xml"/>
  <Override PartName="/ppt/ink/ink257.xml" ContentType="application/inkml+xml"/>
  <Override PartName="/ppt/ink/ink258.xml" ContentType="application/inkml+xml"/>
  <Override PartName="/ppt/ink/ink259.xml" ContentType="application/inkml+xml"/>
  <Override PartName="/ppt/ink/ink260.xml" ContentType="application/inkml+xml"/>
  <Override PartName="/ppt/ink/ink261.xml" ContentType="application/inkml+xml"/>
  <Override PartName="/ppt/ink/ink262.xml" ContentType="application/inkml+xml"/>
  <Override PartName="/ppt/ink/ink263.xml" ContentType="application/inkml+xml"/>
  <Override PartName="/ppt/ink/ink264.xml" ContentType="application/inkml+xml"/>
  <Override PartName="/ppt/ink/ink265.xml" ContentType="application/inkml+xml"/>
  <Override PartName="/ppt/ink/ink266.xml" ContentType="application/inkml+xml"/>
  <Override PartName="/ppt/ink/ink267.xml" ContentType="application/inkml+xml"/>
  <Override PartName="/ppt/ink/ink268.xml" ContentType="application/inkml+xml"/>
  <Override PartName="/ppt/ink/ink269.xml" ContentType="application/inkml+xml"/>
  <Override PartName="/ppt/ink/ink270.xml" ContentType="application/inkml+xml"/>
  <Override PartName="/ppt/ink/ink271.xml" ContentType="application/inkml+xml"/>
  <Override PartName="/ppt/ink/ink272.xml" ContentType="application/inkml+xml"/>
  <Override PartName="/ppt/ink/ink273.xml" ContentType="application/inkml+xml"/>
  <Override PartName="/ppt/ink/ink274.xml" ContentType="application/inkml+xml"/>
  <Override PartName="/ppt/ink/ink275.xml" ContentType="application/inkml+xml"/>
  <Override PartName="/ppt/ink/ink276.xml" ContentType="application/inkml+xml"/>
  <Override PartName="/ppt/ink/ink277.xml" ContentType="application/inkml+xml"/>
  <Override PartName="/ppt/ink/ink278.xml" ContentType="application/inkml+xml"/>
  <Override PartName="/ppt/ink/ink279.xml" ContentType="application/inkml+xml"/>
  <Override PartName="/ppt/ink/ink280.xml" ContentType="application/inkml+xml"/>
  <Override PartName="/ppt/ink/ink281.xml" ContentType="application/inkml+xml"/>
  <Override PartName="/ppt/ink/ink282.xml" ContentType="application/inkml+xml"/>
  <Override PartName="/ppt/ink/ink283.xml" ContentType="application/inkml+xml"/>
  <Override PartName="/ppt/ink/ink284.xml" ContentType="application/inkml+xml"/>
  <Override PartName="/ppt/ink/ink285.xml" ContentType="application/inkml+xml"/>
  <Override PartName="/ppt/ink/ink286.xml" ContentType="application/inkml+xml"/>
  <Override PartName="/ppt/ink/ink287.xml" ContentType="application/inkml+xml"/>
  <Override PartName="/ppt/ink/ink288.xml" ContentType="application/inkml+xml"/>
  <Override PartName="/ppt/ink/ink289.xml" ContentType="application/inkml+xml"/>
  <Override PartName="/ppt/ink/ink290.xml" ContentType="application/inkml+xml"/>
  <Override PartName="/ppt/ink/ink291.xml" ContentType="application/inkml+xml"/>
  <Override PartName="/ppt/ink/ink292.xml" ContentType="application/inkml+xml"/>
  <Override PartName="/ppt/ink/ink293.xml" ContentType="application/inkml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20"/>
  </p:notesMasterIdLst>
  <p:sldIdLst>
    <p:sldId id="316" r:id="rId2"/>
    <p:sldId id="334" r:id="rId3"/>
    <p:sldId id="317" r:id="rId4"/>
    <p:sldId id="319" r:id="rId5"/>
    <p:sldId id="320" r:id="rId6"/>
    <p:sldId id="321" r:id="rId7"/>
    <p:sldId id="322" r:id="rId8"/>
    <p:sldId id="323" r:id="rId9"/>
    <p:sldId id="324" r:id="rId10"/>
    <p:sldId id="325" r:id="rId11"/>
    <p:sldId id="326" r:id="rId12"/>
    <p:sldId id="327" r:id="rId13"/>
    <p:sldId id="328" r:id="rId14"/>
    <p:sldId id="331" r:id="rId15"/>
    <p:sldId id="332" r:id="rId16"/>
    <p:sldId id="329" r:id="rId17"/>
    <p:sldId id="333" r:id="rId18"/>
    <p:sldId id="330" r:id="rId19"/>
  </p:sldIdLst>
  <p:sldSz cx="9144000" cy="6858000" type="screen4x3"/>
  <p:notesSz cx="7010400" cy="92964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Andrew Biaglow" initials="AB" lastIdx="1" clrIdx="0">
    <p:extLst>
      <p:ext uri="{19B8F6BF-5375-455C-9EA6-DF929625EA0E}">
        <p15:presenceInfo xmlns:p15="http://schemas.microsoft.com/office/powerpoint/2012/main" userId="Andrew Biaglow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D07D903-A53A-46F1-9BC8-92B96E104940}" v="17" dt="2026-03-11T11:28:42.928"/>
    <p1510:client id="{B6B3A969-D5D7-4D1D-AD58-631B5AF2800F}" v="242" dt="2026-03-10T13:39:22.735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019" autoAdjust="0"/>
    <p:restoredTop sz="91696" autoAdjust="0"/>
  </p:normalViewPr>
  <p:slideViewPr>
    <p:cSldViewPr snapToGrid="0">
      <p:cViewPr>
        <p:scale>
          <a:sx n="110" d="100"/>
          <a:sy n="110" d="100"/>
        </p:scale>
        <p:origin x="7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microsoft.com/office/2016/11/relationships/changesInfo" Target="changesInfos/changesInfo1.xml"/><Relationship Id="rId3" Type="http://schemas.openxmlformats.org/officeDocument/2006/relationships/slide" Target="slides/slide2.xml"/><Relationship Id="rId21" Type="http://schemas.openxmlformats.org/officeDocument/2006/relationships/commentAuthors" Target="commentAuthor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Relationship Id="rId27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Biaglow, Andrew Dr" userId="3fa7fd0a-566d-4a06-9baa-721333026e81" providerId="ADAL" clId="{0CCB9752-0320-4071-9BB4-C3810A03DBB9}"/>
    <pc:docChg chg="undo custSel addSld modSld">
      <pc:chgData name="Biaglow, Andrew Dr" userId="3fa7fd0a-566d-4a06-9baa-721333026e81" providerId="ADAL" clId="{0CCB9752-0320-4071-9BB4-C3810A03DBB9}" dt="2026-03-11T11:29:11.044" v="742" actId="1076"/>
      <pc:docMkLst>
        <pc:docMk/>
      </pc:docMkLst>
      <pc:sldChg chg="addSp modSp mod">
        <pc:chgData name="Biaglow, Andrew Dr" userId="3fa7fd0a-566d-4a06-9baa-721333026e81" providerId="ADAL" clId="{0CCB9752-0320-4071-9BB4-C3810A03DBB9}" dt="2026-03-11T11:29:11.044" v="742" actId="1076"/>
        <pc:sldMkLst>
          <pc:docMk/>
          <pc:sldMk cId="2354518528" sldId="316"/>
        </pc:sldMkLst>
        <pc:spChg chg="mod">
          <ac:chgData name="Biaglow, Andrew Dr" userId="3fa7fd0a-566d-4a06-9baa-721333026e81" providerId="ADAL" clId="{0CCB9752-0320-4071-9BB4-C3810A03DBB9}" dt="2026-03-11T11:28:33.898" v="722" actId="1035"/>
          <ac:spMkLst>
            <pc:docMk/>
            <pc:sldMk cId="2354518528" sldId="316"/>
            <ac:spMk id="2" creationId="{1F347C70-30B4-9FC3-BA63-5F10BECCB23D}"/>
          </ac:spMkLst>
        </pc:spChg>
        <pc:spChg chg="mod">
          <ac:chgData name="Biaglow, Andrew Dr" userId="3fa7fd0a-566d-4a06-9baa-721333026e81" providerId="ADAL" clId="{0CCB9752-0320-4071-9BB4-C3810A03DBB9}" dt="2026-03-11T11:29:11.044" v="742" actId="1076"/>
          <ac:spMkLst>
            <pc:docMk/>
            <pc:sldMk cId="2354518528" sldId="316"/>
            <ac:spMk id="3" creationId="{C7D28FF0-0983-1C4F-C1C3-29F94849A0A8}"/>
          </ac:spMkLst>
        </pc:spChg>
        <pc:spChg chg="add mod">
          <ac:chgData name="Biaglow, Andrew Dr" userId="3fa7fd0a-566d-4a06-9baa-721333026e81" providerId="ADAL" clId="{0CCB9752-0320-4071-9BB4-C3810A03DBB9}" dt="2026-03-11T11:29:02.958" v="741" actId="20577"/>
          <ac:spMkLst>
            <pc:docMk/>
            <pc:sldMk cId="2354518528" sldId="316"/>
            <ac:spMk id="4" creationId="{931EFD17-0582-AEB8-D981-1C0F3F055FC1}"/>
          </ac:spMkLst>
        </pc:spChg>
      </pc:sldChg>
      <pc:sldChg chg="addSp delSp modSp new mod">
        <pc:chgData name="Biaglow, Andrew Dr" userId="3fa7fd0a-566d-4a06-9baa-721333026e81" providerId="ADAL" clId="{0CCB9752-0320-4071-9BB4-C3810A03DBB9}" dt="2026-03-11T11:26:13.406" v="698" actId="20577"/>
        <pc:sldMkLst>
          <pc:docMk/>
          <pc:sldMk cId="3022240874" sldId="334"/>
        </pc:sldMkLst>
        <pc:spChg chg="add mod">
          <ac:chgData name="Biaglow, Andrew Dr" userId="3fa7fd0a-566d-4a06-9baa-721333026e81" providerId="ADAL" clId="{0CCB9752-0320-4071-9BB4-C3810A03DBB9}" dt="2026-03-11T11:26:13.406" v="698" actId="20577"/>
          <ac:spMkLst>
            <pc:docMk/>
            <pc:sldMk cId="3022240874" sldId="334"/>
            <ac:spMk id="2" creationId="{D24DB041-5D03-B53C-8918-0B644DDE21F8}"/>
          </ac:spMkLst>
        </pc:spChg>
        <pc:spChg chg="add mod">
          <ac:chgData name="Biaglow, Andrew Dr" userId="3fa7fd0a-566d-4a06-9baa-721333026e81" providerId="ADAL" clId="{0CCB9752-0320-4071-9BB4-C3810A03DBB9}" dt="2026-03-11T11:26:07.615" v="685" actId="12788"/>
          <ac:spMkLst>
            <pc:docMk/>
            <pc:sldMk cId="3022240874" sldId="334"/>
            <ac:spMk id="3" creationId="{D453519F-1D81-2D2A-524C-59038F21F2C0}"/>
          </ac:spMkLst>
        </pc:spChg>
        <pc:spChg chg="add mod">
          <ac:chgData name="Biaglow, Andrew Dr" userId="3fa7fd0a-566d-4a06-9baa-721333026e81" providerId="ADAL" clId="{0CCB9752-0320-4071-9BB4-C3810A03DBB9}" dt="2026-03-11T11:16:34.825" v="376" actId="1076"/>
          <ac:spMkLst>
            <pc:docMk/>
            <pc:sldMk cId="3022240874" sldId="334"/>
            <ac:spMk id="5" creationId="{AD0CE39E-8CA1-FB6D-26BA-7B325DC6B377}"/>
          </ac:spMkLst>
        </pc:spChg>
        <pc:spChg chg="add mod">
          <ac:chgData name="Biaglow, Andrew Dr" userId="3fa7fd0a-566d-4a06-9baa-721333026e81" providerId="ADAL" clId="{0CCB9752-0320-4071-9BB4-C3810A03DBB9}" dt="2026-03-11T11:14:54.711" v="244" actId="1076"/>
          <ac:spMkLst>
            <pc:docMk/>
            <pc:sldMk cId="3022240874" sldId="334"/>
            <ac:spMk id="6" creationId="{BB09F239-CAED-6553-72F9-79ABB084A324}"/>
          </ac:spMkLst>
        </pc:spChg>
        <pc:spChg chg="add mod">
          <ac:chgData name="Biaglow, Andrew Dr" userId="3fa7fd0a-566d-4a06-9baa-721333026e81" providerId="ADAL" clId="{0CCB9752-0320-4071-9BB4-C3810A03DBB9}" dt="2026-03-11T11:15:38.987" v="284" actId="1076"/>
          <ac:spMkLst>
            <pc:docMk/>
            <pc:sldMk cId="3022240874" sldId="334"/>
            <ac:spMk id="7" creationId="{15D0EA18-3AAE-1783-3972-B9D6637331CB}"/>
          </ac:spMkLst>
        </pc:spChg>
        <pc:spChg chg="add mod">
          <ac:chgData name="Biaglow, Andrew Dr" userId="3fa7fd0a-566d-4a06-9baa-721333026e81" providerId="ADAL" clId="{0CCB9752-0320-4071-9BB4-C3810A03DBB9}" dt="2026-03-11T11:25:48.751" v="683" actId="20577"/>
          <ac:spMkLst>
            <pc:docMk/>
            <pc:sldMk cId="3022240874" sldId="334"/>
            <ac:spMk id="8" creationId="{DF8B97FD-657A-3F6F-8DF7-8B598024A600}"/>
          </ac:spMkLst>
        </pc:spChg>
        <pc:grpChg chg="mod">
          <ac:chgData name="Biaglow, Andrew Dr" userId="3fa7fd0a-566d-4a06-9baa-721333026e81" providerId="ADAL" clId="{0CCB9752-0320-4071-9BB4-C3810A03DBB9}" dt="2026-03-11T11:20:17.588" v="495"/>
          <ac:grpSpMkLst>
            <pc:docMk/>
            <pc:sldMk cId="3022240874" sldId="334"/>
            <ac:grpSpMk id="11" creationId="{970D43D8-5A04-8B39-7F8C-2AFEF24A58A8}"/>
          </ac:grpSpMkLst>
        </pc:grpChg>
        <pc:grpChg chg="mod">
          <ac:chgData name="Biaglow, Andrew Dr" userId="3fa7fd0a-566d-4a06-9baa-721333026e81" providerId="ADAL" clId="{0CCB9752-0320-4071-9BB4-C3810A03DBB9}" dt="2026-03-11T11:20:53.540" v="502"/>
          <ac:grpSpMkLst>
            <pc:docMk/>
            <pc:sldMk cId="3022240874" sldId="334"/>
            <ac:grpSpMk id="15" creationId="{301FF23E-72CA-D9D1-9513-C4DD2DC62B39}"/>
          </ac:grpSpMkLst>
        </pc:grpChg>
        <pc:grpChg chg="mod">
          <ac:chgData name="Biaglow, Andrew Dr" userId="3fa7fd0a-566d-4a06-9baa-721333026e81" providerId="ADAL" clId="{0CCB9752-0320-4071-9BB4-C3810A03DBB9}" dt="2026-03-11T11:21:00.827" v="505"/>
          <ac:grpSpMkLst>
            <pc:docMk/>
            <pc:sldMk cId="3022240874" sldId="334"/>
            <ac:grpSpMk id="18" creationId="{78967561-78DE-4A66-8193-B2611FE449AA}"/>
          </ac:grpSpMkLst>
        </pc:grpChg>
        <pc:grpChg chg="mod">
          <ac:chgData name="Biaglow, Andrew Dr" userId="3fa7fd0a-566d-4a06-9baa-721333026e81" providerId="ADAL" clId="{0CCB9752-0320-4071-9BB4-C3810A03DBB9}" dt="2026-03-11T11:24:42.768" v="649" actId="1076"/>
          <ac:grpSpMkLst>
            <pc:docMk/>
            <pc:sldMk cId="3022240874" sldId="334"/>
            <ac:grpSpMk id="21" creationId="{FE79D659-5CDB-3CAB-B024-1BCB1EEF7969}"/>
          </ac:grpSpMkLst>
        </pc:grpChg>
        <pc:picChg chg="add mod">
          <ac:chgData name="Biaglow, Andrew Dr" userId="3fa7fd0a-566d-4a06-9baa-721333026e81" providerId="ADAL" clId="{0CCB9752-0320-4071-9BB4-C3810A03DBB9}" dt="2026-03-11T11:24:36.114" v="647" actId="1076"/>
          <ac:picMkLst>
            <pc:docMk/>
            <pc:sldMk cId="3022240874" sldId="334"/>
            <ac:picMk id="4" creationId="{98856EAF-1569-41F1-28DE-6324E7A4A551}"/>
          </ac:picMkLst>
        </pc:picChg>
        <pc:inkChg chg="add mod">
          <ac:chgData name="Biaglow, Andrew Dr" userId="3fa7fd0a-566d-4a06-9baa-721333026e81" providerId="ADAL" clId="{0CCB9752-0320-4071-9BB4-C3810A03DBB9}" dt="2026-03-11T11:20:17.588" v="495"/>
          <ac:inkMkLst>
            <pc:docMk/>
            <pc:sldMk cId="3022240874" sldId="334"/>
            <ac:inkMk id="9" creationId="{A301FC2D-30CB-2B41-FB97-F39D32571E99}"/>
          </ac:inkMkLst>
        </pc:inkChg>
        <pc:inkChg chg="add del mod">
          <ac:chgData name="Biaglow, Andrew Dr" userId="3fa7fd0a-566d-4a06-9baa-721333026e81" providerId="ADAL" clId="{0CCB9752-0320-4071-9BB4-C3810A03DBB9}" dt="2026-03-11T11:20:17.588" v="495"/>
          <ac:inkMkLst>
            <pc:docMk/>
            <pc:sldMk cId="3022240874" sldId="334"/>
            <ac:inkMk id="10" creationId="{B7FADCDF-7683-A985-4743-08C54E57022B}"/>
          </ac:inkMkLst>
        </pc:inkChg>
        <pc:inkChg chg="add del">
          <ac:chgData name="Biaglow, Andrew Dr" userId="3fa7fd0a-566d-4a06-9baa-721333026e81" providerId="ADAL" clId="{0CCB9752-0320-4071-9BB4-C3810A03DBB9}" dt="2026-03-11T11:20:42.580" v="497" actId="9405"/>
          <ac:inkMkLst>
            <pc:docMk/>
            <pc:sldMk cId="3022240874" sldId="334"/>
            <ac:inkMk id="12" creationId="{8595DFFB-F18C-B1EB-0726-9EEE60E35F79}"/>
          </ac:inkMkLst>
        </pc:inkChg>
        <pc:inkChg chg="add mod">
          <ac:chgData name="Biaglow, Andrew Dr" userId="3fa7fd0a-566d-4a06-9baa-721333026e81" providerId="ADAL" clId="{0CCB9752-0320-4071-9BB4-C3810A03DBB9}" dt="2026-03-11T11:20:53.540" v="502"/>
          <ac:inkMkLst>
            <pc:docMk/>
            <pc:sldMk cId="3022240874" sldId="334"/>
            <ac:inkMk id="13" creationId="{B234A107-73CF-FE78-5D78-0F3CC70B9C75}"/>
          </ac:inkMkLst>
        </pc:inkChg>
        <pc:inkChg chg="add del mod">
          <ac:chgData name="Biaglow, Andrew Dr" userId="3fa7fd0a-566d-4a06-9baa-721333026e81" providerId="ADAL" clId="{0CCB9752-0320-4071-9BB4-C3810A03DBB9}" dt="2026-03-11T11:20:53.540" v="502"/>
          <ac:inkMkLst>
            <pc:docMk/>
            <pc:sldMk cId="3022240874" sldId="334"/>
            <ac:inkMk id="14" creationId="{1A46D2CE-4D70-9EDB-3BAC-79C25AC511B3}"/>
          </ac:inkMkLst>
        </pc:inkChg>
        <pc:inkChg chg="add mod">
          <ac:chgData name="Biaglow, Andrew Dr" userId="3fa7fd0a-566d-4a06-9baa-721333026e81" providerId="ADAL" clId="{0CCB9752-0320-4071-9BB4-C3810A03DBB9}" dt="2026-03-11T11:21:00.827" v="505"/>
          <ac:inkMkLst>
            <pc:docMk/>
            <pc:sldMk cId="3022240874" sldId="334"/>
            <ac:inkMk id="16" creationId="{05F94BD2-C47D-7153-AFBF-1B6805D75E12}"/>
          </ac:inkMkLst>
        </pc:inkChg>
        <pc:inkChg chg="add mod">
          <ac:chgData name="Biaglow, Andrew Dr" userId="3fa7fd0a-566d-4a06-9baa-721333026e81" providerId="ADAL" clId="{0CCB9752-0320-4071-9BB4-C3810A03DBB9}" dt="2026-03-11T11:21:00.827" v="505"/>
          <ac:inkMkLst>
            <pc:docMk/>
            <pc:sldMk cId="3022240874" sldId="334"/>
            <ac:inkMk id="17" creationId="{B63F8070-896B-89AF-7A35-92FDD88030E3}"/>
          </ac:inkMkLst>
        </pc:inkChg>
        <pc:inkChg chg="add mod">
          <ac:chgData name="Biaglow, Andrew Dr" userId="3fa7fd0a-566d-4a06-9baa-721333026e81" providerId="ADAL" clId="{0CCB9752-0320-4071-9BB4-C3810A03DBB9}" dt="2026-03-11T11:21:09.216" v="508"/>
          <ac:inkMkLst>
            <pc:docMk/>
            <pc:sldMk cId="3022240874" sldId="334"/>
            <ac:inkMk id="19" creationId="{6C7FC977-A90A-82B2-A246-94F754CB46EF}"/>
          </ac:inkMkLst>
        </pc:inkChg>
        <pc:inkChg chg="add mod">
          <ac:chgData name="Biaglow, Andrew Dr" userId="3fa7fd0a-566d-4a06-9baa-721333026e81" providerId="ADAL" clId="{0CCB9752-0320-4071-9BB4-C3810A03DBB9}" dt="2026-03-11T11:21:09.216" v="508"/>
          <ac:inkMkLst>
            <pc:docMk/>
            <pc:sldMk cId="3022240874" sldId="334"/>
            <ac:inkMk id="20" creationId="{C75C44C6-4602-7436-90D1-2040F9C87B5C}"/>
          </ac:inkMkLst>
        </pc:inkChg>
      </pc:sldChg>
    </pc:docChg>
  </pc:docChgLst>
</pc:chgInfo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1:20:12.63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 0 0 0,'0'0'0'0'0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1:20:49.01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14 28 0 0 0,'-11'0'60'0'0,"9"0"411"0"0,5-22-1002 0 0,0 19 531 0 0,0 0 0 0 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1:20:57.56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240 19 0 0 0,'-48'20'1334'0'0,"28"-11"2895"0"0,0-1 3300 0 0,3-8-3384 0 0,-12-12-2215 0 0,7 2 577 0 0,-62-23 4796 0 0,141 57-6933 0 0,113 47-317 0 0,23 9 16 0 0,-124-50-21 0 0,82 41-5 0 0,-8-13-5 0 0,213 91 92 0 0,-114-46 55 0 0,60 22-45 0 0,-234-97-124 0 0,91 39 39 0 0,-44-17-44 0 0,51 24 12 0 0,-11-9 17 0 0,-26-13-24 0 0,123 55 43 0 0,-147-64-30 0 0,49 21-13 0 0,86 41-12 0 0,-200-89-5 0 0,-29-13 4 0 0,0 1 0 0 0,0 1-1 0 0,11 7 1 0 0,-7-4-4 0 0,0-1 1 0 0,0 0 0 0 0,20 5-1 0 0,-6-2 5 0 0,26 11-6 0 0,-48-17 438 0 0,-3-1-1648 0 0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1:20:59.89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353 265 0 0 0,'0'0'10633'0'0,"-4"1"-10480"0"0,0-1-76 0 0,2 0-28 0 0,1 1-1 0 0,0-1 0 0 0,-1 0 1 0 0,1 1-1 0 0,0-1 0 0 0,-1 1 1 0 0,1 0-1 0 0,0-1 1 0 0,0 1-1 0 0,-1 0 0 0 0,-1 1 1 0 0,3-1 263 0 0,0 12 9636 0 0,0 9-6438 0 0,0-12 1354 0 0,-1-12-4811 0 0,1 1 0 0 0,-1 0 0 0 0,1-1 0 0 0,-1 1 0 0 0,0 0-1 0 0,0 0 1 0 0,1 0 0 0 0,-1 0 0 0 0,0 0 0 0 0,0 0 0 0 0,0 0-1 0 0,0 0 1 0 0,0 0 0 0 0,-1 0 0 0 0,-1-1 0 0 0,-11-12 279 0 0,13 11-297 0 0,-1 1-1 0 0,1-1 1 0 0,-1 1 0 0 0,0 0-1 0 0,0-1 1 0 0,0 1 0 0 0,0 0-1 0 0,-3-1 1 0 0,3 1-24 0 0,0 0 0 0 0,0 1 0 0 0,0-1 0 0 0,0 0 0 0 0,1 0 0 0 0,-1 0 0 0 0,0 0 0 0 0,1-1 0 0 0,0 1 0 0 0,-1 0 0 0 0,1-1 0 0 0,-1-2 0 0 0,-15-38 45 0 0,14 34-43 0 0,-1 1 0 0 0,0-1 0 0 0,-1 1-1 0 0,0 0 1 0 0,-11-14 0 0 0,14 19-9 0 0,-14-21 26 0 0,7 11-1 0 0,1 1 0 0 0,-2 0 1 0 0,-14-14-1 0 0,9 13 22 0 0,-12-12 3 0 0,27 39-218 0 0,7 13-8 0 0,-3-22 169 0 0,-1-1 0 0 0,1 1 0 0 0,0 0-1 0 0,0-1 1 0 0,0 0 0 0 0,7 5 0 0 0,16 18-15 0 0,-8-7 17 0 0,32 28-1 0 0,-25-15 16 0 0,2-5-19 0 0,-19-19 2 0 0,0-1 0 0 0,0 1 0 0 0,12 7-1 0 0,11 6 9 0 0,38 33 0 0 0,-60-40-9 0 0,3 2 0 0 0,0-1 10 0 0,-12-14-4 0 0,1 1-1 0 0,0-1 1 0 0,0 1 0 0 0,0-1 0 0 0,0 1-1 0 0,0-1 1 0 0,4 2 0 0 0,-31-6 535 0 0,6-4-507 0 0,0 1-1 0 0,-37-5 1 0 0,15 4-13 0 0,12 2 28 0 0,0 2 1 0 0,-57 2-1 0 0,36 1 44 0 0,-83 4 58 0 0,132-5-255 0 0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1:21:06.00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159 2676 0 0 0,'-14'-4'13'0'0,"4"2"4"0"0,1-1 0 0 0,-1 1 0 0 0,0 1 0 0 0,1-1-1 0 0,-1 2 1 0 0,0 0 0 0 0,-18 1 0 0 0,-20 12 21410 0 0,71-18-18159 0 0,-16 0-3044 0 0,0 1 1 0 0,1 1-1 0 0,-1-1 1 0 0,15-3-1 0 0,-2 0-59 0 0,330-143 1115 0 0,-72 29-883 0 0,551-229 313 0 0,-4-1 126 0 0,99-35-567 0 0,-526 217-302 0 0,90-36-52 0 0,-174 72 193 0 0,49-18-128 0 0,-131 53 41 0 0,-145 59 29 0 0,85-36 16 0 0,-121 56-47 0 0,181-74-42 0 0,-130 51 22 0 0,63-31-3 0 0,-57 29 26 0 0,5-4 4 0 0,-48 21-4 0 0,-36 14-2 0 0,-1 0-8 0 0,48-14 0 0 0,-65 21 9 0 0,1 2 8 0 0,-2 0-2706 0 0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11:21:08.25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82 225 7226 0 0,'0'0'10314'0'0,"-5"3"-9961"0"0,-12 9 9 0 0,17-12-199 0 0,-1 1 1 0 0,0-1 0 0 0,1 1 0 0 0,-1-1 0 0 0,1 1-1 0 0,-1-1 1 0 0,1 1 0 0 0,0-1 0 0 0,-1 1 0 0 0,1 0-1 0 0,0-1 1 0 0,-1 1 0 0 0,1 0 0 0 0,0-1 0 0 0,0 1 0 0 0,-1 0-1 0 0,1-1 1 0 0,0 1 0 0 0,0 0 0 0 0,0-1 0 0 0,0 1-1 0 0,0 0 1 0 0,0 0 0 0 0,0-1 0 0 0,0 1 0 0 0,0 1-1 0 0,-1 10 3938 0 0,-7 2-2630 0 0,13-15-975 0 0,22-25-586 0 0,-20 18 238 0 0,87-101 19 0 0,0 0-107 0 0,-85 97-54 0 0,-8 11-1 0 0,0-1 1 0 0,-1 1-1 0 0,1 0 1 0 0,0 0-1 0 0,0-1 1 0 0,0 1-1 0 0,0 0 1 0 0,0 0-1 0 0,0 0 1 0 0,0 0-1 0 0,0 0 0 0 0,1 1 1 0 0,-1-1-1 0 0,0 0 1 0 0,1 0-1 0 0,-1 1 1 0 0,3-1 633 0 0,-6 4-609 0 0,1 0 0 0 0,-1 1 0 0 0,0-1 0 0 0,0 0 0 0 0,0 0 0 0 0,-1 0 0 0 0,1 0 0 0 0,-6 5 0 0 0,0 1 2 0 0,-11 16 15 0 0,1-4 37 0 0,-21 36 0 0 0,31-44-73 0 0,-1 0 1 0 0,-1 0-1 0 0,0-1 0 0 0,-1 0 0 0 0,0 0 0 0 0,0-1 1 0 0,-2-1-1 0 0,1 0 0 0 0,-27 15 0 0 0,29-18 21 0 0,9-6-28 0 0,0 0 1 0 0,0 0-1 0 0,-1-1 0 0 0,1 1 1 0 0,0 0-1 0 0,0-1 1 0 0,0 1-1 0 0,0-1 0 0 0,-1 1 1 0 0,1-1-1 0 0,0 1 0 0 0,-1-1 1 0 0,1 0-1 0 0,-2 0 1 0 0,2 0-4 0 0,-1 1 0 0 0,1-1 0 0 0,-1 1 0 0 0,1-1 1 0 0,0 0-1 0 0,-1 1 0 0 0,1 0 0 0 0,0-1 0 0 0,-1 1 1 0 0,1 0-1 0 0,0 0 0 0 0,0 0 0 0 0,0 0 0 0 0,0 0 1 0 0,0 0-1 0 0,0 0 0 0 0,0 0 0 0 0,0 0 1 0 0,0 0-1 0 0,0 1 0 0 0,1-1 0 0 0,-1 0 0 0 0,0 0 1 0 0,1 1-1 0 0,-1-1 0 0 0,1 1 0 0 0,0-1 0 0 0,-1 0 1 0 0,1 1-1 0 0,0-1 0 0 0,0 1 0 0 0,0 1 1 0 0,2-3 3 0 0,1 0 0 0 0,-1 0 1 0 0,0 0-1 0 0,1 0 0 0 0,-1 0 1 0 0,0-1-1 0 0,0 1 0 0 0,4-2 1 0 0,38-14 88 0 0,0 1 0 0 0,1 2 1 0 0,62-9-1 0 0,-65 19-5 0 0,-41 3-77 0 0,9-3 175 0 0,-14-12-1471 0 0,1 1-5576 0 0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0T12:01:27.008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48 15 0 0 0,'0'0'199'0'0,"-3"0"2016"0"0,-16 0 8997 0 0,12 0-9788 0 0,-6 1-103 0 0,8-1-667 0 0,9 1-1229 0 0,-4-1 495 0 0,25 0 108 0 0,889 0 2490 0 0,-218-4-2533 0 0,467 0 1558 0 0,-643 1-981 0 0,-172 1-163 0 0,-144 0-199 0 0,-53 0 1805 0 0,-151 2-2306 0 0,225 0 341 0 0,-129 0-1 0 0,-96 0-41 0 0,1 0 18 0 0,0 0-8 0 0,17 0 219 0 0,-14 0-959 0 0,-9 0-2840 0 0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0T12:01:33.799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5 19 0 0 0,'-4'0'0'0'0,"59"0"11217"0"0,10 0-5602 0 0,278 0-4251 0 0,357-2 156 0 0,-331-1-806 0 0,142 1-79 0 0,-359-1-577 0 0,117 4 34 0 0,-93-1-75 0 0,-75-2-19 0 0,587 0 193 0 0,-394 0-183 0 0,294 1 64 0 0,-531-1 1551 0 0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0T12:01:37.427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54 14 0 0 0,'-12'2'0'0'0,"12"-2"51"0"0,-1 0-1 0 0,1 0 1 0 0,-1 0-1 0 0,1 0 1 0 0,-1 0 0 0 0,1 0-1 0 0,0 0 1 0 0,-1 0 0 0 0,1-1-1 0 0,-1 1 1 0 0,1 0-1 0 0,-1 0 1 0 0,1 0 0 0 0,-1 0-1 0 0,1-1 1 0 0,0 1 0 0 0,-1 0-1 0 0,1 0 1 0 0,0-1-1 0 0,-1 1 1 0 0,1 0 0 0 0,0 0-1 0 0,-1-1 1 0 0,1 1-1 0 0,0-1 1 0 0,-1 1 0 0 0,1 0-1 0 0,0-1 1 0 0,0 1 0 0 0,-1-1-1 0 0,1 0 1 0 0,0 1-52 0 0,0-1 0 0 0,0 1 0 0 0,-1 0 0 0 0,1-1 0 0 0,0 1 1 0 0,0 0-1 0 0,0-1 0 0 0,-1 1 0 0 0,1 0 0 0 0,0-1 0 0 0,-1 1 0 0 0,1 0 0 0 0,0-1 0 0 0,-1 1 1 0 0,1 0-1 0 0,0 0 0 0 0,-1-1 0 0 0,1 1 0 0 0,0 0 0 0 0,-1 0 0 0 0,1 0 0 0 0,0 0 0 0 0,-1 0 1 0 0,1-1-1 0 0,-1 1 0 0 0,1 0 0 0 0,-1 0 0 0 0,0 0 259 0 0,1 0 0 0 0,-1 0 0 0 0,1 0 0 0 0,-1 0 0 0 0,0 0 0 0 0,1 0 1 0 0,-1 0-1 0 0,1 0 0 0 0,-1 0 0 0 0,1 0 0 0 0,-1 1 0 0 0,0-1 0 0 0,1 0 0 0 0,-1 0 0 0 0,1 0 0 0 0,-1 1 0 0 0,1-1 0 0 0,-1 0 0 0 0,1 1 0 0 0,-1-1 1 0 0,1 0-1 0 0,0 1 0 0 0,-1-1 0 0 0,1 1 0 0 0,-1-1 0 0 0,1 1 0 0 0,0-1 0 0 0,-1 1 0 0 0,1-1 0 0 0,0 1 0 0 0,0-1 0 0 0,-1 1 0 0 0,1-1 1 0 0,0 2 1264 0 0,21 9 14 0 0,14-2 614 0 0,-32-8-2109 0 0,-1 0 1 0 0,0 0-1 0 0,0 1 0 0 0,1-1 1 0 0,-1 1-1 0 0,0-1 1 0 0,0 1-1 0 0,0 0 1 0 0,0-1-1 0 0,2 4 1 0 0,6 4 23 0 0,-9-8-56 0 0,-1 0 0 0 0,1 0 0 0 0,0 0 0 0 0,0 1 1 0 0,-1-1-1 0 0,1 0 0 0 0,-1 0 0 0 0,1 1 0 0 0,-1-1 0 0 0,1 0 0 0 0,-1 1 0 0 0,0-1 0 0 0,0 1 0 0 0,1-1 0 0 0,-1 2 1 0 0,0 27 551 0 0,-1-19-419 0 0,1 70 889 0 0,-3-74-724 0 0,-1 1 1 0 0,1-1-1 0 0,-9 11 0 0 0,11-16-203 0 0,1-2-59 0 0,-1 1 0 0 0,1-1-1 0 0,-1 1 1 0 0,1-1 0 0 0,-1 1 0 0 0,1-1 0 0 0,0 1 0 0 0,-1-1 0 0 0,0 0 0 0 0,1 1 0 0 0,-1-1-1 0 0,1 0 1 0 0,-1 1 0 0 0,1-1 0 0 0,-1 0 0 0 0,0 0 0 0 0,1 1 0 0 0,-1-1 0 0 0,1 0-1 0 0,-1 0 1 0 0,-1 0 0 0 0,-7-3 2726 0 0,8 2-2771 0 0,0 0 1 0 0,1 0 0 0 0,-1 0 0 0 0,0 1 0 0 0,1-1-1 0 0,-1 0 1 0 0,1 0 0 0 0,-1 0 0 0 0,1 0 0 0 0,0 0 0 0 0,-1 0-1 0 0,1 0 1 0 0,0 0 0 0 0,0 0 0 0 0,-1 0 0 0 0,1 0-1 0 0,0 0 1 0 0,0 0 0 0 0,0 0 0 0 0,1-2 0 0 0,4-25 82 0 0,0 4 266 0 0,-5-80 758 0 0,-1 102-1068 0 0,1 1 0 0 0,-1-1 0 0 0,0 0-1 0 0,0 1 1 0 0,1-1 0 0 0,-1 0 0 0 0,0 1 0 0 0,0-1 0 0 0,0 1 0 0 0,-1 0-1 0 0,1-1 1 0 0,0 1 0 0 0,-1 0 0 0 0,1 0 0 0 0,0-1 0 0 0,-2 0 0 0 0,-1 0-22 0 0,1 0 0 0 0,0 0 0 0 0,0 0 0 0 0,-1 0 0 0 0,1 0 0 0 0,-1 1-1 0 0,-4-2 1 0 0,-3 2-680 0 0,14 5-1061 0 0,11 10 1596 0 0,-6-2 96 0 0,-5-9 18 0 0,0 1-1 0 0,-1 0 1 0 0,1 1-1 0 0,-1-1 0 0 0,3 5 1 0 0,5 7 32 0 0,-9-14-18 0 0,0-1 1 0 0,0 1 0 0 0,1 0-1 0 0,-1-1 1 0 0,0 1-1 0 0,0 0 1 0 0,0 0 0 0 0,1 3-1 0 0,-2-2 14 0 0,1-1 0 0 0,-1 1 0 0 0,1 0 0 0 0,-1-1 0 0 0,0 1 0 0 0,0-1 0 0 0,0 1 0 0 0,0 0 0 0 0,0-1 1 0 0,-1 1-1 0 0,1-1 0 0 0,-1 1 0 0 0,0-1 0 0 0,-1 3 0 0 0,0-2-248 0 0,0 0 1 0 0,0 1 0 0 0,-1-2-1 0 0,1 1 1 0 0,-1 0 0 0 0,0 0-1 0 0,0-1 1 0 0,0 0 0 0 0,-5 4-1 0 0,-16 6-8484 0 0,18-10-2050 0 0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0T12:01:40.661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98 26 0 0 0,'-3'-15'14579'0'0,"-3"8"-9469"0"0,-8 8-5398 0 0,11 0 2421 0 0,1-1-2080 0 0,-1 0 0 0 0,1 1 0 0 0,0-1 1 0 0,0 0-1 0 0,-1 1 0 0 0,1 0 0 0 0,0 0 0 0 0,0-1 0 0 0,0 1 1 0 0,0 0-1 0 0,0 1 0 0 0,0-1 0 0 0,0 0 0 0 0,0 1 0 0 0,0-1 1 0 0,0 1-1 0 0,1-1 0 0 0,-1 1 0 0 0,-2 3 0 0 0,2-1-77 0 0,-1 0 0 0 0,1 0 1 0 0,-1 1-1 0 0,1-1 0 0 0,1 1 0 0 0,-1-1 0 0 0,1 1 0 0 0,-2 8 0 0 0,-1 4 71 0 0,-1 11 65 0 0,7 47 619 0 0,-2-72-720 0 0,1-1 1 0 0,-1 0 0 0 0,1 0-1 0 0,-1 0 1 0 0,1 0-1 0 0,0 0 1 0 0,0 0 0 0 0,0 0-1 0 0,0 0 1 0 0,0 0 0 0 0,0-1-1 0 0,1 1 1 0 0,-1 0-1 0 0,1-1 1 0 0,-1 1 0 0 0,1-1-1 0 0,-1 1 1 0 0,1-1 0 0 0,0 0-1 0 0,0 0 1 0 0,0 0-1 0 0,0 0 1 0 0,0 0 0 0 0,3 1-1 0 0,-23-46 2961 0 0,16 36-3008 0 0,1-1-1 0 0,0 1 1 0 0,1-1 0 0 0,0 0 0 0 0,0 1 0 0 0,0-1 0 0 0,1 0 0 0 0,1 1 0 0 0,0-1 0 0 0,0 1-1 0 0,0 0 1 0 0,6-13 0 0 0,-4 14-221 0 0,-1 1-1 0 0,1-1 0 0 0,0 1 1 0 0,1 0-1 0 0,8-10 0 0 0,2 4-5546 0 0,1 3-6945 0 0,-11 7 6784 0 0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0T12:06:46.260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13 50 0 0 0,'-1'0'109'0'0,"1"0"-1"0"0,-1 0 1 0 0,0 0-1 0 0,1-1 1 0 0,-1 1 0 0 0,1 0-1 0 0,-1 0 1 0 0,0-1-1 0 0,1 1 1 0 0,-1-1-1 0 0,1 1 1 0 0,-1 0 0 0 0,1-1-1 0 0,-1 1 1 0 0,1-1-1 0 0,0 1 1 0 0,-1-1 0 0 0,1 1-1 0 0,-1-1 1 0 0,1 1-1 0 0,0-1 1 0 0,-1 0-1 0 0,1 1 1 0 0,0-1 0 0 0,0 1-1 0 0,0-1 1 0 0,-1 0-1 0 0,1 1 1 0 0,0-1 0 0 0,0 0-1 0 0,0 1 1 0 0,0-1-1 0 0,0 0 1 0 0,0 1-1 0 0,0-1 1 0 0,0 0 0 0 0,1 1-1 0 0,-1-1 1 0 0,0 0-1 0 0,4-17 1548 0 0,-1 11-3735 0 0,-1 3 2740 0 0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0T12:07:01.204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146 145 14928,'-145'-71'0,"289"-3"0,-288 148 0,4462-109 0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0T12:07:06.110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 61 0 0 0,'-1'0'15001'0'0,"489"-5"-14765"0"0,59-5 868 0 0,-203 3-380 0 0,-327 7-662 0 0,269-5 48 0 0,-95 3-51 0 0,15-1-79 0 0,-59 2-53 0 0,7-1 8 0 0,65-2-45 0 0,-17 1 87 0 0,73-1 12 0 0,-192 4 15 0 0,263-5-216 0 0,-290 4 214 0 0,56 2-228 0 0,-47-3 213 0 0,-48 1 31 0 0,0 0-1 0 0,22 3 1 0 0,-26-1-21 0 0,0-1-1 0 0,17-1 1 0 0,3-1-163 0 0,39 2 224 0 0,18-1 444 0 0,-52 1-434 0 0,-12 1-49 0 0,49-5 1 0 0,-26 3 589 0 0,-30 1-1241 0 0,-16 0-953 0 0,-7 0-1241 0 0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0T12:07:09.115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24 29 0 0 0,'0'0'3785'0'0,"-5"-9"5115"0"0,0 0-5031 0 0,5 9-3715 0 0,-1 0 0 0 0,0-1 0 0 0,1 1-1 0 0,-1 0 1 0 0,0 0 0 0 0,1 0 0 0 0,-1-1 0 0 0,1 1-1 0 0,-1 0 1 0 0,1-1 0 0 0,-1 1 0 0 0,1-1 0 0 0,-1 1-1 0 0,1 0 1 0 0,-1-1 0 0 0,1 1 0 0 0,0-1 0 0 0,-1 1-1 0 0,1-1 1 0 0,-1 0 0 0 0,-1-1 2493 0 0,1 10-1630 0 0,1-8-887 0 0,15 7 1408 0 0,-6-2-1443 0 0,0 0 1 0 0,0 0-1 0 0,8 8 0 0 0,-9-8-60 0 0,-1 1-1 0 0,0 0 0 0 0,0 1 0 0 0,-1 0 1 0 0,7 8-1 0 0,5 9 91 0 0,-17-23-91 0 0,-1 30 676 0 0,0-29-682 0 0,0 1-1 0 0,-1 0 1 0 0,1-1-1 0 0,-1 1 1 0 0,1 0-1 0 0,-1-1 0 0 0,0 1 1 0 0,0-1-1 0 0,0 1 1 0 0,0-1-1 0 0,0 0 1 0 0,0 1-1 0 0,-1-1 1 0 0,-2 4-1 0 0,-2 2 37 0 0,2 1-111 0 0,4-9 61 0 0,0 1 0 0 0,0-1-1 0 0,-1 1 1 0 0,1-1-1 0 0,0 1 1 0 0,0-1 0 0 0,-1 1-1 0 0,1-1 1 0 0,0 1-1 0 0,0-1 1 0 0,-1 0 0 0 0,1 1-1 0 0,-1-1 1 0 0,1 1-1 0 0,0-1 1 0 0,-1 0 0 0 0,1 1-1 0 0,-1-1 1 0 0,1 0 0 0 0,-1 0-1 0 0,1 1 1 0 0,-1-1-1 0 0,1 0 1 0 0,-1 0 0 0 0,0 1-1 0 0,-2 0-8 0 0,1 1 0 0 0,-1 0 0 0 0,1 0 0 0 0,-1 0 0 0 0,1 0 0 0 0,0 0 0 0 0,0 1 1 0 0,0-1-1 0 0,0 1 0 0 0,0-1 0 0 0,-1 4 0 0 0,1-4 0 0 0,-7 7-34 0 0,9-9 27 0 0,0 1 0 0 0,0-1 0 0 0,0 0 0 0 0,0 0 1 0 0,1 0-1 0 0,-1 0 0 0 0,0 0 0 0 0,0 0 0 0 0,0 0 0 0 0,0 0 1 0 0,0 0-1 0 0,0 0 0 0 0,0 0 0 0 0,0 0 0 0 0,0 0 1 0 0,0 0-1 0 0,0 0 0 0 0,0 1 0 0 0,0-1 0 0 0,0 0 0 0 0,0 0 1 0 0,0 0-1 0 0,0 0 0 0 0,0 0 0 0 0,0 0 0 0 0,0 0 1 0 0,0 0-1 0 0,0 0 0 0 0,0 0 0 0 0,0 0 0 0 0,-1 0 1 0 0,1 0-1 0 0,0 0 0 0 0,0 1 0 0 0,0-1 0 0 0,0 0 0 0 0,0 0 1 0 0,0 0-1 0 0,0 0 0 0 0,0 0 0 0 0,0 0 0 0 0,0 0 1 0 0,0 0-1 0 0,0 0 0 0 0,0 0 0 0 0,0 0 0 0 0,0 0 1 0 0,0 0 78 0 0,1-2-79 0 0,0-1 0 0 0,0 1 1 0 0,0 0-1 0 0,0-1 0 0 0,0 1 0 0 0,0 0 1 0 0,0 0-1 0 0,1 0 0 0 0,-1 0 0 0 0,4-3 1 0 0,8-14-2417 0 0,-12 11-518 0 0,0 4-483 0 0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0T12:07:11.310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77 12 0 0 0,'-3'-10'24431'0'0,"2"9"-23479"0"0,-2 1-4558 0 0,2 0 4016 0 0,-19 6 784 0 0,16-3-1194 0 0,1 0 0 0 0,0 0 1 0 0,1 0-1 0 0,-1 1 0 0 0,1-1 0 0 0,-1 1 0 0 0,-2 7 1 0 0,-8 11 104 0 0,11-20-88 0 0,1 1 0 0 0,-1 0 1 0 0,1 0-1 0 0,0 0 0 0 0,0 0 1 0 0,0 0-1 0 0,1 0 0 0 0,-1 0 1 0 0,1 0-1 0 0,-1 0 0 0 0,1 0 1 0 0,0 0-1 0 0,0 0 0 0 0,0 0 1 0 0,1 0-1 0 0,-1 0 0 0 0,1 0 1 0 0,1 3-1 0 0,-1 1 38 0 0,1-1 1 0 0,0 1-1 0 0,1-1 0 0 0,0 0 1 0 0,0 0-1 0 0,0 0 0 0 0,5 6 1 0 0,-5-8 5 0 0,0-1 1 0 0,0 1 0 0 0,0 0-1 0 0,1-1 1 0 0,-1 1 0 0 0,1-1-1 0 0,0 0 1 0 0,0-1 0 0 0,0 1-1 0 0,0 0 1 0 0,1-1 0 0 0,8 3-1 0 0,8 8 114 0 0,-20-13-65 0 0,-1 0 1 0 0,0-1-1 0 0,1 1 0 0 0,-1 0 0 0 0,0 0 0 0 0,1-1 1 0 0,-1 1-1 0 0,0 0 0 0 0,0-1 0 0 0,1 1 1 0 0,-1 0-1 0 0,0-1 0 0 0,0 1 0 0 0,0 0 0 0 0,1-1 1 0 0,-1 1-1 0 0,0 0 0 0 0,0-1 0 0 0,0 1 1 0 0,0-1-1 0 0,0 1 0 0 0,0 0 0 0 0,0-1 1 0 0,0 1-1 0 0,0-1 0 0 0,0 1 0 0 0,0 0 0 0 0,0-1 1 0 0,0 1-1 0 0,0-1 0 0 0,0 1 0 0 0,0-1 1 0 0,-2-24-586 0 0,2 17 738 0 0,-2-28-301 0 0,1-6-2702 0 0,4 14-8780 0 0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0T12:08:24.274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0 0 0 0 0,'0'0'0'0'0</inkml:trace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0T12:08:29.552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 0 0 0 0,'0'2'22479'0'0,"0"2"-18817"0"0,0 19-3285 0 0,0 159 1467 0 0,2-83-1480 0 0,3 100 203 0 0,0-170-518 0 0,-5 129 390 0 0,4 12-200 0 0,1 85-110 0 0,-3-147-58 0 0,1 27-61 0 0,-3-129-8 0 0,-1 6-7 0 0,2 0 0 0 0,-1 1 0 0 0,2-1 0 0 0,2 14-1 0 0,-2-17 12 0 0,-1 0-1 0 0,0 0 1 0 0,-1 0-1 0 0,0 16 1 0 0,-1-9 5 0 0,4 117-3 0 0,-1 39 8 0 0,0-79-59 0 0,-2-93 50 0 0,0 29-74 0 0,0 9 29 0 0,0-38 59 0 0,0 15-84 0 0,3 37-59 0 0,-3-51 92 0 0,0-25-18145 0 0,-1 4 10587 0 0,-2 2 3918 0 0,2 13 3325 0 0,1-3 189 0 0</inkml:trace>
</inkml:ink>
</file>

<file path=ppt/ink/ink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0T12:08:33.912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10 2 0 0 0,'0'-2'21865'0'0,"0"86"-14782"0"0,0 121-5943 0 0,1 524 443 0 0,0-283-1476 0 0,-1-145-6 0 0,0-301-89 0 0,0 17-42 0 0,0 123-112 0 0,0-51 120 0 0,0-89-2 0 0,1-4-7826 0 0,-2-10 2471 0 0,-8-22-4617 0 0,7 27 1636 0 0</inkml:trace>
</inkml:ink>
</file>

<file path=ppt/ink/ink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0T12:09:02.361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0 0 25153,'52'2055'0</inkml:trace>
</inkml:ink>
</file>

<file path=ppt/ink/ink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0T12:08:37.429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26 208 0 0 0,'-8'-9'18971'0'0,"6"5"-15868"0"0,-7-27-610 0 0,6 24-2135 0 0,3 7-354 0 0,-1-1 0 0 0,1 1 0 0 0,0-1 0 0 0,-1 1 0 0 0,1 0 0 0 0,0-1 0 0 0,0 1 0 0 0,0-1 0 0 0,-1 1 0 0 0,1-1 0 0 0,0 1 0 0 0,0-1 0 0 0,0 1 0 0 0,0 0 0 0 0,0-1 0 0 0,0 1 0 0 0,0-1 0 0 0,0 1 0 0 0,0-1 0 0 0,0 1 0 0 0,0-1 0 0 0,0 1 0 0 0,0-1 0 0 0,1 1 0 0 0,-1-1 0 0 0,0 1 0 0 0,0-1 0 0 0,0 1 0 0 0,1 0 0 0 0,-1-1 0 0 0,0 1 0 0 0,1 0 0 0 0,-1-1 0 0 0,0 1 0 0 0,1-1 0 0 0,-1 1 0 0 0,0 0 0 0 0,1-1 0 0 0,28-37 111 0 0,-20 29 44 0 0,0 1 1 0 0,0 0-1 0 0,1 0 0 0 0,14-8 0 0 0,-3 5-91 0 0,44-20 22 0 0,-60 30-105 0 0,-1-1 13 0 0,0 0-1 0 0,0 1 1 0 0,0 0 0 0 0,0 0-1 0 0,0 0 1 0 0,1 0 0 0 0,6 0-1 0 0,27 3-42 0 0,-34-1 48 0 0,0-1 0 0 0,0 1 0 0 0,0 1 0 0 0,0-1 0 0 0,-1 0 0 0 0,1 1 0 0 0,0 0 0 0 0,-1 0 1 0 0,5 3-1 0 0,-4 0 29 0 0,9 2-36 0 0,-10-6 22 0 0,0 1 0 0 0,-1-1 1 0 0,1 1-1 0 0,0 0 0 0 0,-1 0 1 0 0,1 0-1 0 0,-1 0 1 0 0,2 2-1 0 0,13 9 259 0 0,9 11-139 0 0,-16-16-111 0 0,-7-5-10 0 0,0 0 0 0 0,1 0 0 0 0,-1-1 0 0 0,1 0 0 0 0,-1 1 0 0 0,5 1 0 0 0,23 23 98 0 0,-24-23-103 0 0,-1 2 0 0 0,0-1 0 0 0,0 1 0 0 0,-1 0 0 0 0,1 0 0 0 0,-2 0 0 0 0,1 1 0 0 0,4 7 0 0 0,34 55 63 0 0,-29-32 137 0 0,-7-7 181 0 0,-7-17-5907 0 0</inkml:trace>
</inkml:ink>
</file>

<file path=ppt/ink/ink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0T12:08:45.122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 0 0 0 0,'0'0'0'0'0</inkml:trace>
</inkml:ink>
</file>

<file path=ppt/ink/ink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0T12:08:47.805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39 92 0 0 0,'10'0'0'0'0,"-3"-3"1084"0"0,-6 1-255 0 0,0 0 0 0 0,-1 1 0 0 0,1-1 0 0 0,0 0 0 0 0,-1 0 0 0 0,0 1 0 0 0,1-1 1 0 0,-1 0-1 0 0,0 0 0 0 0,0-3 0 0 0,2-5-519 0 0,5 2-159 0 0,-4 6-1028 0 0,-1 1 1 0 0,1 0 0 0 0,-1 0-1 0 0,1 0 1 0 0,-1 0 0 0 0,1 0-1 0 0,-1 0 1 0 0,5 0 0 0 0,2 1 3880 0 0,-1-1 5905 0 0,-18-1-2002 0 0,-10-5-5766 0 0,-1-2-1307 0 0,-1 2 4263 0 0,16 5-3757 0 0,0-1 0 0 0,0 1-1 0 0,-1 1 1 0 0,-8-2 0 0 0,15 3-191 0 0,21 7-1445 0 0,239 77 1677 0 0,282 97-230 0 0,-117-34-46 0 0,378 125 53 0 0,-289-99-176 0 0,229 75 89 0 0,-180-62-27 0 0,-464-151-33 0 0,84 27 3 0 0,271 88 162 0 0,-185-58-98 0 0,152 47-56 0 0,-301-95 35 0 0,27 8-42 0 0,186 57 111 0 0,-165-52-124 0 0,-45-15 35 0 0,80 26-12 0 0,23 5-47 0 0,183 69 32 0 0,-82-33-34 0 0,-76-24-34 0 0,-193-67 65 0 0,52 18-2 0 0,119 40-7 0 0,-18-10 39 0 0,-99-28-29 0 0,-57-17-22 0 0,-42-15-6 0 0,0 0 1 0 0,23 5-1 0 0,4 3 24 0 0,-31-10-2 0 0,0-1 0 0 0,0 0 0 0 0,13 2 0 0 0,18 10 31 0 0,-32-12 163 0 0</inkml:trace>
</inkml:ink>
</file>

<file path=ppt/ink/ink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0T12:08:50.202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194 108 0 0 0,'-3'1'25307'0'0,"-2"0"-23536"0"0,3-2-1675 0 0,0 1 1 0 0,0-1-1 0 0,0 0 0 0 0,0 0 1 0 0,0 0-1 0 0,0-1 1 0 0,0 1-1 0 0,0 0 1 0 0,0-1-1 0 0,0 1 0 0 0,0-1 1 0 0,-1-2-1 0 0,-16-11 174 0 0,14 13-198 0 0,1-1 0 0 0,-1 0 0 0 0,1-1 1 0 0,0 1-1 0 0,0-1 0 0 0,-4-5 0 0 0,4 5 12 0 0,-1-1 1 0 0,0 1-1 0 0,1-1 0 0 0,-8-3 1 0 0,-14-14 185 0 0,26 22-259 0 0,18 16-1285 0 0,-9-8 1265 0 0,0-1-1 0 0,1 0 0 0 0,16 10 0 0 0,-18-12 8 0 0,2 1-2 0 0,-6-4 0 0 0,0 0 0 0 0,-1 0 0 0 0,1 1 0 0 0,0-1 0 0 0,-1 1 0 0 0,0 0 0 0 0,1 0 0 0 0,2 4 0 0 0,3 3-3 0 0,-8-9 5 0 0,0 0 0 0 0,0 0 1 0 0,0 0-1 0 0,0 0 0 0 0,0 0 0 0 0,0 0 0 0 0,-1 0 1 0 0,1 1-1 0 0,0-1 0 0 0,-1 0 0 0 0,1 0 0 0 0,-1 1 1 0 0,1-1-1 0 0,-1 0 0 0 0,1 1 0 0 0,-1-1 0 0 0,0 1 1 0 0,0 2-1 0 0,0-4-2 0 0,-39 13 1068 0 0,-102-8 249 0 0,125-5-1050 0 0,16 0-255 0 0,5 3-3403 0 0,-1 0-949 0 0</inkml:trace>
</inkml:ink>
</file>

<file path=ppt/ink/ink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0T12:09:09.309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 2 0 0 0,'0'-2'25732'0'0,"2"292"-20695"0"0,-2-286-4964 0 0,0 18 147 0 0,0-1 0 0 0,6 34-1 0 0,-4-40-201 0 0,0 1-1 0 0,-2 0 1 0 0,-1 30-1 0 0,-1-4-5 0 0,7 352 156 0 0,0 45-131 0 0,-3-29-34 0 0,0-324-9 0 0,1 25-30 0 0,-3-111 23 0 0,0 0 4 0 0,4 18-18 0 0,-4 44-42 0 0,0-62 77 0 0,1 0-279 0 0,-1 0 1 0 0,0 0 0 0 0,1-1-1 0 0,-1 1 1 0 0,0 0-1 0 0,1 0 1 0 0,-1-1 0 0 0,0 1-1 0 0,0 0 1 0 0,1-1-1 0 0,-1 1 1 0 0,0 0 0 0 0,0-1-1 0 0,1 1 1 0 0,-1 0-1 0 0,0-1 1 0 0,0 1 0 0 0,0 0-1 0 0,0-1 1 0 0,0 1-1 0 0,0-1 1 0 0,1 1 0 0 0,-1 0-1 0 0,0-1 1 0 0,0 1-1 0 0,0-1 1 0 0,0 1 0 0 0,0 0-1 0 0,-1-1 1 0 0,1 0-1 0 0,0-7-6361 0 0,0 2-369 0 0</inkml:trace>
</inkml:ink>
</file>

<file path=ppt/ink/ink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0T12:09:11.973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44 165 0 0 0,'-1'1'15008'0'0,"-2"1"-11016"0"0,-10 10-2713 0 0,4-7 49 0 0,-2 0 1839 0 0,10-5-3077 0 0,1-1 1 0 0,-1 1 0 0 0,1-1 0 0 0,-1 1 0 0 0,1 0 0 0 0,-1-1 0 0 0,1 1 0 0 0,0-1-1 0 0,-1 0 1 0 0,1 1 0 0 0,0-1 0 0 0,0 1 0 0 0,-1-1 0 0 0,1 1 0 0 0,0-1 0 0 0,0 0-1 0 0,0 1 1 0 0,0-1 0 0 0,0 1 0 0 0,0-1 0 0 0,0 0 0 0 0,0 1 0 0 0,0-1 0 0 0,0 0-1 0 0,0 1 1 0 0,0-2 0 0 0,0 0 58 0 0,0 0-103 0 0,0 0 1 0 0,0-1 0 0 0,0 1-1 0 0,0 0 1 0 0,0-1 0 0 0,0 1-1 0 0,0 0 1 0 0,1-1 0 0 0,0 1-1 0 0,-1 0 1 0 0,1 0-1 0 0,0-1 1 0 0,0 1 0 0 0,0 0-1 0 0,0 0 1 0 0,0 0 0 0 0,0 0-1 0 0,1 0 1 0 0,1-2 0 0 0,21-25 33 0 0,-16 24-86 0 0,0 0 1 0 0,1 0-1 0 0,9-4 1 0 0,-2 1 12 0 0,50-25 41 0 0,-54 28-41 0 0,1 0-1 0 0,-1 1 1 0 0,1 1-1 0 0,23-3 1 0 0,-13 2 16 0 0,-2 1-21 0 0,1 1 1 0 0,41 2-1 0 0,-27 1 39 0 0,-27-1-31 0 0,-1 1-1 0 0,1 0 1 0 0,-1 0-1 0 0,0 1 1 0 0,1 0-1 0 0,-1 1 0 0 0,0 0 1 0 0,8 4-1 0 0,24 15 30 0 0,-36-21-43 0 0,-1 1 0 0 0,1 0 0 0 0,-1 0-1 0 0,0 0 1 0 0,0 0 0 0 0,1 0 0 0 0,-2 1 0 0 0,1-1 0 0 0,0 1-1 0 0,0 0 1 0 0,-1 0 0 0 0,1 0 0 0 0,-1 0 0 0 0,0 0 0 0 0,2 5-1 0 0,3 6 9 0 0,-6-12-6 0 0,0 0 0 0 0,0 0 1 0 0,0 0-1 0 0,0 1 0 0 0,0-1 0 0 0,0 0 1 0 0,0 1-1 0 0,-1-1 0 0 0,1 0 1 0 0,-1 1-1 0 0,0 3 0 0 0,3-3-733 0 0</inkml:trace>
</inkml:ink>
</file>

<file path=ppt/ink/ink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0T12:08:38.533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0 30 0 0 0,'3'-28'0'0'0,"-4"27"0"0"0,0 1 0 0 0,0 1 0 0 0,1 1 0 0 0,0 0 0 0 0,0 0 0 0 0,0 0 0 0 0,0 0 0 0 0</inkml:trace>
</inkml:ink>
</file>

<file path=ppt/ink/ink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0T12:08:38.648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0 1 0 0 0</inkml:trace>
</inkml:ink>
</file>

<file path=ppt/ink/ink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0T12:08:39.840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56 16 0 0 0,'-5'-3'2'0'0,"-13"0"831"0"0,15 3-1668 0 0,-1-2 835 0 0,3 1 0 0 0,1 0 484 0 0,-1 1-1 0 0,0-1 1 0 0,0 0 0 0 0,0 1-1 0 0,1-1 1 0 0,-1 1 0 0 0,0-1-1 0 0,0 1 1 0 0,0 0 0 0 0,0-1-1 0 0,0 1 1 0 0,0 0 0 0 0,0-1-1 0 0,0 1 1 0 0,0 0 0 0 0,0 0-1 0 0,-1 0 1 0 0,2 0-200 0 0,-1 0 0 0 0,1 1 0 0 0,-1-1 0 0 0,1 0 0 0 0,-1 1 0 0 0,1-1 0 0 0,0 0 0 0 0,-1 1 0 0 0,1-1 0 0 0,0 0 0 0 0,-1 1 0 0 0,1-1 0 0 0,0 1 0 0 0,-1-1 0 0 0,1 0 0 0 0,0 1 0 0 0,0-1 0 0 0,0 1 0 0 0,-1-1 0 0 0,1 1 0 0 0,0-1 0 0 0,0 1 0 0 0,0-1 0 0 0,0 1 0 0 0,-1 6 1249 0 0,1 0 0 0 0,0 0 1 0 0,1 0-1 0 0,1 8 1 0 0,-1 2-1895 0 0,-2 2 987 0 0,0-15-522 0 0,1-1 0 0 0,-1 0 1 0 0,1 0-1 0 0,0 1 1 0 0,0-1-1 0 0,0 0 0 0 0,1 0 1 0 0,-1 1-1 0 0,2 4 0 0 0,5 0 129 0 0,-6-7-206 0 0,0 0-1 0 0,-1 0 0 0 0,1-1 1 0 0,0 1-1 0 0,0 0 0 0 0,-1 0 1 0 0,1 0-1 0 0,0 0 0 0 0,-1 0 0 0 0,1 0 1 0 0,-1 0-1 0 0,0 0 0 0 0,1 0 1 0 0,-1 0-1 0 0,0 0 0 0 0,1 2 0 0 0,0-2-3 0 0,0 1-1 0 0,-1 0 1 0 0,1-1-1 0 0,0 1 1 0 0,1-1-1 0 0,-1 0 1 0 0,0 1-1 0 0,0-1 0 0 0,1 0 1 0 0,-1 0-1 0 0,0 0 1 0 0,1 0-1 0 0,-1 0 1 0 0,1 0-1 0 0,0 0 1 0 0,1 1-1 0 0,14 10 294 0 0,-15-10-266 0 0,-1 0 0 0 0,2 0 1 0 0,-1 0-1 0 0,0 0 0 0 0,0 0 0 0 0,0-1 0 0 0,1 1 1 0 0,-1-1-1 0 0,1 0 0 0 0,-1 1 0 0 0,1-1 0 0 0,0-1 1 0 0,4 2-1 0 0,40 7 281 0 0,-37-7-310 0 0,53 2 291 0 0,-43-3-133 0 0,30 5-1 0 0,-42-5-110 0 0,0 0 0 0 0,0-1 0 0 0,0 0 0 0 0,1 0-1 0 0,-1 0 1 0 0,9-2 0 0 0,-9-2 66 0 0,1-1 0 0 0,-1 0 0 0 0,0 0 0 0 0,0 0 0 0 0,-1-1-1 0 0,1 0 1 0 0,-1-1 0 0 0,-1 0 0 0 0,11-12 0 0 0,25-34 367 0 0,-36 44-360 0 0,-4 7-114 0 0,0 0 0 0 0,-1-1 1 0 0,1 0-1 0 0,-1 1 0 0 0,0-1 0 0 0,1 0 0 0 0,0-5 0 0 0,8-10 59 0 0,-9 16-72 0 0,1 1 0 0 0,-1-1 0 0 0,0 0 0 0 0,0 0 0 0 0,0 1 0 0 0,0-1 0 0 0,0 0 0 0 0,-1 0 0 0 0,1 0-1 0 0,-1 0 1 0 0,1-3 0 0 0,-1 5-36 0 0,0 0 0 0 0,0-1 0 0 0,0 1-1 0 0,0 0 1 0 0,1 0 0 0 0,-1 0 0 0 0,0 0-1 0 0,0 0 1 0 0,0 0 0 0 0,0 0 0 0 0,0 0 0 0 0,0 0-1 0 0,0 0 1 0 0,0 0 0 0 0,0 0 0 0 0,0 0-1 0 0,0-1 1 0 0,0 1 0 0 0,0 0 0 0 0,0 0-1 0 0,0 0 1 0 0,0 0 0 0 0,0 0 0 0 0,0 0 0 0 0,0 0-1 0 0,0 0 1 0 0,-1 0 0 0 0,1 0 0 0 0,0 0-1 0 0,0 0 1 0 0,0 0 0 0 0,0-1 0 0 0,0 1-1 0 0,0 0 1 0 0,0 0 0 0 0,0 0 0 0 0,0 0 0 0 0,0 0-1 0 0,0 0 1 0 0,0 0 0 0 0,0 0 0 0 0,0 0-1 0 0,0 0 1 0 0,0 0 0 0 0,-1 0 0 0 0,1 0-1 0 0,0 0 1 0 0,0 0 0 0 0,0 0 0 0 0,0 0 0 0 0,0 0-1 0 0,0 0 1 0 0,0 0 0 0 0,0 0 0 0 0,0 0-1 0 0,0 0 1 0 0,0 0 0 0 0,0 0 0 0 0,0 0-1 0 0,-1 0 1 0 0,1 0 0 0 0,0 0 0 0 0,0 0 0 0 0,0 0-1 0 0,0 0 1 0 0,0 0 0 0 0,0 0 0 0 0,-5 6-7074 0 0</inkml:trace>
</inkml:ink>
</file>

<file path=ppt/ink/ink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0T12:09:14.552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61 84 0 0 0,'-4'-12'0'0'0,"12"-8"25496"0"0,4 36-24916 0 0,14 25 379 0 0,-8-18-381 0 0,-16-21-550 0 0,-1 0 1 0 0,1 0-1 0 0,0-1 1 0 0,1 1-1 0 0,-1 0 1 0 0,0-1-1 0 0,0 1 1 0 0,1-1 0 0 0,2 2-1 0 0,11 6 141 0 0,-14-8-143 0 0,0 0 0 0 0,0 0 0 0 0,1 0 0 0 0,-1 0 0 0 0,0-1 0 0 0,1 1-1 0 0,-1 0 1 0 0,0-1 0 0 0,1 0 0 0 0,-1 0 0 0 0,4 0 0 0 0,-3 0-8 0 0,0 1 1 0 0,0-1-1 0 0,0 0 0 0 0,0 1 1 0 0,0 0-1 0 0,0-1 0 0 0,4 3 1 0 0,1-1 64 0 0,1 0 1 0 0,-1-1 0 0 0,1 0 0 0 0,-1-1-1 0 0,1 1 1 0 0,0-2 0 0 0,-1 1 0 0 0,11-3-1 0 0,-6 1 5 0 0,-1 0 0 0 0,20-1 0 0 0,-27 3-16 0 0,0-1-1 0 0,0 1 0 0 0,1-1 1 0 0,-1-1-1 0 0,0 1 0 0 0,0-1 1 0 0,7-3-1 0 0,25-8 94 0 0,-24 9-109 0 0,-1 0 0 0 0,24-12-1 0 0,-28 12-10 0 0,-1-1 1 0 0,0 0-1 0 0,9-9 0 0 0,-11 10-39 0 0,0-1 0 0 0,1 1 0 0 0,-1 0 0 0 0,1 0-1 0 0,12-6 1 0 0,-17 10-7 0 0,-1 0 0 0 0,0 0-1 0 0,1 0 1 0 0,-1 0 0 0 0,0 0 0 0 0,1 0 0 0 0,-1 0-1 0 0,0-1 1 0 0,1 1 0 0 0,-1 0 0 0 0,0 0-1 0 0,1 0 1 0 0,-1-1 0 0 0,0 1 0 0 0,1 0-1 0 0,-1 0 1 0 0,0-1 0 0 0,0 1 0 0 0,0 0-1 0 0,1-1 1 0 0,-1 1 0 0 0,0 0 0 0 0,0 0-1 0 0,0-1 1 0 0,0 1 0 0 0,1-1 0 0 0,-1 1-1 0 0,0-1 1 0 0,-3 10-228 0 0,3-7 231 0 0,-1-1-1 0 0,1 1 1 0 0,-1-1 0 0 0,1 1-1 0 0,-1-1 1 0 0,0 1 0 0 0,0-1-1 0 0,0 0 1 0 0,1 0 0 0 0,-1 1 0 0 0,-1-1-1 0 0,1 0 1 0 0,0 0 0 0 0,0 0-1 0 0,0 0 1 0 0,0 0 0 0 0,-1 0-1 0 0,1-1 1 0 0,-3 2 0 0 0,-28 14 28 0 0,-83 18-90 0 0,19-3 50 0 0,87-27 17 0 0,0-1 0 0 0,-1 0 0 0 0,-10 1 0 0 0,16-3 10 0 0,1-1-1 0 0,0 0 0 0 0,-1 0 0 0 0,1 0 0 0 0,0 0 1 0 0,-1 0-1 0 0,1-1 0 0 0,0 1 0 0 0,0-1 1 0 0,0 0-1 0 0,-1 0 0 0 0,-3-2 0 0 0,-51-20 108 0 0,27 12-77 0 0,27 9-21 0 0,-1-1 0 0 0,0 0 0 0 0,1 1 0 0 0,-1-2 0 0 0,1 1 0 0 0,0 0 0 0 0,0-1 0 0 0,1 0 0 0 0,-1 0 0 0 0,1 0 0 0 0,0 0 1 0 0,0-1-1 0 0,0 1 0 0 0,-3-9 0 0 0,0 3 22 0 0,0 1 1 0 0,-1-1 0 0 0,-13-13-1 0 0,16 19-19 0 0,0 1 0 0 0,-1-1-1 0 0,1 1 1 0 0,-1 0 0 0 0,0 0-1 0 0,0 1 1 0 0,-7-3 0 0 0,12 5-71 0 0,0 0 0 0 0,0 0 0 0 0,0 0 1 0 0,0 1-1 0 0,0-1 0 0 0,0 0 0 0 0,0 0 1 0 0,0 0-1 0 0,0 0 0 0 0,0 0 0 0 0,0 1 1 0 0,0-1-1 0 0,0 0 0 0 0,0 0 0 0 0,0 0 1 0 0,0 0-1 0 0,0 1 0 0 0,0-1 0 0 0,0 0 1 0 0,0 0-1 0 0,-1 0 0 0 0,1 0 0 0 0,0 0 1 0 0,0 0-1 0 0,0 1 0 0 0,0-1 0 0 0,0 0 1 0 0,0 0-1 0 0,0 0 0 0 0,-1 0 0 0 0,1 0 1 0 0,0 0-1 0 0,0 0 0 0 0,0 0 0 0 0,0 0 1 0 0,0 1-1 0 0,-1-1 0 0 0,1 0 0 0 0,0 0 1 0 0,0 0-1 0 0,0 0 0 0 0,0 0 0 0 0,0 0 1 0 0,-1 0-1 0 0,1 0 0 0 0,0 0 0 0 0,0 0 1 0 0,0 0-1 0 0,0 0 0 0 0,-1 0 0 0 0,1 0 1 0 0,0-1-1 0 0,0 1 0 0 0,0 0 0 0 0,0 0 0 0 0,0 0 1 0 0,-1 0-1 0 0,1 0 0 0 0,0 0 0 0 0,0 0 1 0 0,0 0-1 0 0,0-1 0 0 0,7 13-6666 0 0</inkml:trace>
</inkml:ink>
</file>

<file path=ppt/ink/ink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0T12:09:26.375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92 21 0 0 0,'0'0'7627'0'0,"-2"0"-5070"0"0,-13 0 6187 0 0,8-1-8026 0 0,1 0 0 0 0,0 0 0 0 0,0-1 0 0 0,0 1 0 0 0,-7-4 0 0 0,-18-4 1039 0 0,89 25 261 0 0,324 97-885 0 0,-91-29-704 0 0,384 116 214 0 0,-158-48-333 0 0,-221-65-289 0 0,108 32 5 0 0,188 56 58 0 0,92 20-8 0 0,-263-69 76 0 0,-166-54-112 0 0,117 37 28 0 0,-17-4 59 0 0,-117-37-129 0 0,-74-23-12 0 0,51 17 42 0 0,79 28-34 0 0,-188-60 33 0 0,-5-1 21 0 0,24 7-12 0 0,168 49-52 0 0,-216-60 20 0 0,68 19 11 0 0,57 14-58 0 0,-94-28 54 0 0,115 32-6 0 0,-172-45-5 0 0,-39-11-1 0 0,1-2-1 0 0,-1 0 1 0 0,20 3 0 0 0,2 4 21 0 0,-29-9-7 0 0,0 0 0 0 0,-1-1-1 0 0,1 1 1 0 0,0-1 0 0 0,6 0 0 0 0,-10-1-2 0 0,-1 2-10 0 0,0-2-8 0 0</inkml:trace>
</inkml:ink>
</file>

<file path=ppt/ink/ink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0T12:09:28.525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171 155 0 0 0,'18'6'25849'0'0,"-16"-10"-21530"0"0,-2-3-3599 0 0,-7-15-4188 0 0,3 16 5925 0 0,-40-49-2085 0 0,41 52-359 0 0,-10-11 91 0 0,-26-22 1 0 0,30 28 109 0 0,2 2-831 0 0,11 17 222 0 0,-2-7 389 0 0,1 0 0 0 0,-1-1 0 0 0,1 1-1 0 0,0-1 1 0 0,0 0 0 0 0,0 0 0 0 0,0 0 0 0 0,0 0 0 0 0,1 0-1 0 0,5 3 1 0 0,42 18 4 0 0,-17-9 8 0 0,-4 5-11 0 0,-14-2-95 0 0,-12-9 201 0 0,-4-8-85 0 0,0-1-1 0 0,0 0 0 0 0,0 0 0 0 0,0 0 0 0 0,0 0 0 0 0,0 1 1 0 0,0-1-1 0 0,0 0 0 0 0,0 0 0 0 0,0 0 0 0 0,-1 0 0 0 0,1 1 0 0 0,0-1 1 0 0,0 0-1 0 0,0 0 0 0 0,0 0 0 0 0,0 0 0 0 0,0 0 0 0 0,0 1 0 0 0,-1-1 1 0 0,1 0-1 0 0,0 0 0 0 0,0 0 0 0 0,0 0 0 0 0,0 0 0 0 0,-1 0 0 0 0,1 0 1 0 0,0 0-1 0 0,0 0 0 0 0,0 0 0 0 0,0 0 0 0 0,-1 1 0 0 0,1-1 0 0 0,0 0 1 0 0,0 0-1 0 0,0 0 0 0 0,0 0 0 0 0,-1 0 0 0 0,1-1 0 0 0,0 1 0 0 0,-31 2 88 0 0,0 1 0 0 0,-53 13 1 0 0,42-7 41 0 0,-6 5-13 0 0,48-14-205 0 0,16-7-11288 0 0</inkml:trace>
</inkml:ink>
</file>

<file path=ppt/ink/ink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0T12:10:00.298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2 1 0 0 0,'0'2'23170'0'0,"0"2"-18840"0"0,-2 23-3679 0 0,4 355 1115 0 0,3-318-1642 0 0,-2 106 636 0 0,1 78-126 0 0,-1-141-549 0 0,-1 35-190 0 0,0-109 61 0 0,-2-33 29 0 0,3 13-108 0 0,-3 178-2573 0 0,-1-185-432 0 0,-3-19-18388 0 0,4 8 17623 0 0</inkml:trace>
</inkml:ink>
</file>

<file path=ppt/ink/ink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0T12:10:02.854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31 15 0 0 0,'0'-14'22287'0'0,"-4"22"-17303"0"0,3-5-5220 0 0,-3 611 2563 0 0,1-360-888 0 0,1-145-1024 0 0,-1 106 46 0 0,1-78-144 0 0,-3-108-344 0 0,1-78-20934 0 0,1 40 11923 0 0</inkml:trace>
</inkml:ink>
</file>

<file path=ppt/ink/ink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0T12:10:10.465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1 381 0 0 0,'0'0'536'0'0,"13"-1"20733"0"0,-13-4-17725 0 0,-3-5-4309 0 0,0-3 1162 0 0,-4-24 964 0 0,7-51 86 0 0,2 84-1450 0 0,-1-1 0 0 0,2 1 0 0 0,-1 0 0 0 0,0-1 0 0 0,1 1 0 0 0,0 0 0 0 0,0 0 0 0 0,0 1 0 0 0,0-1 0 0 0,0 1 0 0 0,5-4 0 0 0,5-6 15 0 0,-11 10-12 0 0,0 1 1 0 0,0-1-1 0 0,1 1 0 0 0,-1 0 0 0 0,1 0 1 0 0,0-1-1 0 0,4-1 0 0 0,1-1 13 0 0,-1 0-1 0 0,1 0 0 0 0,-1 0 0 0 0,13-13 1 0 0,-10 8 6 0 0,2 0 0 0 0,-1 1 0 0 0,1 0 0 0 0,24-12 1 0 0,-18 14 22 0 0,1 0 1 0 0,-1 1 0 0 0,1 0-1 0 0,32-3 1 0 0,-28 4-2 0 0,65 0 117 0 0,-52 5-40 0 0,-15 2-15 0 0,-15-2-67 0 0,-1 1-1 0 0,1 0 1 0 0,0 0 0 0 0,0 1-1 0 0,0 0 1 0 0,6 3-1 0 0,18 5 123 0 0,-24-8-135 0 0,0 1-1 0 0,0-1 1 0 0,0 2 0 0 0,0-1-1 0 0,0 1 1 0 0,-1-1 0 0 0,6 6-1 0 0,30 25 157 0 0,-32-27-131 0 0,0 0 1 0 0,15 16-1 0 0,38 54 108 0 0,-57-68-69 0 0,-1 0 0 0 0,1-1 0 0 0,2 11 0 0 0,-5-13-105 0 0,-1 0-1 0 0,0 0 1 0 0,0 0-1 0 0,-1 0 0 0 0,0 11 1 0 0,0-9-399 0 0,-2-3-1117 0 0</inkml:trace>
</inkml:ink>
</file>

<file path=ppt/ink/ink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0T12:10:11.961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5 150 0 0 0,'0'0'17258'0'0,"-5"29"-12325"0"0,6-22-4633 0 0,-1-1-1 0 0,1 1 0 0 0,0 0 0 0 0,0-1 1 0 0,0 0-1 0 0,1 1 0 0 0,0-1 1 0 0,1 0-1 0 0,4 9 0 0 0,1 3-37 0 0,-7-15-223 0 0,0-1 0 0 0,0 0 0 0 0,0 1 0 0 0,0-1 0 0 0,1 0 0 0 0,-1 0 1 0 0,0 0-1 0 0,1 0 0 0 0,0 0 0 0 0,-1 0 0 0 0,3 1 0 0 0,19 19 457 0 0,-19-17-392 0 0,0-1 0 0 0,0 0 0 0 0,1 0 0 0 0,0 0 0 0 0,7 5 0 0 0,1-1 45 0 0,0-1 0 0 0,1 0-1 0 0,0-1 1 0 0,1 0 0 0 0,-1-2 0 0 0,1 1-1 0 0,0-2 1 0 0,0 0 0 0 0,0-1 0 0 0,20 1-1 0 0,-17-4-48 0 0,-1-1-1 0 0,0 0 0 0 0,0-2 1 0 0,0 0-1 0 0,26-10 0 0 0,-10 3 36 0 0,-15 4-34 0 0,0-1 0 0 0,0-1 0 0 0,-1-1 0 0 0,0 0 0 0 0,19-16 0 0 0,27-35 263 0 0,-57 55-312 0 0,0 1 1 0 0,-1-1 0 0 0,0-1-1 0 0,0 1 1 0 0,7-11-1 0 0,0 0 74 0 0,-7 9-107 0 0,-1 0-1 0 0,1 0 0 0 0,-1-1 1 0 0,-1 1-1 0 0,0-1 1 0 0,0 1-1 0 0,0-1 0 0 0,-1 0 1 0 0,-1 0-1 0 0,1 0 1 0 0,-1 0-1 0 0,-1-1 1 0 0,0 1-1 0 0,-2-17 0 0 0,-2 10-1906 0 0,1 10-4236 0 0</inkml:trace>
</inkml:ink>
</file>

<file path=ppt/ink/ink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0T12:10:18.182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613 105 0 0 0,'0'-1'23871'0'0,"-1"-1"-20085"0"0,-5-11-3213 0 0,-13-4 156 0 0,-11-9 54 0 0,13 19-677 0 0,1 0 0 0 0,-1 0 0 0 0,0 2 0 0 0,-1 0 0 0 0,1 1-1 0 0,-1 1 1 0 0,-32-2 0 0 0,-11 2 112 0 0,-63 6-1 0 0,107-2-126 0 0,0-1-54 0 0,-1 1 1 0 0,1 1-1 0 0,-1 0 1 0 0,1 2-1 0 0,0 0 1 0 0,-26 9-1 0 0,40-11-46 0 0,1 0-1 0 0,-1 0 0 0 0,1 0 1 0 0,0 0-1 0 0,-1 0 0 0 0,1 0 0 0 0,0 1 1 0 0,0-1-1 0 0,1 1 0 0 0,-1-1 1 0 0,0 1-1 0 0,1 0 0 0 0,0 0 0 0 0,-1-1 1 0 0,1 1-1 0 0,0 0 0 0 0,1 0 1 0 0,-1 0-1 0 0,0 0 0 0 0,1 4 0 0 0,-2 10-2 0 0,0 1 0 0 0,2 24 0 0 0,0-25 23 0 0,1-8-7 0 0,-1-1 0 0 0,2 1 1 0 0,-1 0-1 0 0,1-1 0 0 0,0 0 0 0 0,1 1 0 0 0,-1-1 0 0 0,2 0 1 0 0,-1 0-1 0 0,1-1 0 0 0,1 1 0 0 0,-1-1 0 0 0,1 0 1 0 0,0 0-1 0 0,1 0 0 0 0,0-1 0 0 0,0 0 0 0 0,0 0 1 0 0,1 0-1 0 0,-1-1 0 0 0,1 0 0 0 0,1 0 0 0 0,-1-1 0 0 0,1 0 1 0 0,0 0-1 0 0,0-1 0 0 0,0 0 0 0 0,10 3 0 0 0,49 17 66 0 0,-49-16-63 0 0,1 0 0 0 0,0-2 0 0 0,1 0 0 0 0,27 4-1 0 0,-20-9 13 0 0,-1-1 0 0 0,1-1 0 0 0,0-2 0 0 0,-1 0-1 0 0,0-2 1 0 0,0-1 0 0 0,0-1 0 0 0,34-16 0 0 0,-50 20 8 0 0,0-1-1 0 0,-1 0 1 0 0,1-1 0 0 0,13-11 0 0 0,-18 13 6 0 0,-1 1 0 0 0,0-1 0 0 0,0-1 0 0 0,0 1 0 0 0,0-1 0 0 0,-1 1 0 0 0,0-1 0 0 0,0 0 0 0 0,0 0 0 0 0,2-7 0 0 0,-2 7 3 0 0,-1 0 1 0 0,0-1-1 0 0,-1 1 0 0 0,1-1 0 0 0,-1 1 0 0 0,0-1 1 0 0,-1 0-1 0 0,1 1 0 0 0,-1-1 0 0 0,0 0 0 0 0,-1 1 1 0 0,1-1-1 0 0,-1 1 0 0 0,0-1 0 0 0,0 0 1 0 0,-1 1-1 0 0,0 0 0 0 0,0-1 0 0 0,-4-6 0 0 0,1 2-35 0 0,-1 1-1 0 0,0-1 0 0 0,0 2 0 0 0,-1-1 1 0 0,0 1-1 0 0,-1-1 0 0 0,0 2 0 0 0,0-1 1 0 0,0 1-1 0 0,-1 1 0 0 0,0 0 0 0 0,-15-8 1 0 0,9 7-1 0 0,0 0 0 0 0,0 2-1 0 0,-1 0 1 0 0,0 0 0 0 0,0 1 0 0 0,0 1 0 0 0,-28-1 0 0 0,-3 5-2680 0 0,45-1 2229 0 0,-1 0 0 0 0,0 1 1 0 0,1 0-1 0 0,-1-1 0 0 0,1 1 1 0 0,-1 0-1 0 0,1 0 0 0 0,-1 1 0 0 0,1-1 1 0 0,0 0-1 0 0,-1 1 0 0 0,1-1 1 0 0,0 1-1 0 0,0 0 0 0 0,-2 2 1 0 0</inkml:trace>
</inkml:ink>
</file>

<file path=ppt/ink/ink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0T12:10:20.175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0 1 0 0 0,'0'0'0'0'0</inkml:trace>
</inkml:ink>
</file>

<file path=ppt/ink/ink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0T12:10:20.550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0 1 0 0 0</inkml:trace>
</inkml:ink>
</file>

<file path=ppt/ink/ink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0T12:10:21.875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84 122 0 0 0,'-39'-27'0'0'0,"31"23"10573"0"0,4-3-7342 0 0,-2-3-2136 0 0,4 3 4836 0 0,2 5-5739 0 0,-1 0 0 0 0,1-1 1 0 0,-1 1-1 0 0,1 0 0 0 0,-1 0 0 0 0,0 0 1 0 0,0 0-1 0 0,1 0 0 0 0,-2 1 0 0 0,0-3 1 0 0,1 2-121 0 0,-1 0 0 0 0,1 0 0 0 0,0 0 0 0 0,0 0 0 0 0,0 0 1 0 0,1-1-1 0 0,-1 1 0 0 0,0 0 0 0 0,1 0 0 0 0,-1-4 0 0 0,-3-7 1728 0 0,3 11 558 0 0,3 8-1959 0 0,13 38-216 0 0,28 64 188 0 0,-19-45-217 0 0,-15-37-4 0 0,16 30-1 0 0,17 47 79 0 0,-31-81-171 0 0,13 40-1 0 0,-5-12 55 0 0,2-1-29 0 0,-6-16 153 0 0,12 42 0 0 0,-15-40 24 0 0,17 34 0 0 0,-7-18-144 0 0,33 67-30 0 0,-38-68-38 0 0,11 26 73 0 0,-8-23-38 0 0,-2-12-48 0 0,1 7 90 0 0,-17-42-102 0 0,1-2-26 0 0,-2 0 0 0 0,1 1-1 0 0,0-1 1 0 0,-1 1-1 0 0,0-1 1 0 0,1 8 0 0 0,5 0 18 0 0,0 3 13 0 0,-7-14-4 0 0,12 24-50 0 0,-10-21 247 0 0,1 1-3046 0 0,-5-14-9819 0 0</inkml:trace>
</inkml:ink>
</file>

<file path=ppt/ink/ink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0T12:10:24.099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178 88 0 0 0,'-1'-1'28465'0'0,"-7"0"-28192"0"0,0 0 1 0 0,1 0-1 0 0,-13-4 1 0 0,-6 0-124 0 0,19 3-144 0 0,0 0 1 0 0,1 0-1 0 0,-1-1 1 0 0,1 0-1 0 0,-1 0 1 0 0,-9-7-1 0 0,-19-9 130 0 0,19 16 191 0 0,16 3-325 0 0,0 0 0 0 0,0 1 0 0 0,0-1 0 0 0,-1 0 0 0 0,1 0 0 0 0,0 1 0 0 0,0-1 0 0 0,0 0 0 0 0,0 0 0 0 0,0 1 0 0 0,0-1 0 0 0,0 0-1 0 0,0 0 1 0 0,0 1 0 0 0,0-1 0 0 0,0 0 0 0 0,0 0 0 0 0,0 0 0 0 0,1 1 0 0 0,-1-1 0 0 0,0 0 0 0 0,0 0 0 0 0,0 1 0 0 0,0-1 0 0 0,0 0 0 0 0,0 0 0 0 0,1 0 0 0 0,-1 1 0 0 0,0-1 0 0 0,0 0 0 0 0,0 0 0 0 0,0 0 0 0 0,1 1-1 0 0,23 23-19 0 0,19 8 12 0 0,-30-22 4 0 0,0 0 1 0 0,14 13-1 0 0,-26-22 3 0 0,13 12 141 0 0,-8-9-46 0 0,-3-8-44 0 0,-2-2-32 0 0,0 0 0 0 0,0 1 0 0 0,1-1 0 0 0,-1 0 1 0 0,6-10-1 0 0,2-8 30 0 0,14-36-29 0 0,-15 44 356 0 0,-7 13-4146 0 0</inkml:trace>
</inkml:ink>
</file>

<file path=ppt/ink/ink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0T12:10:29.485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65 226 0 0 0,'0'0'11975'0'0,"4"-2"-10266"0"0,-1-1-1325 0 0,-1 1-1 0 0,0-1 1 0 0,1 1 0 0 0,-1-1-1 0 0,0 0 1 0 0,0 0 0 0 0,0 0-1 0 0,-1 0 1 0 0,1-1-1 0 0,-1 1 1 0 0,0 0 0 0 0,0-1-1 0 0,0 1 1 0 0,0 0-1 0 0,0-1 1 0 0,-1 1 0 0 0,0-1-1 0 0,1 0 1 0 0,-2-5 0 0 0,3-8 258 0 0,0-17 308 0 0,-2 32-907 0 0,0 1 0 0 0,0 0 0 0 0,-1 0 0 0 0,1 0 0 0 0,0 0 0 0 0,0 0 0 0 0,0 0 0 0 0,-1 0 0 0 0,1 0 1 0 0,0 0-1 0 0,-1 0 0 0 0,1 0 0 0 0,-1 0 0 0 0,0 1 0 0 0,1-1 0 0 0,-1 0 0 0 0,1 0 0 0 0,-1 0 0 0 0,0 1 0 0 0,0-1 0 0 0,1 0 0 0 0,-1 1 0 0 0,0-1 0 0 0,-1 0 0 0 0,1 1-87 0 0,-1 0 1 0 0,1 0-1 0 0,0 0 1 0 0,0 0-1 0 0,-1 0 0 0 0,1 1 1 0 0,0-1-1 0 0,0 0 0 0 0,0 1 1 0 0,0-1-1 0 0,0 1 0 0 0,0-1 1 0 0,0 1-1 0 0,0 0 0 0 0,0-1 1 0 0,0 1-1 0 0,0 0 1 0 0,0 0-1 0 0,0 0 0 0 0,0 0 1 0 0,0 0-1 0 0,1 0 0 0 0,-2 1 1 0 0,-19 28-154 0 0,19-27 197 0 0,-4 7-6 0 0,0 0 0 0 0,0 1-1 0 0,-5 17 1 0 0,9-23-9 0 0,0 1 0 0 0,1-1 0 0 0,0 0 0 0 0,0 1 0 0 0,0-1-1 0 0,1 1 1 0 0,0-1 0 0 0,0 1 0 0 0,1 10 0 0 0,-1-15 17 0 0,0 0 0 0 0,0 0 0 0 0,0 0 0 0 0,0 0 0 0 0,0-1 0 0 0,1 1-1 0 0,-1 0 1 0 0,0 0 0 0 0,1 0 0 0 0,-1 0 0 0 0,0 0 0 0 0,1 0 0 0 0,-1 0 0 0 0,1-1 0 0 0,0 1 0 0 0,-1 0 0 0 0,1 0 0 0 0,-1-1 0 0 0,1 1 0 0 0,0 0 0 0 0,0-1 0 0 0,-1 1 0 0 0,1-1 0 0 0,0 1 0 0 0,0-1-1 0 0,0 1 1 0 0,0-1 0 0 0,-1 0 0 0 0,1 1 0 0 0,0-1 0 0 0,0 0 0 0 0,0 0 0 0 0,0 0 0 0 0,0 1 0 0 0,0-1 0 0 0,0 0 0 0 0,0 0 0 0 0,0 0 0 0 0,0-1 0 0 0,0 1 0 0 0,0 0 0 0 0,0 0 0 0 0,0 0 0 0 0,-1-1-1 0 0,1 1 1 0 0,0 0 0 0 0,0-1 0 0 0,0 1 0 0 0,1-2 0 0 0,1 0 37 0 0,0 0-1 0 0,0 0 1 0 0,0 0-1 0 0,0-1 0 0 0,0 1 1 0 0,0-1-1 0 0,-1 0 1 0 0,1 0-1 0 0,-1 0 1 0 0,0 0-1 0 0,3-6 1 0 0,3-6 42 0 0,-6 10-21 0 0,1 0 1 0 0,-1 0-1 0 0,0 0 1 0 0,0 0 0 0 0,0 0-1 0 0,-1-1 1 0 0,1-6-1 0 0,-2 12 12 0 0,1 2-134 0 0,-1 1 1 0 0,1-1-1 0 0,-1 0 1 0 0,0 1-1 0 0,0-1 0 0 0,0 1 1 0 0,0-1-1 0 0,-1 1 1 0 0,1-1-1 0 0,-1 3 0 0 0,-1 20 8 0 0,3-23 63 0 0,0-1 0 0 0,-1 1 0 0 0,1 0 0 0 0,0-1 0 0 0,0 1 0 0 0,0-1 0 0 0,0 1 0 0 0,0-1 0 0 0,1 1 0 0 0,-1-1 0 0 0,0 0 0 0 0,1 1 0 0 0,-1-1 0 0 0,1 0 0 0 0,-1 0 0 0 0,1 0 0 0 0,0 0 0 0 0,-1-1 0 0 0,1 1 0 0 0,0 0 0 0 0,0-1 0 0 0,-1 1 0 0 0,1-1 0 0 0,0 1 0 0 0,0-1 0 0 0,0 0 0 0 0,0 0 0 0 0,-1 0 0 0 0,1 0 0 0 0,0 0 0 0 0,0 0 0 0 0,0-1 0 0 0,0 1 0 0 0,0-1 0 0 0,-1 1 0 0 0,1-1 0 0 0,0 1 0 0 0,0-1 0 0 0,-1 0 0 0 0,1 0 0 0 0,-1 0 0 0 0,1 0 0 0 0,1-2 0 0 0,2 0 0 0 0,-1-1 0 0 0,0 0-1 0 0,0 0 1 0 0,-1-1 0 0 0,1 1 0 0 0,-1-1 0 0 0,0 0-1 0 0,0 0 1 0 0,4-8 0 0 0,3-6 32 0 0,-4 12-438 0 0,-3 7-1554 0 0,-3 2 1920 0 0,0 0 0 0 0,1 0 1 0 0,-1 0-1 0 0,1-1 0 0 0,0 1 1 0 0,0 0-1 0 0,-1 0 0 0 0,1-1 1 0 0,0 1-1 0 0,1 0 0 0 0,-1-1 1 0 0,0 1-1 0 0,0-1 0 0 0,1 0 1 0 0,-1 1-1 0 0,0-1 0 0 0,1 0 0 0 0,2 1 1 0 0,-2 0 22 0 0,1 0 0 0 0,-1 0 0 0 0,1-1 0 0 0,0 0 1 0 0,0 1-1 0 0,-1-1 0 0 0,1 0 0 0 0,0 0 0 0 0,0-1 0 0 0,6 2 0 0 0,-8-3 21 0 0,0 1 0 0 0,0-1-1 0 0,0 1 1 0 0,0-1 0 0 0,0 0-1 0 0,0 1 1 0 0,0-1 0 0 0,0 0-1 0 0,0 0 1 0 0,0 0 0 0 0,0 0-1 0 0,-1 0 1 0 0,1 0-1 0 0,0 0 1 0 0,-1 0 0 0 0,1 0-1 0 0,0 0 1 0 0,0-2 0 0 0,0 0 34 0 0,1 0-1 0 0,-1 0 1 0 0,0 0 0 0 0,0 0 0 0 0,0 0 0 0 0,-1 0-1 0 0,1-4 1 0 0,-1 5 15 0 0,0 0 0 0 0,-1 1-1 0 0,1-1 1 0 0,-1 0 0 0 0,1 1 0 0 0,-1-1-1 0 0,0 0 1 0 0,0 1 0 0 0,0-1 0 0 0,0 1-1 0 0,0-1 1 0 0,0 1 0 0 0,0 0 0 0 0,0-1-1 0 0,-1 1 1 0 0,1 0 0 0 0,0 0 0 0 0,-1 0-1 0 0,1 0 1 0 0,-1 0 0 0 0,1 0 0 0 0,-1 0-1 0 0,1 1 1 0 0,-1-1 0 0 0,-2 0 0 0 0,2 0-52 0 0,-1 0 0 0 0,1 0 0 0 0,-1 0 1 0 0,0 1-1 0 0,1-1 0 0 0,-1 1 0 0 0,0 0 1 0 0,1 0-1 0 0,-1 0 0 0 0,0 0 0 0 0,1 0 0 0 0,-1 0 1 0 0,1 1-1 0 0,-1-1 0 0 0,0 1 0 0 0,1 0 1 0 0,-3 1-1 0 0,2 0 6 0 0,1 0-1 0 0,-1 0 1 0 0,1 0 0 0 0,0 0 0 0 0,0 1-1 0 0,0-1 1 0 0,0 1 0 0 0,1-1 0 0 0,-1 1-1 0 0,0 0 1 0 0,1 0 0 0 0,0 0-1 0 0,0 0 1 0 0,-1 4 0 0 0,0-2-18 0 0,1-1 0 0 0,0 1 1 0 0,1-1-1 0 0,-1 1 0 0 0,1-1 1 0 0,0 1-1 0 0,0-1 0 0 0,0 1 0 0 0,2 6 1 0 0,-2-10 18 0 0,1 0 1 0 0,0 0 0 0 0,0 1 0 0 0,0-1 0 0 0,0 0-1 0 0,-1-1 1 0 0,2 1 0 0 0,-1 0 0 0 0,0 0 0 0 0,0 0-1 0 0,0-1 1 0 0,0 1 0 0 0,0 0 0 0 0,1-1 0 0 0,-1 1-1 0 0,0-1 1 0 0,0 1 0 0 0,1-1 0 0 0,-1 0-1 0 0,0 0 1 0 0,1 0 0 0 0,-1 1 0 0 0,0-1 0 0 0,1 0-1 0 0,-1-1 1 0 0,1 1 0 0 0,-1 0 0 0 0,0 0 0 0 0,1-1-1 0 0,-1 1 1 0 0,0 0 0 0 0,0-1 0 0 0,1 1 0 0 0,-1-1-1 0 0,0 0 1 0 0,0 1 0 0 0,0-1 0 0 0,0 0 0 0 0,0 0-1 0 0,2-1 1 0 0,5-10 204 0 0,-1 0 1 0 0,-1 0-1 0 0,0-1 0 0 0,-1 0 1 0 0,0 0-1 0 0,-1 0 1 0 0,3-16-1 0 0,6-18-294 0 0,-17 98-914 0 0,4-44 991 0 0,0 0-1 0 0,0 0 0 0 0,0 0 1 0 0,1 0-1 0 0,0 0 1 0 0,1 0-1 0 0,3 11 0 0 0,-4-17-1 0 0,-1 0-1 0 0,1 1 0 0 0,-1-1 0 0 0,1 0 0 0 0,0 0 1 0 0,-1 0-1 0 0,1 0 0 0 0,0 0 0 0 0,0 0 1 0 0,0 0-1 0 0,0 0 0 0 0,0 0 0 0 0,0 0 1 0 0,0-1-1 0 0,0 1 0 0 0,0 0 0 0 0,0-1 1 0 0,0 1-1 0 0,0 0 0 0 0,1-1 0 0 0,-1 0 0 0 0,0 1 1 0 0,0-1-1 0 0,1 0 0 0 0,-1 1 0 0 0,0-1 1 0 0,1 0-1 0 0,-1 0 0 0 0,0 0 0 0 0,0 0 1 0 0,1 0-1 0 0,-1-1 0 0 0,0 1 0 0 0,1 0 0 0 0,-1-1 1 0 0,0 1-1 0 0,0 0 0 0 0,0-1 0 0 0,2-1 1 0 0,4-2 15 0 0,0-1 1 0 0,-1 0-1 0 0,1-1 1 0 0,-1 1-1 0 0,7-10 1 0 0,10-8-269 0 0,-23 23 189 0 0,1-1 1 0 0,-1 1 0 0 0,1 0-1 0 0,0 0 1 0 0,-1 0-1 0 0,1 0 1 0 0,-1-1-1 0 0,1 1 1 0 0,0 0-1 0 0,-1 0 1 0 0,1 0-1 0 0,0 0 1 0 0,-1 0-1 0 0,1 1 1 0 0,-1-1-1 0 0,1 0 1 0 0,0 0-1 0 0,-1 0 1 0 0,1 0-1 0 0,-1 1 1 0 0,1-1-1 0 0,-1 0 1 0 0,1 1-1 0 0,-1-1 1 0 0,1 0 0 0 0,-1 1-1 0 0,1-1 1 0 0,-1 1-1 0 0,1 0 1 0 0,18 19-955 0 0,-8-8 474 0 0,3-4 563 0 0,-7-11 932 0 0,-6 0-794 0 0,0 0 1 0 0,-1 1 0 0 0,1-1-1 0 0,-1 0 1 0 0,1 0 0 0 0,-1 1-1 0 0,0-1 1 0 0,0-4 0 0 0,0 6-149 0 0,-1-1 1 0 0,1 1-1 0 0,0-1 1 0 0,0 0-1 0 0,-1 1 1 0 0,1-1-1 0 0,0 1 1 0 0,-1-1-1 0 0,0 1 1 0 0,1-1-1 0 0,-1 1 1 0 0,0 0-1 0 0,0-1 1 0 0,0 1-1 0 0,0 0 1 0 0,0-1-1 0 0,0 1 1 0 0,0 0-1 0 0,0 0 1 0 0,0 0-1 0 0,-1 0 1 0 0,1 0-1 0 0,0 0 1 0 0,-1 1-1 0 0,1-1 1 0 0,-1 0-1 0 0,1 0 1 0 0,0 1-1 0 0,-1-1 0 0 0,0 1 1 0 0,1 0-1 0 0,-1-1 1 0 0,1 1-1 0 0,-1 0 1 0 0,1 0-1 0 0,-1 0 1 0 0,0 0-1 0 0,1 0 1 0 0,-1 1-1 0 0,1-1 1 0 0,-1 0-1 0 0,0 1 1 0 0,1-1-1 0 0,-1 1 1 0 0,1-1-1 0 0,0 1 1 0 0,-1 0-1 0 0,1-1 1 0 0,-1 1-1 0 0,1 0 1 0 0,0 0-1 0 0,0 0 1 0 0,-1 0-1 0 0,1 0 1 0 0,0 1-1 0 0,0-1 1 0 0,0 0-1 0 0,0 0 1 0 0,0 2-1 0 0,-2 2-34 0 0,1 0 0 0 0,-1-1-1 0 0,1 1 1 0 0,1 0 0 0 0,-1 0-1 0 0,-1 9 1 0 0,2-13 31 0 0,1 0-1 0 0,0 0 1 0 0,0-1 0 0 0,0 1-1 0 0,0 0 1 0 0,0 0 0 0 0,0 0-1 0 0,0 0 1 0 0,0 0-1 0 0,0-1 1 0 0,0 1 0 0 0,0 0-1 0 0,0 0 1 0 0,0 0 0 0 0,1-1-1 0 0,-1 1 1 0 0,0 0 0 0 0,1 0-1 0 0,-1 0 1 0 0,1-1-1 0 0,-1 1 1 0 0,0 0 0 0 0,1-1-1 0 0,0 1 1 0 0,-1 0 0 0 0,1-1-1 0 0,-1 1 1 0 0,1-1-1 0 0,0 1 1 0 0,-1-1 0 0 0,1 1-1 0 0,0-1 1 0 0,0 1 0 0 0,-1-1-1 0 0,1 0 1 0 0,0 0 0 0 0,0 1-1 0 0,0-1 1 0 0,-1 0-1 0 0,1 0 1 0 0,0 0 0 0 0,0 0-1 0 0,0 0 1 0 0,0 0 0 0 0,0 0-1 0 0,-1 0 1 0 0,1 0-1 0 0,0 0 1 0 0,0 0 0 0 0,0 0-1 0 0,0-1 1 0 0,0 1 0 0 0,1-1 71 0 0,0 0 1 0 0,0 0 0 0 0,-1 0-1 0 0,1 0 1 0 0,0 0 0 0 0,-1-1-1 0 0,1 1 1 0 0,0 0-1 0 0,-1-1 1 0 0,0 1 0 0 0,1-1-1 0 0,1-2 1 0 0,17-26 329 0 0,-15 21-329 0 0,0 0-24 0 0,-1 1 1 0 0,-1 0 0 0 0,5-13 0 0 0,-3 6-11 0 0,-1 4 268 0 0,-1 0 0 0 0,0-1 0 0 0,-1 1 0 0 0,2-24 0 0 0,-15 52-133 0 0,6-6-189 0 0,1 1 0 0 0,1-1 1 0 0,0 1-1 0 0,0 0 0 0 0,1 0 0 0 0,1 0 1 0 0,-1 20-1 0 0,2-29-15 0 0,1 1 0 0 0,-1-1 0 0 0,1 0 0 0 0,-1 0 0 0 0,1 0-1 0 0,0 0 1 0 0,0 0 0 0 0,0 0 0 0 0,1 0 0 0 0,-1 0 0 0 0,1 0 0 0 0,-1 0 0 0 0,1-1 0 0 0,0 1 0 0 0,0-1 0 0 0,0 1 0 0 0,1-1-1 0 0,-1 0 1 0 0,0 0 0 0 0,1 0 0 0 0,0 0 0 0 0,-1 0 0 0 0,1-1 0 0 0,0 1 0 0 0,0-1 0 0 0,0 1 0 0 0,0-1 0 0 0,0 0-1 0 0,0 0 1 0 0,0-1 0 0 0,0 1 0 0 0,0-1 0 0 0,1 1 0 0 0,2-1 0 0 0,29 1-1959 0 0,-12 0-6267 0 0,-11-3-4144 0 0</inkml:trace>
</inkml:ink>
</file>

<file path=ppt/ink/ink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0T12:12:12.484"/>
    </inkml:context>
    <inkml:brush xml:id="br0">
      <inkml:brushProperty name="width" value="0.025" units="cm"/>
      <inkml:brushProperty name="height" value="0.025" units="cm"/>
      <inkml:brushProperty name="color" value="#00A0D7"/>
    </inkml:brush>
  </inkml:definitions>
  <inkml:trace contextRef="#ctx0" brushRef="#br0">51 1 0 0 0,'-8'5'88'0'0,"6"-5"1332"0"0,-7 2 3222 0 0,-12-4-2422 0 0,11 1-552 0 0,10 1-1264 0 0,5 0 6691 0 0,18 1-5092 0 0,230 1 694 0 0,-17 4-1346 0 0,-55-3-869 0 0,-90 1-383 0 0,68 0 111 0 0,96 1 99 0 0,-88-1-145 0 0,21-1 49 0 0,4 1-93 0 0,-192-4-121 0 0,38 0 0 0 0,103 2 2 0 0,-114-1 5 0 0,3 0-13 0 0,-30-1 17 0 0,1 0 2 0 0,186 2 58 0 0,-167-1-3645 0 0,-3-1-3681 0 0</inkml:trace>
</inkml:ink>
</file>

<file path=ppt/ink/ink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0T12:12:17.054"/>
    </inkml:context>
    <inkml:brush xml:id="br0">
      <inkml:brushProperty name="width" value="0.025" units="cm"/>
      <inkml:brushProperty name="height" value="0.025" units="cm"/>
      <inkml:brushProperty name="color" value="#00A0D7"/>
    </inkml:brush>
  </inkml:definitions>
  <inkml:trace contextRef="#ctx0" brushRef="#br0">84 4 0 0 0,'0'0'2369'0'0,"-5"0"-1280"0"0,-13 0-94 0 0,4 0 5978 0 0,-32-1 2112 0 0,51 0-9165 0 0,0 0-1 0 0,0 0 1 0 0,1 1-1 0 0,9 1 1 0 0,-10-1 89 0 0,281 2 1428 0 0,-75 1-429 0 0,95 4-197 0 0,-63-1-436 0 0,-20-2-128 0 0,-74-1-86 0 0,-48-1-47 0 0,-4 0-100 0 0,82 0 73 0 0,-81-1-52 0 0,115 3 359 0 0,-213-4-383 0 0,15 0-19 0 0,3 2 299 0 0,-14-2-5084 0 0</inkml:trace>
</inkml:ink>
</file>

<file path=ppt/ink/ink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0T12:12:47.870"/>
    </inkml:context>
    <inkml:brush xml:id="br0">
      <inkml:brushProperty name="width" value="0.025" units="cm"/>
      <inkml:brushProperty name="height" value="0.025" units="cm"/>
      <inkml:brushProperty name="color" value="#00A0D7"/>
    </inkml:brush>
  </inkml:definitions>
  <inkml:trace contextRef="#ctx0" brushRef="#br0">0 1 0 0 0,'0'0'0'0'0</inkml:trace>
</inkml:ink>
</file>

<file path=ppt/ink/ink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0T12:13:36.844"/>
    </inkml:context>
    <inkml:brush xml:id="br0">
      <inkml:brushProperty name="width" value="0.025" units="cm"/>
      <inkml:brushProperty name="height" value="0.025" units="cm"/>
      <inkml:brushProperty name="color" value="#00A0D7"/>
    </inkml:brush>
  </inkml:definitions>
  <inkml:trace contextRef="#ctx0" brushRef="#br0">145 0 0 0 0,'119'2'0'0'0,"-68"-2"641"0"0,26 3 6165 0 0,2-1 977 0 0,-27-2-5552 0 0,76 3 2868 0 0,5 0-1978 0 0,-167-3-1273 0 0,-511-6-1970 0 0,341 1-821 0 0,204 5 811 0 0,18 0-4091 0 0,590 7 7247 0 0,-402-3-2378 0 0,81-1-442 0 0,-252-3-59 0 0,104 4 213 0 0,-16 0 190 0 0,-92-4-400 0 0,-31 0-139 0 0,27 0 191 0 0,-24 0-186 0 0,-13 0-1587 0 0,-4 0-10305 0 0</inkml:trace>
</inkml:ink>
</file>

<file path=ppt/ink/ink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0T12:13:40.964"/>
    </inkml:context>
    <inkml:brush xml:id="br0">
      <inkml:brushProperty name="width" value="0.025" units="cm"/>
      <inkml:brushProperty name="height" value="0.025" units="cm"/>
      <inkml:brushProperty name="color" value="#00A0D7"/>
    </inkml:brush>
  </inkml:definitions>
  <inkml:trace contextRef="#ctx0" brushRef="#br0">1 1 0 0 0,'1'0'10793'0'0,"4"0"-6913"0"0,22 3-1983 0 0,107 0 3916 0 0,-81-4-4196 0 0,410 9 290 0 0,-74-3-1326 0 0,-128 1-279 0 0,-149-5-48 0 0,-67 1-134 0 0,-1-2-102 0 0,-43 0 38 0 0,13 0-18 0 0,-12 0-35 0 0,-2 0 145 0 0,-4 0-4227 0 0</inkml:trace>
</inkml:ink>
</file>

<file path=ppt/ink/ink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0T12:12:21.212"/>
    </inkml:context>
    <inkml:brush xml:id="br0">
      <inkml:brushProperty name="width" value="0.025" units="cm"/>
      <inkml:brushProperty name="height" value="0.025" units="cm"/>
      <inkml:brushProperty name="color" value="#00A0D7"/>
    </inkml:brush>
  </inkml:definitions>
  <inkml:trace contextRef="#ctx0" brushRef="#br0">106 5 0 0 0,'-2'0'0'0'0,"2"-1"0"0"0,-1-1 0 0 0,-6 1 0 0 0,-4 1 0 0 0,10-1 0 0 0,-14 6 0 0 0,13-3 135 0 0,-12 1 3711 0 0,13-3-3685 0 0,1 0 0 0 0,-1-1 0 0 0,1 1 0 0 0,-1 0 0 0 0,1 0 0 0 0,-1 0 0 0 0,1 0 0 0 0,-1 0 0 0 0,1 0 1 0 0,-1 0-1 0 0,1 1 0 0 0,-1-1 0 0 0,1 0 0 0 0,-1 0 0 0 0,1 0 0 0 0,-1 0 0 0 0,1 1 0 0 0,-1-1 0 0 0,1 0 1 0 0,-1 1-1 0 0,-3 5 10562 0 0,20-15-10961 0 0,-11 9 471 0 0,0 1 0 0 0,0 0 0 0 0,1 0 0 0 0,-1 0-1 0 0,0 1 1 0 0,0 0 0 0 0,0 0 0 0 0,6 3 0 0 0,8 4 280 0 0,-17-8-466 0 0,0 0 0 0 0,0 1 1 0 0,-1-1-1 0 0,1 0 0 0 0,0 1 0 0 0,-1 0 1 0 0,1-1-1 0 0,-1 1 0 0 0,0 0 1 0 0,0 0-1 0 0,2 3 0 0 0,1 2 135 0 0,-1-1-66 0 0,0 0 0 0 0,-1 0 1 0 0,0 0-1 0 0,0 0 0 0 0,-1 1 0 0 0,0-1 0 0 0,0 0 0 0 0,0 1 0 0 0,-1 0 0 0 0,0-1 0 0 0,-1 13 0 0 0,0 9 9 0 0,1-28-42 0 0,0 1 41 0 0,-1 0 1 0 0,0 0-1 0 0,1 0 1 0 0,-1 0 0 0 0,0 0-1 0 0,1 0 1 0 0,-1 0 0 0 0,0 0-1 0 0,0 0 1 0 0,0 0 0 0 0,0-1-1 0 0,0 1 1 0 0,0 0-1 0 0,0-1 1 0 0,0 1 0 0 0,0-1-1 0 0,0 1 1 0 0,-2 0 0 0 0,2-1-70 0 0,-1 1 1 0 0,1 0 0 0 0,-1 0 0 0 0,1-1 0 0 0,-1 1-1 0 0,1 0 1 0 0,0 0 0 0 0,-1 0 0 0 0,1 0 0 0 0,-2 3 0 0 0,2-3-23 0 0,0 0 0 0 0,0 0 0 0 0,-1 1 0 0 0,1-1 1 0 0,0 0-1 0 0,-1 0 0 0 0,1-1 0 0 0,-1 1 1 0 0,1 0-1 0 0,-1 0 0 0 0,1-1 0 0 0,-1 1 1 0 0,-2 0-1 0 0,2-1-20 0 0,1 1 0 0 0,-1-1 0 0 0,1 1 0 0 0,-1-1 0 0 0,1 1 0 0 0,-1 0 0 0 0,1 0 0 0 0,-1-1-1 0 0,1 1 1 0 0,0 0 0 0 0,-1 0 0 0 0,1 0 0 0 0,-1 2 0 0 0,-1-1 91 0 0,1 1 0 0 0,-1-1-1 0 0,0 0 1 0 0,0-1 0 0 0,0 1-1 0 0,0-1 1 0 0,0 1 0 0 0,0-1 0 0 0,0 0-1 0 0,0 0 1 0 0,-6 1 0 0 0,-24 3 537 0 0,22-8-5053 0 0</inkml:trace>
</inkml:ink>
</file>

<file path=ppt/ink/ink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0T12:12:24.005"/>
    </inkml:context>
    <inkml:brush xml:id="br0">
      <inkml:brushProperty name="width" value="0.025" units="cm"/>
      <inkml:brushProperty name="height" value="0.025" units="cm"/>
      <inkml:brushProperty name="color" value="#00A0D7"/>
    </inkml:brush>
  </inkml:definitions>
  <inkml:trace contextRef="#ctx0" brushRef="#br0">141 5 0 0 0,'-5'-4'17336'0'0,"-14"6"-12782"0"0,3 0-3779 0 0,0 7 694 0 0,8-3-1445 0 0,-16 11 103 0 0,12-7 21 0 0,-11 19-9 0 0,17-11-134 0 0,6-17-4 0 0,0 0 0 0 0,-1 0 0 0 0,1 0 0 0 0,0 0 0 0 0,0 0 0 0 0,-1 0 1 0 0,1-1-1 0 0,-1 1 0 0 0,1 0 0 0 0,0 0 0 0 0,-1 0 0 0 0,0 0 0 0 0,1-1 0 0 0,-1 1 0 0 0,-1 1 1 0 0,2 0 7 0 0,-1-1 1 0 0,0 0-1 0 0,1 1 1 0 0,0-1-1 0 0,-1 0 1 0 0,1 1-1 0 0,0-1 1 0 0,0 1-1 0 0,-1-1 1 0 0,1 1-1 0 0,0-1 1 0 0,1 0-1 0 0,-1 3 1 0 0,0-2 61 0 0,0 0-42 0 0,1 0 1 0 0,-1 0 0 0 0,1-1-1 0 0,0 1 1 0 0,0 0-1 0 0,-1 0 1 0 0,1-1 0 0 0,0 1-1 0 0,0-1 1 0 0,0 1 0 0 0,1-1-1 0 0,-1 1 1 0 0,0-1-1 0 0,2 2 1 0 0,21 17 760 0 0,-22-19-737 0 0,1 1-12 0 0,0 0 0 0 0,1 0 1 0 0,-1-1-1 0 0,1 1 0 0 0,-1-1 1 0 0,1 0-1 0 0,-1 0 0 0 0,1 0 1 0 0,6 0-1 0 0,18 5 160 0 0,-1 2-13 0 0,-23-7-3234 0 0</inkml:trace>
</inkml:ink>
</file>

<file path=ppt/ink/ink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0T12:13:44.022"/>
    </inkml:context>
    <inkml:brush xml:id="br0">
      <inkml:brushProperty name="width" value="0.025" units="cm"/>
      <inkml:brushProperty name="height" value="0.025" units="cm"/>
      <inkml:brushProperty name="color" value="#00A0D7"/>
    </inkml:brush>
  </inkml:definitions>
  <inkml:trace contextRef="#ctx0" brushRef="#br0">60 1 0 0 0,'0'0'810'0'0,"-19"7"-470"0"0,5-6 18283 0 0,17 0-13471 0 0,6 3-7065 0 0,17 10 2116 0 0,-23-11-171 0 0,1-1 0 0 0,-1 0 0 0 0,0 0 0 0 0,1-1 0 0 0,0 1 1 0 0,6 1-1 0 0,-5-1-12 0 0,-1 0-1 0 0,1 0 1 0 0,0 1 0 0 0,-1-1 0 0 0,1 1 0 0 0,-1 0 0 0 0,6 5-1 0 0,-9-6 23 0 0,1-1 0 0 0,-1 1 0 0 0,0-1 0 0 0,0 1 0 0 0,-1-1 0 0 0,1 1 0 0 0,0 0 0 0 0,-1-1 0 0 0,1 1 0 0 0,-1 0 0 0 0,1 0 0 0 0,-1 0 0 0 0,0-1 0 0 0,1 1 0 0 0,-1 0 0 0 0,0 0 0 0 0,0 0 0 0 0,-1-1 0 0 0,1 1 0 0 0,0 0 0 0 0,0 0 0 0 0,-1 0 0 0 0,0 2 0 0 0,-1 2 140 0 0,0 0 0 0 0,0 0 1 0 0,0 0-1 0 0,-7 10 0 0 0,5-8-69 0 0,2-6-6 0 0,1 0-1 0 0,0 0 1 0 0,-1 0 0 0 0,0 0 0 0 0,1 0 0 0 0,-1-1-1 0 0,0 1 1 0 0,0 0 0 0 0,-2 1 0 0 0,0-1 16 0 0,1 0 0 0 0,0 0 0 0 0,-1-1 1 0 0,1 1-1 0 0,-1-1 0 0 0,1 0 0 0 0,-1 0 1 0 0,1 0-1 0 0,-1 0 0 0 0,-4 0 0 0 0,-22 0-860 0 0,11-1-3361 0 0,6 0-1771 0 0</inkml:trace>
</inkml:ink>
</file>

<file path=ppt/ink/ink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0T12:11:48.604"/>
    </inkml:context>
    <inkml:brush xml:id="br0">
      <inkml:brushProperty name="width" value="0.025" units="cm"/>
      <inkml:brushProperty name="height" value="0.025" units="cm"/>
      <inkml:brushProperty name="color" value="#00A0D7"/>
    </inkml:brush>
  </inkml:definitions>
  <inkml:trace contextRef="#ctx0" brushRef="#br0">1 1 0 0 0,'0'0'0'0'0</inkml:trace>
</inkml:ink>
</file>

<file path=ppt/ink/ink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0T12:11:48.922"/>
    </inkml:context>
    <inkml:brush xml:id="br0">
      <inkml:brushProperty name="width" value="0.025" units="cm"/>
      <inkml:brushProperty name="height" value="0.025" units="cm"/>
      <inkml:brushProperty name="color" value="#00A0D7"/>
    </inkml:brush>
  </inkml:definitions>
  <inkml:trace contextRef="#ctx0" brushRef="#br0">32 1 0 0 0,'-10'0'9398'0'0,"3"0"-2094"0"0,-1 0-5775 0 0,2 0-5916 0 0</inkml:trace>
</inkml:ink>
</file>

<file path=ppt/ink/ink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0T12:13:45.818"/>
    </inkml:context>
    <inkml:brush xml:id="br0">
      <inkml:brushProperty name="width" value="0.025" units="cm"/>
      <inkml:brushProperty name="height" value="0.025" units="cm"/>
      <inkml:brushProperty name="color" value="#00A0D7"/>
    </inkml:brush>
  </inkml:definitions>
  <inkml:trace contextRef="#ctx0" brushRef="#br0">83 0 0 0 0,'5'0'21366'0'0,"-6"0"-21284"0"0,-1 1 0 0 0,0-1 0 0 0,1 0 0 0 0,-1 1 0 0 0,0-1 0 0 0,1 1 0 0 0,-1-1 0 0 0,1 1 0 0 0,-1 0 0 0 0,-2 1 1 0 0,-11 4 326 0 0,-11 17 941 0 0,10 7-1045 0 0,13-21-238 0 0,1 0 1 0 0,0-1-1 0 0,0 1 0 0 0,1 0 0 0 0,1 0 1 0 0,0 15-1 0 0,0-21-22 0 0,0 1-1 0 0,1-1 1 0 0,0 1 0 0 0,0-1 0 0 0,0 0 0 0 0,0 1-1 0 0,0-1 1 0 0,1 0 0 0 0,-1 0 0 0 0,1 0-1 0 0,0 0 1 0 0,0 0 0 0 0,0 0 0 0 0,0 0-1 0 0,1-1 1 0 0,-1 1 0 0 0,1-1 0 0 0,-1 0-1 0 0,1 0 1 0 0,0 0 0 0 0,0 0 0 0 0,3 2 0 0 0,0-1-14 0 0,0 0 0 0 0,0 0 1 0 0,0-1-1 0 0,1 0 0 0 0,-1 0 1 0 0,1 0-1 0 0,-1-1 1 0 0,1 0-1 0 0,0 0 0 0 0,-1-1 1 0 0,1 0-1 0 0,0 0 1 0 0,-1 0-1 0 0,8-2 0 0 0,-2-4-2761 0 0,-5 1-7060 0 0</inkml:trace>
</inkml:ink>
</file>

<file path=ppt/ink/ink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0T12:14:14.580"/>
    </inkml:context>
    <inkml:brush xml:id="br0">
      <inkml:brushProperty name="width" value="0.025" units="cm"/>
      <inkml:brushProperty name="height" value="0.025" units="cm"/>
      <inkml:brushProperty name="color" value="#00A0D7"/>
    </inkml:brush>
  </inkml:definitions>
  <inkml:trace contextRef="#ctx0" brushRef="#br0">60 35 0 0 0,'0'0'8558'0'0,"-3"0"-9516"0"0,-8-3 279 0 0,8 3-234 0 0,29 0-5095 0 0,-1-4 6281 0 0,-22 3 829 0 0,-5 5-386 0 0,-5 6-1191 0 0,1-2 1686 0 0,-5-4 18143 0 0,6-8-16298 0 0,-4-4-7004 0 0,-48-32 6448 0 0,88 65-4067 0 0,8 3 1684 0 0,-15-10-58 0 0,143 107 419 0 0,-52-37-325 0 0,169 130 149 0 0,-147-111 16 0 0,112 78 561 0 0,24 18-340 0 0,166 127 2 0 0,-297-223-343 0 0,317 239 170 0 0,-348-265-278 0 0,279 208 364 0 0,-12-5-278 0 0,-226-167-72 0 0,216 161-99 0 0,-15-11 38 0 0,-234-181-40 0 0,235 176-30 0 0,-232-171-49 0 0,70 56 68 0 0,47 37 49 0 0,-90-72-62 0 0,75 55 69 0 0,-122-90-76 0 0,43 29 46 0 0,-58-49 9 0 0,-74-48-27 0 0,84 71-35 0 0,-51-46 23 0 0,-45-34 24 0 0,2 2 310 0 0</inkml:trace>
</inkml:ink>
</file>

<file path=ppt/ink/ink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0T12:12:35.194"/>
    </inkml:context>
    <inkml:brush xml:id="br0">
      <inkml:brushProperty name="width" value="0.025" units="cm"/>
      <inkml:brushProperty name="height" value="0.025" units="cm"/>
      <inkml:brushProperty name="color" value="#00A0D7"/>
    </inkml:brush>
  </inkml:definitions>
  <inkml:trace contextRef="#ctx0" brushRef="#br0">3 110 0 0 0,'0'-14'12513'0'0,"-1"-32"-2880"0"0,0 17-4368 0 0,0 9-3238 0 0,1 44-1843 0 0,3 302 786 0 0,-1-27-693 0 0,3 15 14 0 0,0-250-255 0 0,-3 26-72 0 0,-2-89 11 0 0</inkml:trace>
</inkml:ink>
</file>

<file path=ppt/ink/ink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0T12:12:37.067"/>
    </inkml:context>
    <inkml:brush xml:id="br0">
      <inkml:brushProperty name="width" value="0.025" units="cm"/>
      <inkml:brushProperty name="height" value="0.025" units="cm"/>
      <inkml:brushProperty name="color" value="#00A0D7"/>
    </inkml:brush>
  </inkml:definitions>
  <inkml:trace contextRef="#ctx0" brushRef="#br0">36 5 0 0 0,'-35'-4'27297'0'0,"35"6"-24768"0"0,0 0-3105 0 0,0 27 620 0 0,0 904 2245 0 0,2-732-2051 0 0,-2-201-195 0 0,1-4-1140 0 0,0 0 0 0 0,-1 1 0 0 0,1-1-1 0 0,-1 0 1 0 0,0 0 0 0 0,0 0 0 0 0,0 0 0 0 0,-2-6-1 0 0,2 5-1744 0 0,-1-39-15606 0 0,-1 34 17749 0 0</inkml:trace>
</inkml:ink>
</file>

<file path=ppt/ink/ink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0T12:12:39.977"/>
    </inkml:context>
    <inkml:brush xml:id="br0">
      <inkml:brushProperty name="width" value="0.025" units="cm"/>
      <inkml:brushProperty name="height" value="0.025" units="cm"/>
      <inkml:brushProperty name="color" value="#00A0D7"/>
    </inkml:brush>
  </inkml:definitions>
  <inkml:trace contextRef="#ctx0" brushRef="#br0">10 21 0 0 0,'0'0'3469'0'0,"-9"-13"14821"0"0,9 15-16767 0 0,0-1-1371 0 0,0 1-1 0 0,0-1 1 0 0,0 1-1 0 0,0-1 1 0 0,0 1 0 0 0,0 0-1 0 0,0-1 1 0 0,1 1 0 0 0,-1-1-1 0 0,1 1 1 0 0,-1-1 0 0 0,1 1-1 0 0,0-1 1 0 0,-1 0 0 0 0,2 2-1 0 0,-1-2-140 0 0,0 1 0 0 0,0-1 0 0 0,0 0 1 0 0,-1 0-1 0 0,1 0 0 0 0,0 0 0 0 0,-1 0 0 0 0,1 1 0 0 0,-1-1 0 0 0,1 0 0 0 0,-1 0 0 0 0,1 2 0 0 0,-1-2-5 0 0,0 0-1 0 0,0 0 0 0 0,0 0 1 0 0,0 0-1 0 0,1 0 0 0 0,-1 0 1 0 0,0 0-1 0 0,1 0 0 0 0,-1 0 1 0 0,1 0-1 0 0,-1 0 0 0 0,1 0 1 0 0,-1-1-1 0 0,1 1 0 0 0,0 0 1 0 0,-1 0-1 0 0,1-1 0 0 0,0 1 1 0 0,0 0-1 0 0,-1-1 0 0 0,1 1 1 0 0,0-1-1 0 0,1 1 0 0 0,29 24 357 0 0,-23-18-229 0 0,-5-4-69 0 0,0 0 0 0 0,1-1 0 0 0,-1 1 0 0 0,0-1 0 0 0,1 0 1 0 0,-1 0-1 0 0,1 0 0 0 0,0 0 0 0 0,-1 0 0 0 0,1-1 0 0 0,4 1 0 0 0,28 8 575 0 0,-15-7-384 0 0,1 0-1 0 0,27 0 0 0 0,-4-7-6 0 0,-37 3-116 0 0,-1-1 0 0 0,1 0-1 0 0,12-4 1 0 0,-15 4-75 0 0,0 0 1 0 0,0 0-1 0 0,0 0 0 0 0,0 0 1 0 0,0-1-1 0 0,0 0 0 0 0,-1 0 1 0 0,1 0-1 0 0,-1 0 0 0 0,0-1 1 0 0,0 0-1 0 0,6-7 0 0 0,1-2 266 0 0,23-21 0 0 0,-32 33-325 0 0,-1 0 1 0 0,0 1-1 0 0,0-1 0 0 0,0 0 1 0 0,0 0-1 0 0,0 0 0 0 0,0-1 0 0 0,0 1 1 0 0,0 0-1 0 0,-1 0 0 0 0,1 0 1 0 0,0-1-1 0 0,-1 1 0 0 0,1 0 1 0 0,-1-1-1 0 0,1 1 0 0 0,-1 0 1 0 0,1-1-1 0 0,-1-2 0 0 0,0-3-4320 0 0,0-2-4434 0 0,0 9 8156 0 0</inkml:trace>
</inkml:ink>
</file>

<file path=ppt/ink/ink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0T12:12:42.072"/>
    </inkml:context>
    <inkml:brush xml:id="br0">
      <inkml:brushProperty name="width" value="0.025" units="cm"/>
      <inkml:brushProperty name="height" value="0.025" units="cm"/>
      <inkml:brushProperty name="color" value="#00A0D7"/>
    </inkml:brush>
  </inkml:definitions>
  <inkml:trace contextRef="#ctx0" brushRef="#br0">34 244 0 0 0,'-2'-4'19175'0'0,"-2"-6"-11787"0"0,3 7-7216 0 0,0-1 1 0 0,0 1-1 0 0,-1 0 0 0 0,1-1 0 0 0,-1 1 0 0 0,0 0 0 0 0,-3-5 1 0 0,4 7-136 0 0,0 0 1 0 0,0 0 0 0 0,0 0-1 0 0,0-1 1 0 0,0 1 0 0 0,0 0 0 0 0,0-1-1 0 0,1 1 1 0 0,-1 0 0 0 0,0-1-1 0 0,1 1 1 0 0,-1-1 0 0 0,1 1-1 0 0,0-1 1 0 0,-1 1 0 0 0,1-1-1 0 0,0 1 1 0 0,0-1 0 0 0,0 1 0 0 0,0-1-1 0 0,0 0 1 0 0,0 1 0 0 0,0-1-1 0 0,1 1 1 0 0,-1-1 0 0 0,1 1-1 0 0,-1-1 1 0 0,1 1 0 0 0,0-2 0 0 0,4-20 489 0 0,-5 22-494 0 0,0 0 0 0 0,0 0 0 0 0,0-1 0 0 0,0 1 0 0 0,0 0 0 0 0,0 0 0 0 0,1-1 0 0 0,-1 1 0 0 0,0 0 0 0 0,1 0 0 0 0,-1-1 0 0 0,1 1 0 0 0,-1 0 0 0 0,1 0 1 0 0,-1 0-1 0 0,1 0 0 0 0,0 0 0 0 0,0 0 0 0 0,1-2 0 0 0,8-18 116 0 0,-9 19-148 0 0,0 1 0 0 0,-1-1-1 0 0,1 1 1 0 0,0 0 0 0 0,0-1 0 0 0,0 1-1 0 0,0 0 1 0 0,0-1 0 0 0,0 1 0 0 0,0 0-1 0 0,1 0 1 0 0,-1 0 0 0 0,0 0-1 0 0,1 0 1 0 0,-1 0 0 0 0,0 1 0 0 0,1-1-1 0 0,-1 0 1 0 0,3 0 0 0 0,14-11 16 0 0,-13 7-15 0 0,1 0 0 0 0,0 1 0 0 0,1-1 0 0 0,-1 1 0 0 0,1 0 0 0 0,13-5 0 0 0,-9 5 3 0 0,1 1 1 0 0,0 1 0 0 0,0 0-1 0 0,1 0 1 0 0,-1 1 0 0 0,0 1 0 0 0,13 1-1 0 0,-5-1-13 0 0,-9 0 14 0 0,0 1 1 0 0,-1 1-1 0 0,1 0 0 0 0,12 4 1 0 0,-10-2-4 0 0,54 19 41 0 0,-51-17-38 0 0,-9-1 8 0 0,1 1 0 0 0,0 0 1 0 0,-1 1-1 0 0,10 11 0 0 0,20 35 154 0 0,-33-49-145 0 0,-1 0 0 0 0,0 1 0 0 0,0 0 1 0 0,-1-1-1 0 0,1 1 0 0 0,-1 0 0 0 0,0 1 0 0 0,0-1 0 0 0,-1 0 0 0 0,0 0 1 0 0,0 1-1 0 0,0-1 0 0 0,0 8 0 0 0,-1-12-276 0 0</inkml:trace>
</inkml:ink>
</file>

<file path=ppt/ink/ink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0T12:13:09.552"/>
    </inkml:context>
    <inkml:brush xml:id="br0">
      <inkml:brushProperty name="width" value="0.025" units="cm"/>
      <inkml:brushProperty name="height" value="0.025" units="cm"/>
      <inkml:brushProperty name="color" value="#00A0D7"/>
    </inkml:brush>
  </inkml:definitions>
  <inkml:trace contextRef="#ctx0" brushRef="#br0">201 37 0 0 0,'-15'-8'0'0'0,"-19"-8"0"0"0,23 13-471 0 0,-25-6 2691 0 0,34 9-2207 0 0,1 0 0 0 0,-1 0-1 0 0,1 0 1 0 0,-1 0 0 0 0,1 0-1 0 0,0 1 1 0 0,-1-1 0 0 0,1 0-1 0 0,-1 1 1 0 0,1-1 0 0 0,-1 1-1 0 0,1 0 1 0 0,0-1 0 0 0,0 1-1 0 0,-1 0 1 0 0,1 0 0 0 0,0 0-1 0 0,0 0 1 0 0,0 0-1 0 0,0 0 1 0 0,0 0 0 0 0,-1 1-1 0 0,-2 3 62 0 0,0 0-1 0 0,0-1 1 0 0,0 0-1 0 0,0 0 1 0 0,-1 0-1 0 0,0 0 1 0 0,1-1-1 0 0,-2 1 1 0 0,1-1-1 0 0,-7 3 1 0 0,7-3-54 0 0,-7 1-2050 0 0</inkml:trace>
</inkml:ink>
</file>

<file path=ppt/ink/ink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0T12:13:12.515"/>
    </inkml:context>
    <inkml:brush xml:id="br0">
      <inkml:brushProperty name="width" value="0.025" units="cm"/>
      <inkml:brushProperty name="height" value="0.025" units="cm"/>
      <inkml:brushProperty name="color" value="#00A0D7"/>
    </inkml:brush>
  </inkml:definitions>
  <inkml:trace contextRef="#ctx0" brushRef="#br0">79 59 0 0 0,'-15'-12'4158'0'0,"-1"-2"4059"0"0,-17-7-6436 0 0,19 10 8089 0 0,17 12-9853 0 0,0 1 0 0 0,0-1-1 0 0,0 1 1 0 0,-1 0-1 0 0,1 1 1 0 0,4 3-1 0 0,3 2 6 0 0,232 166 185 0 0,-159-116-178 0 0,-74-52-16 0 0,133 90 250 0 0,-43-27-222 0 0,-9-7-47 0 0,45 32 45 0 0,-49-31-20 0 0,277 192 208 0 0,-228-162-156 0 0,41 32 43 0 0,18 10 122 0 0,-102-74-73 0 0,149 105 151 0 0,-30-17-206 0 0,163 112 408 0 0,-82-61-174 0 0,-22-8 16 0 0,-128-96-284 0 0,198 142 141 0 0,-104-77-113 0 0,-183-126-105 0 0,201 142-14 0 0,-195-136 9 0 0,62 44 1 0 0,24 17 16 0 0,-83-59 28 0 0,-20-13-24 0 0,84 58-97 0 0,81 50 44 0 0,-137-86 43 0 0,26 17-21 0 0,28 16 36 0 0,-55-36 13 0 0,155 108-16 0 0,-52-38-72 0 0,-71-48 51 0 0,-55-42 8 0 0,-46-29 246 0 0</inkml:trace>
</inkml:ink>
</file>

<file path=ppt/ink/ink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0T12:13:15.392"/>
    </inkml:context>
    <inkml:brush xml:id="br0">
      <inkml:brushProperty name="width" value="0.025" units="cm"/>
      <inkml:brushProperty name="height" value="0.025" units="cm"/>
      <inkml:brushProperty name="color" value="#00A0D7"/>
    </inkml:brush>
  </inkml:definitions>
  <inkml:trace contextRef="#ctx0" brushRef="#br0">137 138 0 0 0,'0'-3'29740'0'0,"-5"-9"-29570"0"0,-21-6-49 0 0,22 15-69 0 0,0 1 0 0 0,0-1 0 0 0,0 0 0 0 0,0 0 1 0 0,0 0-1 0 0,-5-6 0 0 0,-17-20 265 0 0,24 26-286 0 0,0-1-1 0 0,0 1 0 0 0,0-1 0 0 0,0 0 1 0 0,0 0-1 0 0,1 0 0 0 0,-1 0 1 0 0,1 0-1 0 0,0 0 0 0 0,0-7 1 0 0,2 14-74 0 0,0 1 1 0 0,1-1 0 0 0,-1 0 0 0 0,1 1 0 0 0,0-1 0 0 0,0 0-1 0 0,0 0 1 0 0,1 0 0 0 0,-1 0 0 0 0,1-1 0 0 0,3 4 0 0 0,40 34 114 0 0,5 4-54 0 0,-47-41-19 0 0,0 1 0 0 0,-1-1 0 0 0,1 1 0 0 0,-1 0 0 0 0,3 5 0 0 0,18 22 7 0 0,-13-20 467 0 0,-8-7 82 0 0,-14-8-271 0 0,-7-4-183 0 0,-15-4 46 0 0,-108-16 429 0 0,132 24-3123 0 0,6 2-1224 0 0,6 7-1077 0 0</inkml:trace>
</inkml:ink>
</file>

<file path=ppt/ink/ink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0T12:13:52.164"/>
    </inkml:context>
    <inkml:brush xml:id="br0">
      <inkml:brushProperty name="width" value="0.025" units="cm"/>
      <inkml:brushProperty name="height" value="0.025" units="cm"/>
      <inkml:brushProperty name="color" value="#00A0D7"/>
    </inkml:brush>
  </inkml:definitions>
  <inkml:trace contextRef="#ctx0" brushRef="#br0">0 1 0 0 0,'0'0'0'0'0</inkml:trace>
</inkml:ink>
</file>

<file path=ppt/ink/ink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0T12:13:53.482"/>
    </inkml:context>
    <inkml:brush xml:id="br0">
      <inkml:brushProperty name="width" value="0.025" units="cm"/>
      <inkml:brushProperty name="height" value="0.025" units="cm"/>
      <inkml:brushProperty name="color" value="#00A0D7"/>
    </inkml:brush>
  </inkml:definitions>
  <inkml:trace contextRef="#ctx0" brushRef="#br0">0 27 0 0 0,'6'22'1163'0'0,"-6"-21"-1083"0"0,-1-9 8063 0 0,1 2-3942 0 0,0-16 140 0 0,0 9-318 0 0,0 23-619 0 0,0 274-1154 0 0,2-147-1601 0 0,1 0-562 0 0,-1-56 209 0 0,3-55-250 0 0,-5 47-374 0 0,0-73 47 0 0,0-23-23975 0 0,0 21 22541 0 0,0-6-77 0 0,0 3 1481 0 0</inkml:trace>
</inkml:ink>
</file>

<file path=ppt/ink/ink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0T12:13:54.309"/>
    </inkml:context>
    <inkml:brush xml:id="br0">
      <inkml:brushProperty name="width" value="0.025" units="cm"/>
      <inkml:brushProperty name="height" value="0.025" units="cm"/>
      <inkml:brushProperty name="color" value="#00A0D7"/>
    </inkml:brush>
  </inkml:definitions>
  <inkml:trace contextRef="#ctx0" brushRef="#br0">0 0 0 0 0,'0'0'0'0'0</inkml:trace>
</inkml:ink>
</file>

<file path=ppt/ink/ink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0T12:13:55.603"/>
    </inkml:context>
    <inkml:brush xml:id="br0">
      <inkml:brushProperty name="width" value="0.025" units="cm"/>
      <inkml:brushProperty name="height" value="0.025" units="cm"/>
      <inkml:brushProperty name="color" value="#00A0D7"/>
    </inkml:brush>
  </inkml:definitions>
  <inkml:trace contextRef="#ctx0" brushRef="#br0">50 74 0 0 0,'2'-11'0'0'0,"-2"7"0"0"0,-4-5 0 0 0,3 8 0 0 0,-2 0 0 0 0,2 0 0 0 0,1-1 0 0 0,-2 2 0 0 0,-24-25 1404 0 0,17 16 11520 0 0,4-1 1817 0 0,4 14-15259 0 0,13 198 773 0 0,-7-45 501 0 0,0-40-598 0 0,-1-61 375 0 0,-1 46-111 0 0,0 12 947 0 0,-2-79-3889 0 0,0-11-6182 0 0,-1-59-4202 0 0,0 25 4986 0 0</inkml:trace>
</inkml:ink>
</file>

<file path=ppt/ink/ink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0T12:13:57.928"/>
    </inkml:context>
    <inkml:brush xml:id="br0">
      <inkml:brushProperty name="width" value="0.025" units="cm"/>
      <inkml:brushProperty name="height" value="0.025" units="cm"/>
      <inkml:brushProperty name="color" value="#00A0D7"/>
    </inkml:brush>
  </inkml:definitions>
  <inkml:trace contextRef="#ctx0" brushRef="#br0">32 210 0 0 0,'0'0'2146'0'0,"-13"-6"13443"0"0,11 5-12885 0 0,1 1-2567 0 0,0 0 1 0 0,1 0-1 0 0,-1 0 0 0 0,0 0 0 0 0,1 0 1 0 0,-1-1-1 0 0,0 1 0 0 0,1 0 1 0 0,-1 0-1 0 0,1 0 0 0 0,-1-1 0 0 0,0 1 1 0 0,1 0-1 0 0,-1-1 0 0 0,1 1 0 0 0,-1 0 1 0 0,1-1-1 0 0,-1 1 0 0 0,1-1 1 0 0,-1 1-1 0 0,1-1 0 0 0,-1 1 0 0 0,1-1 1 0 0,0 1-1 0 0,-1-1 0 0 0,1 1 1 0 0,0-1-1 0 0,0 0 0 0 0,-1 1 0 0 0,1-1 1 0 0,0 1-1 0 0,0-1 0 0 0,0 0 1 0 0,-1 0-1 0 0,3-28 1181 0 0,-1 12-649 0 0,4 1-69 0 0,0-5 351 0 0,-4 18-960 0 0,1-1-1 0 0,1 1 1 0 0,-1 0 0 0 0,0 0-1 0 0,1 0 1 0 0,-1 0-1 0 0,1 0 1 0 0,4-3 0 0 0,-2 1 14 0 0,0 1-3 0 0,-1 0 0 0 0,1 0-1 0 0,-1 1 1 0 0,1-1-1 0 0,0 1 1 0 0,9-4 0 0 0,-11 6 0 0 0,64-28 18 0 0,-61 27-20 0 0,1 0 0 0 0,0 0 0 0 0,0 0 0 0 0,-1 1-1 0 0,15 0 1 0 0,-17 1 0 0 0,0 0-1 0 0,-1 0 1 0 0,1 0-1 0 0,0 1 1 0 0,-1-1-1 0 0,1 1 1 0 0,-1 0 0 0 0,1 0-1 0 0,-1 1 1 0 0,1-1-1 0 0,-1 1 1 0 0,6 3-1 0 0,7 4-1 0 0,-14-9 2 0 0,1 1-1 0 0,-1 0 1 0 0,0 0 0 0 0,0 1 0 0 0,0-1 0 0 0,0 0 0 0 0,0 1 0 0 0,-1-1-1 0 0,1 1 1 0 0,3 2 0 0 0,30 26 48 0 0,-32-27-42 0 0,-1 0-1 0 0,1 0 0 0 0,-1 1 1 0 0,1-1-1 0 0,-1 1 0 0 0,0 0 1 0 0,0 0-1 0 0,-1 0 1 0 0,1-1-1 0 0,-1 2 0 0 0,0-1 1 0 0,1 7-1 0 0,0-3-2 0 0,3 7-381 0 0,0 7 394 0 0,-3-6-9633 0 0</inkml:trace>
</inkml:ink>
</file>

<file path=ppt/ink/ink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0T12:13:59.058"/>
    </inkml:context>
    <inkml:brush xml:id="br0">
      <inkml:brushProperty name="width" value="0.025" units="cm"/>
      <inkml:brushProperty name="height" value="0.025" units="cm"/>
      <inkml:brushProperty name="color" value="#00A0D7"/>
    </inkml:brush>
  </inkml:definitions>
  <inkml:trace contextRef="#ctx0" brushRef="#br0">3 154 0 0 0,'0'0'17334'0'0,"-2"-22"-12857"0"0,44 69-434 0 0,-35-42-3839 0 0,0-1 0 0 0,1 1 0 0 0,0-1 1 0 0,0-1-1 0 0,0 0 0 0 0,0 0 0 0 0,0-1 1 0 0,1 0-1 0 0,-1 0 0 0 0,1 0 0 0 0,12-1 1 0 0,-15 0-164 0 0,5 0 86 0 0,0-1 1 0 0,1 0-1 0 0,-1-1 1 0 0,0 0-1 0 0,0-1 0 0 0,0 0 1 0 0,0-1-1 0 0,0 0 1 0 0,11-5-1 0 0,14-7 207 0 0,40-25 0 0 0,-70 37-241 0 0,0-1 0 0 0,0 0 0 0 0,-1-1 0 0 0,0 0-1 0 0,0 0 1 0 0,0 0 0 0 0,0 0 0 0 0,-1 0 0 0 0,0-1 0 0 0,0 0 0 0 0,0 0 0 0 0,-1 0 0 0 0,0-1 0 0 0,0 1 0 0 0,3-14 0 0 0,-5 17-1022 0 0,3-16 3419 0 0,-2 11-4029 0 0,-2 2-3629 0 0,0-2-4945 0 0</inkml:trace>
</inkml:ink>
</file>

<file path=ppt/ink/ink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0T12:14:17.981"/>
    </inkml:context>
    <inkml:brush xml:id="br0">
      <inkml:brushProperty name="width" value="0.025" units="cm"/>
      <inkml:brushProperty name="height" value="0.025" units="cm"/>
      <inkml:brushProperty name="color" value="#00A0D7"/>
    </inkml:brush>
  </inkml:definitions>
  <inkml:trace contextRef="#ctx0" brushRef="#br0">258 190 0 0 0,'0'0'4350'0'0,"0"3"-457"0"0,-2 15 15064 0 0,1-15-17903 0 0,-2-4-931 0 0,-1 0-1 0 0,1-1 1 0 0,0 1-1 0 0,0 0 1 0 0,0-1-1 0 0,0 0 1 0 0,0 0-1 0 0,0 0 1 0 0,0 0-1 0 0,0 0 1 0 0,-3-5-1 0 0,-15-9 16 0 0,-18-2-15 0 0,22 11 159 0 0,1-1 1 0 0,-29-19-1 0 0,42 27-389 0 0,6 4 47 0 0,14 16 32 0 0,-8-10 28 0 0,0-1 0 0 0,20 16 0 0 0,2-8-19 0 0,-25-14 20 0 0,1 0 1 0 0,-1 0 0 0 0,-1 0 0 0 0,1 1 0 0 0,0 0 0 0 0,-1 0 0 0 0,0 0-1 0 0,0 1 1 0 0,0 0 0 0 0,0 0 0 0 0,5 7 0 0 0,-7-7-1 0 0,0-1 0 0 0,0 0 0 0 0,0 0 0 0 0,0-1 0 0 0,1 1 0 0 0,0-1 0 0 0,6 6 0 0 0,-9-8 647 0 0,-25-18-393 0 0,-16-14-218 0 0,32 23-17 0 0,-1 0 1 0 0,0 1-1 0 0,-19-11 0 0 0,21 15-9 0 0,0-1-1 0 0,1 0 0 0 0,0 0 1 0 0,-1 0-1 0 0,1-1 0 0 0,1 0 1 0 0,-1 0-1 0 0,1 0 0 0 0,0-1 0 0 0,-6-8 1 0 0,9 13-22 0 0,2 1 14 0 0,-1-1-1 0 0,1 1 1 0 0,0-1-1 0 0,-1 1 1 0 0,1-1-1 0 0,-1 1 0 0 0,1-1 1 0 0,0 1-1 0 0,-1-1 1 0 0,1 1-1 0 0,0-1 1 0 0,-1 0-1 0 0,1 1 1 0 0,0-1-1 0 0,0 1 0 0 0,0-1 1 0 0,0 0-1 0 0,-1 0 1 0 0,-6-43-39 0 0,8 40 38 0 0,-2-1 0 0 0,1 1 1 0 0,0 0-1 0 0,-1 0 0 0 0,0 0 1 0 0,0-1-1 0 0,0 1 0 0 0,0 0 1 0 0,0 0-1 0 0,-4-5 0 0 0,-12-25 50 0 0,16 33-53 0 0,-2 1 9 0 0,2 0-12 0 0,2 4-226 0 0,0-1 201 0 0,0 0 0 0 0,0 0-1 0 0,1 0 1 0 0,-1 0 0 0 0,1 0-1 0 0,0 0 1 0 0,0 0 0 0 0,0-1 0 0 0,4 6-1 0 0,6 7 23 0 0,-8-8 4 0 0,1 0-1 0 0,1-1 0 0 0,-1 0 1 0 0,1 0-1 0 0,0-1 0 0 0,0 0 1 0 0,1 0-1 0 0,-1 0 0 0 0,11 5 1 0 0,-7-5-2 0 0,-2 1 0 0 0,1 0 1 0 0,-1 1-1 0 0,14 13 0 0 0,-16-14 9 0 0,0 1-1 0 0,-1 0 1 0 0,0 0-1 0 0,0 0 1 0 0,0 0-1 0 0,-1 1 1 0 0,6 15-1 0 0,0-2-26 0 0,-7-14 466 0 0,-21-14-218 0 0,-17-8-196 0 0,-1 1 0 0 0,0 2 1 0 0,0 1-1 0 0,-46-7 0 0 0,68 18-236 0 0,18 3-624 0 0,7 3-2100 0 0,1-2-3571 0 0</inkml:trace>
</inkml:ink>
</file>

<file path=ppt/ink/ink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0T12:14:33.203"/>
    </inkml:context>
    <inkml:brush xml:id="br0">
      <inkml:brushProperty name="width" value="0.025" units="cm"/>
      <inkml:brushProperty name="height" value="0.025" units="cm"/>
      <inkml:brushProperty name="color" value="#008C3A"/>
    </inkml:brush>
  </inkml:definitions>
  <inkml:trace contextRef="#ctx0" brushRef="#br0">88 324 0 0 0,'2'-2'16468'0'0,"9"10"-16116"0"0,0-1 1 0 0,0-1-1 0 0,1 0 1 0 0,0-1 0 0 0,0 0-1 0 0,0-1 1 0 0,1 0-1 0 0,-1-1 1 0 0,1 0 0 0 0,0-1-1 0 0,0 0 1 0 0,0-1-1 0 0,0-1 1 0 0,0 0 0 0 0,14-2-1 0 0,3-2-149 0 0,-1-1-1 0 0,0-1 0 0 0,0-2 1 0 0,0 0-1 0 0,41-20 1 0 0,-59 23-47 0 0,0 0 1 0 0,0-1 0 0 0,-1 0 0 0 0,0-1 0 0 0,0 0 0 0 0,-1 0 0 0 0,0-1-1 0 0,10-11 1 0 0,-16 16-48 0 0,0-1 0 0 0,-1 1 0 0 0,1-1 0 0 0,-1 0-1 0 0,0 1 1 0 0,0-1 0 0 0,0 0 0 0 0,0 0 0 0 0,-1-1 0 0 0,0 1 0 0 0,0 0-1 0 0,0 0 1 0 0,0-1 0 0 0,-1 1 0 0 0,1-1 0 0 0,-1 1 0 0 0,0 0 0 0 0,0-1-1 0 0,-1 1 1 0 0,0-1 0 0 0,1 1 0 0 0,-1 0 0 0 0,-1 0 0 0 0,-2-9 0 0 0,0 7-25 0 0,1-1 1 0 0,-1 0 0 0 0,0 1 0 0 0,-1-1 0 0 0,1 1 0 0 0,-1 0 0 0 0,0 1 0 0 0,-1-1 0 0 0,1 1-1 0 0,-8-5 1 0 0,3 3-30 0 0,-1 0 1 0 0,0 1-1 0 0,0 0 0 0 0,-1 1 0 0 0,-19-6 0 0 0,6 4-54 0 0,0 2 0 0 0,0 0 0 0 0,0 2 0 0 0,-1 1-1 0 0,-39 1 1 0 0,46 2 12 0 0,-1 1 0 0 0,1 1-1 0 0,0 0 1 0 0,-1 2 0 0 0,2 0 0 0 0,-30 12 0 0 0,38-12-9 0 0,1-1 0 0 0,-1 1 0 0 0,1 1 0 0 0,0 0 0 0 0,0 0 0 0 0,1 0 0 0 0,0 1 0 0 0,0 1 0 0 0,0-1 0 0 0,1 1 1 0 0,0 1-1 0 0,1-1 0 0 0,-9 15 0 0 0,13-20-23 0 0,0 1-1 0 0,0 0 1 0 0,1 0-1 0 0,-1 0 1 0 0,1 0 0 0 0,0 0-1 0 0,0 0 1 0 0,1 0 0 0 0,-1 0-1 0 0,1 1 1 0 0,0-1 0 0 0,0 0-1 0 0,0 0 1 0 0,0 1 0 0 0,1-1-1 0 0,1 7 1 0 0,0-7 32 0 0,0 1 0 0 0,0-1-1 0 0,1 1 1 0 0,-1-1 0 0 0,1 0 0 0 0,0 0-1 0 0,0 0 1 0 0,1 0 0 0 0,-1 0 0 0 0,1-1-1 0 0,0 0 1 0 0,4 4 0 0 0,10 4-785 0 0,1 0 0 0 0,0-1 0 0 0,1-1 0 0 0,-1-1 1 0 0,23 6-1 0 0,-41-14 682 0 0,31 9-8358 0 0,-5-3-4396 0 0</inkml:trace>
</inkml:ink>
</file>

<file path=ppt/ink/ink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0T12:14:37.263"/>
    </inkml:context>
    <inkml:brush xml:id="br0">
      <inkml:brushProperty name="width" value="0.025" units="cm"/>
      <inkml:brushProperty name="height" value="0.025" units="cm"/>
      <inkml:brushProperty name="color" value="#008C3A"/>
    </inkml:brush>
  </inkml:definitions>
  <inkml:trace contextRef="#ctx0" brushRef="#br0">141 597 0 0 0,'0'0'6523'0'0,"-2"0"-8251"0"0,-5 3 12805 0 0,6-2-9865 0 0,2 1-1121 0 0,-1 0 0 0 0,0 0 0 0 0,1-1 1 0 0,0 1-1 0 0,-1 0 0 0 0,1 0 0 0 0,0 0 1 0 0,0-1-1 0 0,0 1 0 0 0,0 0 0 0 0,0-1 1 0 0,1 1-1 0 0,-1-1 0 0 0,0 0 0 0 0,1 1 1 0 0,-1-1-1 0 0,1 0 0 0 0,-1 0 0 0 0,4 2 1 0 0,1 1 219 0 0,0 0-1 0 0,1-1 1 0 0,-1 0 0 0 0,10 2 0 0 0,8 1 42 0 0,1-2-1 0 0,0-1 1 0 0,0-1 0 0 0,0-1-1 0 0,0-1 1 0 0,39-5 0 0 0,-44 3-90 0 0,0-2 1 0 0,-1 0 0 0 0,1-1 0 0 0,-1-1 0 0 0,0 0-1 0 0,-1-2 1 0 0,0 0 0 0 0,0-1 0 0 0,-1-1 0 0 0,0 0 0 0 0,17-15-1 0 0,-24 17-133 0 0,-1-1 0 0 0,0 0-1 0 0,0 0 1 0 0,-1 0-1 0 0,-1-1 1 0 0,0-1-1 0 0,0 1 1 0 0,-1-1 0 0 0,0 0-1 0 0,-1-1 1 0 0,0 1-1 0 0,-1-1 1 0 0,0 0 0 0 0,-1 0-1 0 0,0 0 1 0 0,-1 0-1 0 0,0-1 1 0 0,0-20-1 0 0,-2 23-91 0 0,0 0-1 0 0,0 0 1 0 0,-1 0-1 0 0,-1 0 1 0 0,1 0-1 0 0,-1 0 1 0 0,-1 1-1 0 0,0-1 1 0 0,0 0-1 0 0,-1 1 1 0 0,-1 0-1 0 0,1 0 1 0 0,-1 0-1 0 0,-1 1 1 0 0,1 0-1 0 0,-1 0 1 0 0,-8-8-1 0 0,0 3-14 0 0,-1 1-1 0 0,-1 0 1 0 0,0 1-1 0 0,0 1 1 0 0,-1 0-1 0 0,0 1 1 0 0,-30-11-1 0 0,-11 1-56 0 0,-65-14-1 0 0,102 28 30 0 0,1 1-1 0 0,-1 0 1 0 0,0 2 0 0 0,-33 0-1 0 0,45 3 5 0 0,1-1 0 0 0,0 2 0 0 0,0-1-1 0 0,-1 1 1 0 0,1 0 0 0 0,0 1 0 0 0,1 0-1 0 0,-1 0 1 0 0,0 1 0 0 0,1 0 0 0 0,0 0-1 0 0,0 1 1 0 0,0 0 0 0 0,-9 8 0 0 0,7-4 6 0 0,0 1 1 0 0,1 0-1 0 0,0 0 1 0 0,1 0 0 0 0,0 1-1 0 0,1 0 1 0 0,0 0 0 0 0,0 1-1 0 0,1 0 1 0 0,1 0 0 0 0,0 0-1 0 0,-3 17 1 0 0,5-18-16 0 0,1 0 0 0 0,0-1 1 0 0,1 1-1 0 0,-1 0 0 0 0,2 0 0 0 0,0 0 0 0 0,0 0 1 0 0,1-1-1 0 0,0 1 0 0 0,1 0 0 0 0,0-1 1 0 0,1 0-1 0 0,0 0 0 0 0,10 17 0 0 0,-4-13 13 0 0,0 0 0 0 0,0-1-1 0 0,2 0 1 0 0,0-1 0 0 0,0 0-1 0 0,16 11 1 0 0,30 17-2611 0 0,0-7-7587 0 0,-37-23-2526 0 0</inkml:trace>
</inkml:ink>
</file>

<file path=ppt/ink/ink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0T12:14:49.428"/>
    </inkml:context>
    <inkml:brush xml:id="br0">
      <inkml:brushProperty name="width" value="0.025" units="cm"/>
      <inkml:brushProperty name="height" value="0.025" units="cm"/>
      <inkml:brushProperty name="color" value="#008C3A"/>
    </inkml:brush>
  </inkml:definitions>
  <inkml:trace contextRef="#ctx0" brushRef="#br0">112 186 0 0 0,'0'0'16376'0'0,"3"-5"-15691"0"0,3-4 274 0 0,-1-1 0 0 0,0 0 0 0 0,5-21-1 0 0,-8 25-678 0 0,-1-1-1 0 0,0 1 1 0 0,-1 0-1 0 0,1-1 1 0 0,-1 1-1 0 0,0-1 1 0 0,-1 1-1 0 0,0 0 1 0 0,0-1-1 0 0,0 1 1 0 0,-1 0-1 0 0,1 0 1 0 0,-5-8-1 0 0,6 12-263 0 0,-1 1-1 0 0,1 0 1 0 0,-1-1-1 0 0,0 1 0 0 0,0 0 1 0 0,1-1-1 0 0,-1 1 1 0 0,0 0-1 0 0,0 0 1 0 0,0 0-1 0 0,0 0 1 0 0,0 0-1 0 0,0 0 0 0 0,0 0 1 0 0,-1 0-1 0 0,1 1 1 0 0,0-1-1 0 0,-1 0 1 0 0,1 1-1 0 0,0-1 0 0 0,-1 1 1 0 0,1-1-1 0 0,0 1 1 0 0,-1-1-1 0 0,1 1 1 0 0,-1 0-1 0 0,1 0 0 0 0,-1 0 1 0 0,1 0-1 0 0,-1 0 1 0 0,1 0-1 0 0,0 0 1 0 0,-1 1-1 0 0,1-1 1 0 0,-1 0-1 0 0,1 1 0 0 0,0-1 1 0 0,-1 1-1 0 0,1 0 1 0 0,0-1-1 0 0,-1 1 1 0 0,1 0-1 0 0,-2 1 0 0 0,-3 3 53 0 0,0-1 0 0 0,1 1-1 0 0,0 0 1 0 0,0 0 0 0 0,0 0-1 0 0,1 1 1 0 0,-6 9 0 0 0,5-7-63 0 0,0 1 0 0 0,1 0 0 0 0,0 0 1 0 0,1 0-1 0 0,0 0 0 0 0,1 1 0 0 0,0-1 0 0 0,0 1 1 0 0,1-1-1 0 0,0 1 0 0 0,0 0 0 0 0,1-1 1 0 0,2 13-1 0 0,-1-19-12 0 0,0 0 1 0 0,0 0-1 0 0,0 0 1 0 0,0 0-1 0 0,1 0 0 0 0,0 0 1 0 0,-1-1-1 0 0,1 1 1 0 0,0 0-1 0 0,0-1 1 0 0,1 1-1 0 0,-1-1 0 0 0,0 0 1 0 0,1 0-1 0 0,0 0 1 0 0,-1 0-1 0 0,5 2 0 0 0,-6-3 24 0 0,1 0 0 0 0,-1-1-1 0 0,1 1 1 0 0,-1 0-1 0 0,1-1 1 0 0,-1 0-1 0 0,1 1 1 0 0,0-1-1 0 0,-1 0 1 0 0,1 1 0 0 0,0-1-1 0 0,-1 0 1 0 0,1 0-1 0 0,0 0 1 0 0,-1-1-1 0 0,1 1 1 0 0,0 0-1 0 0,-1-1 1 0 0,1 1 0 0 0,-1-1-1 0 0,1 1 1 0 0,-1-1-1 0 0,1 0 1 0 0,-1 1-1 0 0,1-1 1 0 0,-1 0-1 0 0,1 0 1 0 0,-1 0 0 0 0,0 0-1 0 0,0-1 1 0 0,0 1-1 0 0,0 0 1 0 0,1 0-1 0 0,-2-1 1 0 0,2 0-1 0 0,4-6 37 0 0,-1 0-1 0 0,0-1 1 0 0,-1 1-1 0 0,1-1 1 0 0,-2 1-1 0 0,1-1 1 0 0,-1-1-1 0 0,-1 1 1 0 0,1 0-1 0 0,0-12 1 0 0,-3 21 68 0 0,-1 2-210 0 0,1 0 35 0 0,-1 0 1 0 0,1 0 0 0 0,-1 0-1 0 0,1 1 1 0 0,0-1 0 0 0,0 0-1 0 0,0 0 1 0 0,0 0 0 0 0,1 0-1 0 0,-1 1 1 0 0,0-1 0 0 0,1 0-1 0 0,0 0 1 0 0,-1 0 0 0 0,2 2-1 0 0,17 31 82 0 0,-18-34-23 0 0,0 0 0 0 0,0 1 0 0 0,0-1 0 0 0,1 0 0 0 0,-1 1 0 0 0,0-1 0 0 0,1 0 0 0 0,-1 0-1 0 0,0 0 1 0 0,1 0 0 0 0,-1 0 0 0 0,1-1 0 0 0,0 1 0 0 0,-1 0 0 0 0,1-1 0 0 0,0 1 0 0 0,-1-1 0 0 0,1 0 0 0 0,0 1 0 0 0,-1-1-1 0 0,1 0 1 0 0,0 0 0 0 0,0 0 0 0 0,-1 0 0 0 0,1 0 0 0 0,0-1 0 0 0,0 1 0 0 0,-1 0 0 0 0,1-1 0 0 0,1 0 0 0 0,1-1 35 0 0,0 0 1 0 0,0 0-1 0 0,0 0 1 0 0,0-1 0 0 0,-1 1-1 0 0,1-1 1 0 0,-1 0-1 0 0,0 0 1 0 0,0 0-1 0 0,4-5 1 0 0,2-5 9 0 0,-1-1 0 0 0,8-16 1 0 0,-9 16-44 0 0,17-26 0 0 0,-14 26 4 0 0,-8 10-27 0 0,0 1 0 0 0,0 0 0 0 0,0 0 0 0 0,1 0 0 0 0,-1 0 0 0 0,6-4 0 0 0,-8 6-89 0 0,5 27-374 0 0,4 109 259 0 0,-9-135 235 0 0,0 1 0 0 0,1-1 0 0 0,-1 1 0 0 0,0-1 0 0 0,0 0 0 0 0,0 1 0 0 0,0-1 0 0 0,0 1 0 0 0,0-1 0 0 0,0 1 0 0 0,0-1 0 0 0,0 1 0 0 0,0-1 1 0 0,0 0-1 0 0,-1 1 0 0 0,1-1 0 0 0,0 1 0 0 0,0-1 0 0 0,0 1 0 0 0,0-1 0 0 0,-1 0 0 0 0,1 1 0 0 0,0-1 0 0 0,0 1 0 0 0,-1-1 0 0 0,1 0 0 0 0,0 1 0 0 0,-1-1 0 0 0,1 0 0 0 0,0 0 0 0 0,-1 1 0 0 0,1-1 0 0 0,-1 0 0 0 0,-11-9 375 0 0,-9-24-156 0 0,21 31-236 0 0,-1 1-1 0 0,1-1 0 0 0,0 1 0 0 0,-1 0 1 0 0,1 0-1 0 0,-1 0 0 0 0,0-1 0 0 0,1 1 0 0 0,-1 0 0 0 0,0 0 0 0 0,0 0 1 0 0,0 0-1 0 0,1 0 0 0 0,-1 0 0 0 0,0 1 0 0 0,0-1 0 0 0,0 0 1 0 0,-1 0-1 0 0,0 0 0 0 0,2 2-64 0 0,0 1 1 0 0,0 0 0 0 0,0-1-1 0 0,0 1 1 0 0,0 0 0 0 0,0-1-1 0 0,1 1 1 0 0,-1 0-1 0 0,1-1 1 0 0,-1 1 0 0 0,1-1-1 0 0,1 3 1 0 0,0-2 77 0 0,0 0 0 0 0,1 0-1 0 0,-1-1 1 0 0,1 1 0 0 0,-1-1 0 0 0,1 0-1 0 0,0 0 1 0 0,0 0 0 0 0,-1 0 0 0 0,1 0-1 0 0,0-1 1 0 0,0 1 0 0 0,0-1 0 0 0,0 0-1 0 0,-1 1 1 0 0,1-1 0 0 0,0-1 0 0 0,0 1-1 0 0,0 0 1 0 0,0-1 0 0 0,0 1 0 0 0,0-1 0 0 0,-1 0-1 0 0,1 0 1 0 0,0 0 0 0 0,4-3 0 0 0,-2 1 6 0 0,0 1 0 0 0,0-1 0 0 0,-1 0 0 0 0,1 0 0 0 0,-1 0 1 0 0,0-1-1 0 0,0 1 0 0 0,0-1 0 0 0,-1 0 0 0 0,1 0 0 0 0,-1 0 1 0 0,0-1-1 0 0,0 1 0 0 0,2-6 0 0 0,14-19 33 0 0,-10 16-51 0 0,-9 12-2 0 0,0 1-1 0 0,0 0 0 0 0,1-1 0 0 0,-1 1 0 0 0,0 0 1 0 0,0-1-1 0 0,1 1 0 0 0,-1 0 0 0 0,0 0 0 0 0,0-1 1 0 0,1 1-1 0 0,-1 0 0 0 0,0 0 0 0 0,1 0 0 0 0,-1-1 0 0 0,0 1 1 0 0,1 0-1 0 0,-1 0 0 0 0,0 0 0 0 0,1 0 0 0 0,-1 0 1 0 0,0-1-1 0 0,1 1 0 0 0,-1 0 0 0 0,0 0 0 0 0,1 0 1 0 0,-1 0-1 0 0,0 0 0 0 0,1 0 0 0 0,-1 0 0 0 0,1 1 1 0 0,-1-1-1 0 0,0 0 0 0 0,1 0 0 0 0,10 11-276 0 0,2 19-124 0 0,-10-16 586 0 0,-2-1 0 0 0,1 18-1 0 0,-3-30-151 0 0,1-1 0 0 0,0 1-1 0 0,-1-1 1 0 0,1 0-1 0 0,0 1 1 0 0,-1-1-1 0 0,1 0 1 0 0,-1 1 0 0 0,1-1-1 0 0,0 0 1 0 0,-1 1-1 0 0,1-1 1 0 0,-1 0 0 0 0,1 0-1 0 0,-1 0 1 0 0,1 0-1 0 0,-1 1 1 0 0,1-1-1 0 0,-1 0 1 0 0,1 0 0 0 0,-1 0-1 0 0,1 0 1 0 0,-1 0-1 0 0,1 0 1 0 0,-1 0 0 0 0,1 0-1 0 0,-1 0 1 0 0,1-1-1 0 0,-1 1 1 0 0,1 0 0 0 0,-1 0-1 0 0,1 0 1 0 0,-1 0-1 0 0,0-1 1 0 0,-18-5 149 0 0,6-2-86 0 0,12 7-88 0 0,-1 0 1 0 0,1 0-1 0 0,0 0 1 0 0,-1 0-1 0 0,1 0 1 0 0,-1 0-1 0 0,1 1 1 0 0,-1-1-1 0 0,1 1 1 0 0,-1-1-1 0 0,-2 0 1 0 0,4 1-50 0 0,0 2-206 0 0,0 0 231 0 0,0-1 1 0 0,1 1 0 0 0,-1-1 0 0 0,0 1-1 0 0,1-1 1 0 0,-1 1 0 0 0,1-1 0 0 0,-1 1-1 0 0,1-1 1 0 0,0 1 0 0 0,0-1 0 0 0,-1 0-1 0 0,1 1 1 0 0,0-1 0 0 0,0 0-1 0 0,0 0 1 0 0,1 0 0 0 0,-1 0 0 0 0,0 0-1 0 0,0 0 1 0 0,1 0 0 0 0,-1 0 0 0 0,0 0-1 0 0,1 0 1 0 0,-1-1 0 0 0,1 1 0 0 0,-1-1-1 0 0,1 1 1 0 0,-1-1 0 0 0,1 1-1 0 0,-1-1 1 0 0,1 0 0 0 0,0 0 0 0 0,-1 0-1 0 0,1 0 1 0 0,-1 0 0 0 0,4-1 0 0 0,-1 1 43 0 0,0 0 0 0 0,0-1 0 0 0,0 1 1 0 0,-1-1-1 0 0,1 0 0 0 0,0 0 0 0 0,0-1 1 0 0,-1 1-1 0 0,1-1 0 0 0,-1 0 1 0 0,1 0-1 0 0,-1 0 0 0 0,0 0 0 0 0,0 0 1 0 0,5-6-1 0 0,-1 0-1 0 0,-1 0-1 0 0,0-1 1 0 0,0 0 0 0 0,-1 0 0 0 0,8-18 0 0 0,-6 11-252 0 0,-5 30-11 0 0,-2-7 237 0 0,0 0 0 0 0,1 0 0 0 0,0 0 0 0 0,2 11 0 0 0,-2-15 1 0 0,0-1 0 0 0,0 1 0 0 0,1 0 0 0 0,-1-1-1 0 0,1 1 1 0 0,-1-1 0 0 0,1 1 0 0 0,0-1 0 0 0,0 0 0 0 0,0 1 0 0 0,0-1 0 0 0,4 3 0 0 0,-5-5 13 0 0,0 1 0 0 0,0-1 0 0 0,0 0 0 0 0,-1 1 0 0 0,1-1 0 0 0,0 0 0 0 0,0 0 0 0 0,0 0 0 0 0,-1 0 0 0 0,1 1 0 0 0,0-1 0 0 0,0-1 0 0 0,0 1 0 0 0,0 0 0 0 0,0 0 0 0 0,-1 0 0 0 0,1 0 0 0 0,0 0 0 0 0,0-1 0 0 0,0 1 0 0 0,-1 0 0 0 0,1-1 0 0 0,0 1 0 0 0,0-1 0 0 0,-1 1 0 0 0,1-1 0 0 0,0 1 0 0 0,-1-1 0 0 0,1 1 0 0 0,-1-1 0 0 0,1 0 0 0 0,0 1 0 0 0,-1-1 0 0 0,1 0 0 0 0,-1 1 0 0 0,1-2 0 0 0,15-27 204 0 0,-8 15-187 0 0,-6 11-7 0 0,-1 1-1 0 0,1 0 0 0 0,-1-1 0 0 0,0 0 0 0 0,0 1 0 0 0,0-1 1 0 0,1-3-1 0 0,2-5-58 0 0,-1 21-403 0 0,1 8 453 0 0,1 0 4 0 0,-5-16-16 0 0,1 1 0 0 0,0 0-1 0 0,-1-1 1 0 0,1 1 0 0 0,0 0 0 0 0,0-1 0 0 0,0 1-1 0 0,1-1 1 0 0,-1 1 0 0 0,1-1 0 0 0,-1 0 0 0 0,1 0-1 0 0,0 0 1 0 0,4 4 0 0 0,-5-5 6 0 0,0 0 1 0 0,0-1 0 0 0,0 1-1 0 0,1 0 1 0 0,-1-1-1 0 0,0 1 1 0 0,0-1-1 0 0,0 0 1 0 0,1 1-1 0 0,-1-1 1 0 0,0 0 0 0 0,1 0-1 0 0,-1 0 1 0 0,0 1-1 0 0,1-1 1 0 0,-1-1-1 0 0,0 1 1 0 0,0 0-1 0 0,1 0 1 0 0,-1 0 0 0 0,0-1-1 0 0,3 0 1 0 0,-1-1 12 0 0,1 0 0 0 0,-1 0 0 0 0,1 0 1 0 0,-1 0-1 0 0,0 0 0 0 0,0-1 1 0 0,5-5-1 0 0,0-1 23 0 0,0 0 0 0 0,-1-1 0 0 0,-1 0 0 0 0,9-15 0 0 0,-14 21-40 0 0,1 0 1 0 0,0 1 0 0 0,0-1-1 0 0,0 1 1 0 0,1 0-1 0 0,4-5 1 0 0,-7 8-35 0 0,5 23-514 0 0,9 48 1936 0 0,-14-75-1424 0 0,0-1 0 0 0,1 0 0 0 0,0 0 0 0 0,0 1 0 0 0,0-1 0 0 0,0 0 0 0 0,1 1 0 0 0,0-1 0 0 0,0 1 0 0 0,0 0 1 0 0,0 0-1 0 0,1 0 0 0 0,0 0 0 0 0,-1 0 0 0 0,1 0 0 0 0,1 1 0 0 0,-1-1 0 0 0,1 1 0 0 0,7-6 0 0 0,-11 9 20 0 0,0 0 1 0 0,0 0-1 0 0,0-1 1 0 0,1 1-1 0 0,-1 0 0 0 0,0 0 1 0 0,0 0-1 0 0,1 0 0 0 0,-1-1 1 0 0,0 1-1 0 0,1 0 1 0 0,-1 0-1 0 0,0 0 0 0 0,1 0 1 0 0,-1 0-1 0 0,0 0 1 0 0,0 0-1 0 0,1 0 0 0 0,-1 0 1 0 0,0 0-1 0 0,1 0 0 0 0,-1 0 1 0 0,0 0-1 0 0,1 0 1 0 0,-1 0-1 0 0,0 0 0 0 0,1 0 1 0 0,-1 0-1 0 0,0 0 0 0 0,0 1 1 0 0,1-1-1 0 0,-1 0 1 0 0,0 0-1 0 0,1 1 0 0 0,5 11-189 0 0,-4 16 218 0 0,-7 21 209 0 0,5-49 83 0 0,0-3-243 0 0,1-1-1 0 0,-1 1 1 0 0,0-1-1 0 0,1 0 0 0 0,0 1 1 0 0,1-4-1 0 0,12-25-174 0 0,-4 12 68 0 0,-8 20-466 0 0,1 6 292 0 0,2 16 237 0 0,-1-8-61 0 0,-3-11 39 0 0,-1-1 0 0 0,1 0-1 0 0,0 0 1 0 0,0 1-1 0 0,0-1 1 0 0,1 0 0 0 0,-1 0-1 0 0,1 0 1 0 0,-1 0-1 0 0,1-1 1 0 0,-1 1 0 0 0,3 2-1 0 0,-2-4 11 0 0,-1 1-1 0 0,0 0 0 0 0,1-1 1 0 0,-1 1-1 0 0,1-1 0 0 0,-1 0 1 0 0,1 0-1 0 0,-1 1 0 0 0,1-1 1 0 0,-1 0-1 0 0,1 0 0 0 0,0 0 1 0 0,-1-1-1 0 0,1 1 0 0 0,-1 0 1 0 0,1 0-1 0 0,-1-1 0 0 0,1 1 1 0 0,-1-1-1 0 0,0 0 0 0 0,3-1 1 0 0,9-4 39 0 0,0-2 1 0 0,-1 1-1 0 0,0-2 0 0 0,-1 0 1 0 0,1 0-1 0 0,-2-1 1 0 0,1 0-1 0 0,12-17 1 0 0,-23 27-42 0 0,1-1-1 0 0,0 1 1 0 0,-1-1 0 0 0,1 0 0 0 0,-1 1-1 0 0,1-1 1 0 0,-1 0 0 0 0,0 0 0 0 0,1 1-1 0 0,-1-1 1 0 0,0 0 0 0 0,1 0 0 0 0,-1 0-1 0 0,0 0 1 0 0,0 1 0 0 0,0-1 0 0 0,0 0-1 0 0,1 0 1 0 0,-1 0 0 0 0,-1 0 0 0 0,1 1-1 0 0,0-1 1 0 0,0 0 0 0 0,0 0 0 0 0,0 0 0 0 0,0 0-1 0 0,-1 1 1 0 0,1-1 0 0 0,0 0 0 0 0,-2-1-1 0 0,2 2-8 0 0,-1-1-1 0 0,0 1 0 0 0,0 0 0 0 0,1-1 0 0 0,-1 1 1 0 0,0 0-1 0 0,0 0 0 0 0,1 0 0 0 0,-1 0 0 0 0,0 0 1 0 0,0 0-1 0 0,0 0 0 0 0,1 0 0 0 0,-1 0 1 0 0,0 0-1 0 0,0 0 0 0 0,0 1 0 0 0,1-1 0 0 0,-1 0 1 0 0,0 0-1 0 0,0 1 0 0 0,1-1 0 0 0,-1 1 0 0 0,0-1 1 0 0,1 0-1 0 0,-1 1 0 0 0,1-1 0 0 0,-1 1 1 0 0,0 0-1 0 0,1-1 0 0 0,-1 1 0 0 0,1-1 0 0 0,-1 1 1 0 0,0 1-1 0 0,-1 1 32 0 0,-1 0 1 0 0,1 0-1 0 0,-1 0 1 0 0,1 0 0 0 0,0 1-1 0 0,0-1 1 0 0,1 1-1 0 0,-1 0 1 0 0,1-1-1 0 0,-1 1 1 0 0,1 0 0 0 0,0 0-1 0 0,1 0 1 0 0,-1 0-1 0 0,1 0 1 0 0,-1 4-1 0 0,2-6-20 0 0,-1 0-1 0 0,0 1 0 0 0,1-1 0 0 0,-1 0 1 0 0,1 0-1 0 0,0 0 0 0 0,0 0 0 0 0,0 0 0 0 0,0 0 1 0 0,0 0-1 0 0,0 0 0 0 0,0 0 0 0 0,1-1 1 0 0,-1 1-1 0 0,1 0 0 0 0,-1-1 0 0 0,1 1 0 0 0,0-1 1 0 0,-1 0-1 0 0,1 1 0 0 0,0-1 0 0 0,0 0 0 0 0,0 0 1 0 0,0 0-1 0 0,0 0 0 0 0,0-1 0 0 0,0 1 1 0 0,0 0-1 0 0,0-1 0 0 0,3 1 0 0 0,6 1-242 0 0,0-1-1 0 0,22 0 1 0 0,3-3-5248 0 0,-18 0-6641 0 0</inkml:trace>
</inkml:ink>
</file>

<file path=ppt/ink/ink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0T12:15:12.987"/>
    </inkml:context>
    <inkml:brush xml:id="br0">
      <inkml:brushProperty name="width" value="0.025" units="cm"/>
      <inkml:brushProperty name="height" value="0.025" units="cm"/>
      <inkml:brushProperty name="color" value="#008C3A"/>
    </inkml:brush>
  </inkml:definitions>
  <inkml:trace contextRef="#ctx0" brushRef="#br0">0 0 0 0 0,'0'0'0'0'0</inkml:trace>
</inkml:ink>
</file>

<file path=ppt/ink/ink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0T12:15:13.099"/>
    </inkml:context>
    <inkml:brush xml:id="br0">
      <inkml:brushProperty name="width" value="0.025" units="cm"/>
      <inkml:brushProperty name="height" value="0.025" units="cm"/>
      <inkml:brushProperty name="color" value="#008C3A"/>
    </inkml:brush>
  </inkml:definitions>
  <inkml:trace contextRef="#ctx0" brushRef="#br0">0 0 0 0 0,'0'0'0'0'0</inkml:trace>
</inkml:ink>
</file>

<file path=ppt/ink/ink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0T12:15:14.042"/>
    </inkml:context>
    <inkml:brush xml:id="br0">
      <inkml:brushProperty name="width" value="0.025" units="cm"/>
      <inkml:brushProperty name="height" value="0.025" units="cm"/>
      <inkml:brushProperty name="color" value="#008C3A"/>
    </inkml:brush>
  </inkml:definitions>
  <inkml:trace contextRef="#ctx0" brushRef="#br0">1723 1 0 0 0,'0'1'21225'0'0,"-30"52"-23934"0"0,21-39 3813 0 0,-14 27-1 0 0,11-15-132 0 0,-26 37 0 0 0,-4 9-615 0 0,-34 60-11 0 0,30-55-86 0 0,-115 193 164 0 0,-53 94 480 0 0,-4 14-197 0 0,150-263-724 0 0,-152 262 32 0 0,157-274-8 0 0,-41 77-98 0 0,82-140 121 0 0,-37 53 0 0 0,32-54 71 0 0,-24 48 1 0 0,43-70-100 0 0,-1 0 0 0 0,-1 0 1 0 0,-17 21-1 0 0,20-26-4 0 0,6-11 10 0 0,1 0-1 0 0,-1 1 1 0 0,1-1-1 0 0,-1 0 1 0 0,0 0 0 0 0,1 0-1 0 0,-1 1 1 0 0,0-1-1 0 0,0 0 1 0 0,0 0 0 0 0,0 0-1 0 0,0-1 1 0 0,0 1-1 0 0,-2 1 1 0 0,-10 26 62 0 0,7-16-102 0 0,-100 165-487 0 0,89-147 545 0 0,14-23-24 0 0,-1 0 1 0 0,1-1-1 0 0,-9 11 0 0 0,24-47-24521 0 0,-1 6 23567 0 0,-7 17 953 0 0</inkml:trace>
</inkml:ink>
</file>

<file path=ppt/ink/ink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0T12:15:50.285"/>
    </inkml:context>
    <inkml:brush xml:id="br0">
      <inkml:brushProperty name="width" value="0.025" units="cm"/>
      <inkml:brushProperty name="height" value="0.025" units="cm"/>
      <inkml:brushProperty name="color" value="#008C3A"/>
    </inkml:brush>
  </inkml:definitions>
  <inkml:trace contextRef="#ctx0" brushRef="#br0">154 23 0 0 0,'0'0'7708'0'0,"-3"-7"-165"0"0,1 11-7066 0 0,-1-1-1 0 0,0 1 1 0 0,0-1-1 0 0,0 0 1 0 0,-1 0 0 0 0,-4 4-1 0 0,-3 2 297 0 0,3-2-402 0 0,-1-1 0 0 0,1-1 0 0 0,-1 1 0 0 0,0-1 0 0 0,-10 3 0 0 0,8-3 123 0 0,0 0-1 0 0,-18 14 0 0 0,145-114 537 0 0,-106 83-929 0 0,-1 1 452 0 0,-9 12-532 0 0,0-1 1 0 0,0 0 0 0 0,0 0-1 0 0,0 0 1 0 0,0 0 0 0 0,0 0-1 0 0,0 0 1 0 0,0 0 0 0 0,0 0-1 0 0,0 0 1 0 0,0 1-1 0 0,0-1 1 0 0,0 0 0 0 0,0 0-1 0 0,0 0 1 0 0,0 0 0 0 0,0 0-1 0 0,1 0 1 0 0,-1 0 0 0 0,0 0-1 0 0,0 0 1 0 0,0 0-1 0 0,0 0 1 0 0,0 0 0 0 0,0 0-1 0 0,0 1 1 0 0,0-1 0 0 0,0 0-1 0 0,0 0 1 0 0,0 0 0 0 0,1 0-1 0 0,-1 0 1 0 0,0 0 0 0 0,0 0-1 0 0,0 0 1 0 0,0 0-1 0 0,0 0 1 0 0,0 0 0 0 0,0 0-1 0 0,0 0 1 0 0,0 0 0 0 0,0 0-1 0 0,1 0 1 0 0,-1 0 0 0 0,0 0-1 0 0,0 0 1 0 0,0 0-1 0 0,0 0 1 0 0,0 0 0 0 0,0 0-1 0 0,0-1 1 0 0,0 1 0 0 0,0 0-1 0 0,0 0 1 0 0,1 0 0 0 0,-1 0-1 0 0,0 0 1 0 0,0 0-1 0 0,0 0 1 0 0,0 0 0 0 0,0 0-1 0 0,0 0 1 0 0,0 0 0 0 0,0-1-1 0 0,5 78 446 0 0,1-50 1112 0 0,-2-15-4209 0 0,-3-7-2238 0 0,0 0-3359 0 0</inkml:trace>
</inkml:ink>
</file>

<file path=ppt/ink/ink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0T12:15:17.896"/>
    </inkml:context>
    <inkml:brush xml:id="br0">
      <inkml:brushProperty name="width" value="0.025" units="cm"/>
      <inkml:brushProperty name="height" value="0.025" units="cm"/>
      <inkml:brushProperty name="color" value="#008C3A"/>
    </inkml:brush>
  </inkml:definitions>
  <inkml:trace contextRef="#ctx0" brushRef="#br0">1 1 0 0 0,'0'0'0'0'0,"92"27"0"0"0,-71-21 0 0 0,3 1 0 0 0,2 0 0 0 0,-12-1 0 0 0,3-3 0 0 0</inkml:trace>
</inkml:ink>
</file>

<file path=ppt/ink/ink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0T12:15:18.026"/>
    </inkml:context>
    <inkml:brush xml:id="br0">
      <inkml:brushProperty name="width" value="0.025" units="cm"/>
      <inkml:brushProperty name="height" value="0.025" units="cm"/>
      <inkml:brushProperty name="color" value="#008C3A"/>
    </inkml:brush>
  </inkml:definitions>
  <inkml:trace contextRef="#ctx0" brushRef="#br0">0 0 0 0 0,'324'90'0'0'0,"-137"-37"0"0"0,-35-14 0 0 0,-138-35 0 0 0</inkml:trace>
</inkml:ink>
</file>

<file path=ppt/ink/ink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0T12:15:18.616"/>
    </inkml:context>
    <inkml:brush xml:id="br0">
      <inkml:brushProperty name="width" value="0.025" units="cm"/>
      <inkml:brushProperty name="height" value="0.025" units="cm"/>
      <inkml:brushProperty name="color" value="#008C3A"/>
    </inkml:brush>
  </inkml:definitions>
  <inkml:trace contextRef="#ctx0" brushRef="#br0">69 3 0 0 0,'-10'0'1099'0'0,"-2"-1"-661"0"0,-6-1 44 0 0,-2 3 22150 0 0,18 2-24110 0 0,-5-2-10293 0 0</inkml:trace>
</inkml:ink>
</file>

<file path=ppt/ink/ink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0T12:15:20.005"/>
    </inkml:context>
    <inkml:brush xml:id="br0">
      <inkml:brushProperty name="width" value="0.025" units="cm"/>
      <inkml:brushProperty name="height" value="0.025" units="cm"/>
      <inkml:brushProperty name="color" value="#008C3A"/>
    </inkml:brush>
  </inkml:definitions>
  <inkml:trace contextRef="#ctx0" brushRef="#br0">1625 409 0 0 0,'0'17'151'0'0,"0"-12"8625"0"0,-5-6-163 0 0,-18-1-6165 0 0,-141-41 160 0 0,70 17-2243 0 0,-436-119 2657 0 0,360 103-2500 0 0,-39-13-691 0 0,-77-21 63 0 0,262 69 73 0 0,-4-1 6 0 0,13 6-96 0 0,14 2 102 0 0,0 0-93 0 0,-4 0 222 0 0,0-1-1 0 0,0 1 1 0 0,0-1-1 0 0,1-1 1 0 0,-1 1-1 0 0,0-1 1 0 0,0 1-1 0 0,-4-4 1 0 0,-4-1-5194 0 0,-1 2-8497 0 0</inkml:trace>
</inkml:ink>
</file>

<file path=ppt/ink/ink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0T12:15:51.630"/>
    </inkml:context>
    <inkml:brush xml:id="br0">
      <inkml:brushProperty name="width" value="0.025" units="cm"/>
      <inkml:brushProperty name="height" value="0.025" units="cm"/>
      <inkml:brushProperty name="color" value="#008C3A"/>
    </inkml:brush>
  </inkml:definitions>
  <inkml:trace contextRef="#ctx0" brushRef="#br0">173 103 0 0 0,'0'0'7066'0'0,"-2"-19"3498"0"0,-3 12-2413 0 0,-12-7-4265 0 0,-11-4-7762 0 0,19 12 5720 0 0,8 6-1581 0 0,-12-7-188 0 0,0 0-1 0 0,-1 0 1 0 0,-28-8 0 0 0,18 12-170 0 0,24 3 82 0 0,0 0-1 0 0,0 0 0 0 0,0 0 0 0 0,-1 1 0 0 0,1-1 0 0 0,0 0 0 0 0,0 0 1 0 0,0 0-1 0 0,0 0 0 0 0,-1 0 0 0 0,1 0 0 0 0,0 0 0 0 0,0 0 1 0 0,0 0-1 0 0,0 0 0 0 0,-1 1 0 0 0,1-1 0 0 0,0 0 0 0 0,0 0 0 0 0,0 0 1 0 0,0 0-1 0 0,0 0 0 0 0,0 1 0 0 0,-1-1 0 0 0,1 0 0 0 0,0 0 1 0 0,0 0-1 0 0,0 1 0 0 0,0-1 0 0 0,0 0 0 0 0,0 0 0 0 0,0 0 0 0 0,0 0 1 0 0,0 1-1 0 0,0-1 0 0 0,0 0 0 0 0,9 12-294 0 0,7 2 325 0 0,29 18 1 0 0,-30-22 7 0 0,0 0-1 0 0,23 23 1 0 0,-37-31-19 0 0,1 0-1 0 0,-1 0 0 0 0,0 1 1 0 0,0-1-1 0 0,0 1 0 0 0,0-1 1 0 0,0 1-1 0 0,0-1 0 0 0,-1 1 1 0 0,1-1-1 0 0,-1 4 1 0 0,0-5 47 0 0,1 0 1 0 0,-1 0-1 0 0,0 1 1 0 0,0-1-1 0 0,0 0 1 0 0,0 1-1 0 0,0-1 1 0 0,0 0 0 0 0,0 1-1 0 0,-1-1 1 0 0,1 0-1 0 0,0 0 1 0 0,-1 1-1 0 0,1-1 1 0 0,-1 0-1 0 0,1 0 1 0 0,-1 0-1 0 0,0 0 1 0 0,1 0 0 0 0,-1 1-1 0 0,0-1 1 0 0,0 0-1 0 0,-1 1 1 0 0,-5 1 139 0 0,0 0 0 0 0,0-1 0 0 0,0 0 0 0 0,0 0 0 0 0,0 0 0 0 0,-1-1 0 0 0,1 0 0 0 0,-11 0 0 0 0,9-1-624 0 0,0-1 0 0 0,1 1 0 0 0,-18-5 0 0 0,24 5 1053 0 0</inkml:trace>
</inkml:ink>
</file>

<file path=ppt/ink/ink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0T12:23:16.779"/>
    </inkml:context>
    <inkml:brush xml:id="br0">
      <inkml:brushProperty name="width" value="0.035" units="cm"/>
      <inkml:brushProperty name="height" value="0.035" units="cm"/>
      <inkml:brushProperty name="color" value="#FFC114"/>
    </inkml:brush>
  </inkml:definitions>
  <inkml:trace contextRef="#ctx0" brushRef="#br0">478 1248 0 0 0,'0'0'16778'0'0,"-2"-11"-10240"0"0,4 13-6460 0 0,1 0 0 0 0,-1 0 0 0 0,1-1 1 0 0,0 1-1 0 0,0-1 0 0 0,0 1 1 0 0,0-1-1 0 0,0 0 0 0 0,0 0 0 0 0,1-1 1 0 0,-1 1-1 0 0,6 0 0 0 0,6 2 117 0 0,9 2 54 0 0,2 0 0 0 0,-1-2 0 0 0,0-1-1 0 0,49-2 1 0 0,-37 0-73 0 0,24-1 48 0 0,-23-1-185 0 0,-1 2 1 0 0,1 2 0 0 0,0 1-1 0 0,46 11 1 0 0,-48-6 63 0 0,1-1 1 0 0,62 2 0 0 0,78-8 229 0 0,-91-2-277 0 0,-39 1 44 0 0,281-4 904 0 0,-216 1-837 0 0,169-8 258 0 0,-42-10-181 0 0,292-64-1 0 0,0-51-22 0 0,-453 115-139 0 0,213-74 164 0 0,-238 74-102 0 0,-2-2-1 0 0,80-49 0 0 0,-126 69-119 0 0,-1 0 0 0 0,1-1 0 0 0,-1 1 0 0 0,0-1 0 0 0,0 0 0 0 0,0 0 0 0 0,-1 0 0 0 0,0 0 0 0 0,1-1 0 0 0,-2 1 1 0 0,1-1-1 0 0,0 0 0 0 0,-1 0 0 0 0,0 0 0 0 0,0 0 0 0 0,0 0 0 0 0,-1 0 0 0 0,1-7 0 0 0,-1 5-16 0 0,-1 0 0 0 0,0 0 0 0 0,0 0-1 0 0,0-1 1 0 0,-1 1 0 0 0,-1 0 0 0 0,1 0 0 0 0,-1 0-1 0 0,0 0 1 0 0,0 0 0 0 0,-1 1 0 0 0,0-1 0 0 0,-5-7 0 0 0,-22-37 10 0 0,-2 2 0 0 0,-74-86 0 0 0,94 124-48 0 0,0 0 0 0 0,-1 0 0 0 0,0 1 0 0 0,-1 1-1 0 0,-24-13 1 0 0,-78-30-1 0 0,112 51 34 0 0,-70-26-44 0 0,-1 3 0 0 0,0 3 1 0 0,-90-12-1 0 0,-239-14 13 0 0,339 41 46 0 0,-147-17 8 0 0,-114-10-6 0 0,-567-16-22 0 0,316 57-81 0 0,503-2 35 0 0,1 4 1 0 0,-133 37 0 0 0,158-33 27 0 0,0 3 0 0 0,1 2 1 0 0,0 2-1 0 0,2 2 0 0 0,-45 30 1 0 0,71-39 3 0 0,1 1 0 0 0,0 1-1 0 0,1 0 1 0 0,1 1 0 0 0,0 1 0 0 0,-17 26 0 0 0,8-5-20 0 0,1 1 0 0 0,-21 52-1 0 0,41-84 22 0 0,1 0-1 0 0,0 0 0 0 0,0 1 0 0 0,1-1 0 0 0,0 1 0 0 0,0 0 1 0 0,1 0-1 0 0,1 0 0 0 0,-1-1 0 0 0,1 1 0 0 0,2 11 0 0 0,-1-14 3 0 0,0 1 0 0 0,1-1 0 0 0,0 0 0 0 0,0 0 0 0 0,1 0 0 0 0,0 0-1 0 0,0 0 1 0 0,0 0 0 0 0,0-1 0 0 0,1 1 0 0 0,0-1 0 0 0,0 0 0 0 0,1 0 0 0 0,-1-1-1 0 0,11 8 1 0 0,3 1 11 0 0,1-1 0 0 0,0-1 1 0 0,1-1-1 0 0,0-1 0 0 0,0-1 0 0 0,41 11 0 0 0,134 19-476 0 0,-180-36 372 0 0,106 15-1913 0 0,-67-10-2769 0 0,-19-2-7084 0 0</inkml:trace>
</inkml:ink>
</file>

<file path=ppt/ink/ink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0T12:23:18.570"/>
    </inkml:context>
    <inkml:brush xml:id="br0">
      <inkml:brushProperty name="width" value="0.035" units="cm"/>
      <inkml:brushProperty name="height" value="0.035" units="cm"/>
      <inkml:brushProperty name="color" value="#FFC114"/>
    </inkml:brush>
  </inkml:definitions>
  <inkml:trace contextRef="#ctx0" brushRef="#br0">164 454 760 0 0,'0'0'15778'0'0,"-3"-3"-15154"0"0,2 2-495 0 0,0-1-61 0 0,0 1 1 0 0,0 0-1 0 0,1 0 0 0 0,-1 0 0 0 0,0 0 0 0 0,0 0 0 0 0,-1 0 0 0 0,1 0 0 0 0,0 0 0 0 0,0 1 0 0 0,0-1 0 0 0,0 0 0 0 0,-4-1 1408 0 0,5 5-1561 0 0,0-1 145 0 0,-1 1 1 0 0,1 0-1 0 0,0-1 0 0 0,0 1 1 0 0,1-1-1 0 0,-1 1 0 0 0,0-1 0 0 0,1 1 1 0 0,0-1-1 0 0,0 3 0 0 0,1 0 69 0 0,-1 0 31 0 0,0 0 1 0 0,0-1-1 0 0,1 0 0 0 0,0 1 1 0 0,-1-1-1 0 0,2 0 0 0 0,-1 0 1 0 0,0 0-1 0 0,1 0 0 0 0,0 0 0 0 0,0-1 1 0 0,0 1-1 0 0,5 4 0 0 0,-1-3 139 0 0,0 1 0 0 0,0-1-1 0 0,1-1 1 0 0,0 1-1 0 0,0-2 1 0 0,13 6 0 0 0,7 0 177 0 0,1-2 0 0 0,1-1 1 0 0,33 3-1 0 0,-61-9-484 0 0,30 3 161 0 0,0-2 0 0 0,1-1 0 0 0,-1-2 0 0 0,0-1 0 0 0,43-9 0 0 0,155-51 5 0 0,-88 21-124 0 0,-115 35-5 0 0,0-1 0 0 0,-1-2 0 0 0,0 0 0 0 0,0-2 0 0 0,25-16 0 0 0,-48 26 18 0 0,0 0 1 0 0,0 0-1 0 0,0 0 0 0 0,-1 0 0 0 0,1 0 0 0 0,-1-1 0 0 0,0 0 1 0 0,1 1-1 0 0,-1-1 0 0 0,0 0 0 0 0,-1 0 0 0 0,1 0 0 0 0,0 0 1 0 0,-1 0-1 0 0,0-1 0 0 0,0 1 0 0 0,0 0 0 0 0,0-1 0 0 0,0 1 1 0 0,-1-1-1 0 0,1 1 0 0 0,-1-6 0 0 0,-1 3-13 0 0,1 0 0 0 0,-1 0-1 0 0,-1 1 1 0 0,1-1 0 0 0,-1 1-1 0 0,0-1 1 0 0,0 1 0 0 0,-1-1-1 0 0,0 1 1 0 0,0 0 0 0 0,0 0 0 0 0,-5-6-1 0 0,-10-10-38 0 0,-1 0 0 0 0,-1 1 0 0 0,-1 0-1 0 0,-1 2 1 0 0,0 1 0 0 0,-2 1 0 0 0,-38-21 0 0 0,31 21-9 0 0,-1 2 1 0 0,0 2 0 0 0,-1 1 0 0 0,-1 1 0 0 0,-62-9-1 0 0,58 14 10 0 0,0 2 0 0 0,-1 1 0 0 0,0 3 0 0 0,1 1 0 0 0,0 1 0 0 0,-1 3-1 0 0,2 0 1 0 0,-1 3 0 0 0,1 1 0 0 0,0 2 0 0 0,1 2 0 0 0,-40 20 0 0 0,57-23 12 0 0,0 0 1 0 0,1 1-1 0 0,0 1 1 0 0,1 1-1 0 0,1 0 1 0 0,-16 17-1 0 0,26-23-1 0 0,-1-1 0 0 0,1 1 0 0 0,1 0 0 0 0,-1 0 0 0 0,1 0 0 0 0,0 1 0 0 0,1 0 0 0 0,0 0 0 0 0,1 0 0 0 0,0 0 0 0 0,0 1-1 0 0,1-1 1 0 0,0 1 0 0 0,1 0 0 0 0,-1 17 0 0 0,3-22-1 0 0,-1 1 1 0 0,2 0-1 0 0,-1-1 0 0 0,0 1 0 0 0,1-1 0 0 0,0 0 0 0 0,1 1 0 0 0,-1-1 0 0 0,1 0 1 0 0,0 0-1 0 0,0-1 0 0 0,1 1 0 0 0,-1-1 0 0 0,1 1 0 0 0,0-1 0 0 0,0 0 1 0 0,0 0-1 0 0,1-1 0 0 0,-1 0 0 0 0,9 5 0 0 0,3 1 1 0 0,1 0 0 0 0,0-1 0 0 0,0-1 0 0 0,37 9 0 0 0,3-3-245 0 0,72 7-1 0 0,-67-14-2485 0 0,-2 0-3818 0 0,-25-3-6071 0 0</inkml:trace>
</inkml:ink>
</file>

<file path=ppt/ink/ink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0T12:23:29.408"/>
    </inkml:context>
    <inkml:brush xml:id="br0">
      <inkml:brushProperty name="width" value="0.035" units="cm"/>
      <inkml:brushProperty name="height" value="0.035" units="cm"/>
      <inkml:brushProperty name="color" value="#FFC114"/>
    </inkml:brush>
  </inkml:definitions>
  <inkml:trace contextRef="#ctx0" brushRef="#br0">17 3 0 0 0,'-13'-3'21456'0'0,"12"8"-20011"0"0,-2 7-5483 0 0,3-9 5862 0 0,18 443-440 0 0,-15-382-1300 0 0,26 493 797 0 0,-22-428-774 0 0,3 75 16 0 0,0-2-62 0 0,-2-52-19 0 0,18 376 315 0 0,-1 45 85 0 0,-7-161 505 0 0,-10-293-763 0 0,0 36-8 0 0,2 18 12 0 0,-1-3-108 0 0,-4-20 365 0 0,-5-144-447 0 0,0 0-1 0 0,0 0 0 0 0,1 0 1 0 0,0 0-1 0 0,-1 0 0 0 0,1-1 1 0 0,2 7-1 0 0,-2-9 8 0 0,-1 0 1 0 0,1 0-1 0 0,-1 1 0 0 0,0-1 0 0 0,0 0 1 0 0,1 0-1 0 0,-1 1 0 0 0,0-1 1 0 0,0 0-1 0 0,-1 1 0 0 0,1-1 1 0 0,0 3-1 0 0,-1 4-2387 0 0,2-1-4464 0 0</inkml:trace>
</inkml:ink>
</file>

<file path=ppt/ink/ink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0T12:23:30.846"/>
    </inkml:context>
    <inkml:brush xml:id="br0">
      <inkml:brushProperty name="width" value="0.035" units="cm"/>
      <inkml:brushProperty name="height" value="0.035" units="cm"/>
      <inkml:brushProperty name="color" value="#FFC114"/>
    </inkml:brush>
  </inkml:definitions>
  <inkml:trace contextRef="#ctx0" brushRef="#br0">265 254 0 0 0,'-1'1'28535'0'0,"-1"-2"-29473"0"0,-20-9 1037 0 0,0-1 1 0 0,2-1-1 0 0,-1-2 1 0 0,2 1-1 0 0,0-2 0 0 0,1-1 1 0 0,0 0-1 0 0,1-1 1 0 0,-17-23-1 0 0,-8-20 110 0 0,32 44-23 0 0,30 51-437 0 0,18 43 1 0 0,-10-18 62 0 0,-12-28 203 0 0,1-1 1 0 0,32 42-1 0 0,-49-72 5 0 0,1-1 0 0 0,-1 1 0 0 0,0-1 0 0 0,1 1 0 0 0,-1-1 0 0 0,0 1 0 0 0,1-1 0 0 0,-1 0 0 0 0,1 1 0 0 0,-1-1 0 0 0,1 0 0 0 0,-1 1-1 0 0,1-1 1 0 0,-1 0 0 0 0,1 0 0 0 0,-1 1 0 0 0,1-1 0 0 0,-1 0 0 0 0,1 0 0 0 0,0 0 0 0 0,5-7 326 0 0,-2-25 91 0 0,-2 14-366 0 0,33-108 73 0 0,-27 106-148 0 0,0 0-1 0 0,1 0 1 0 0,0 1 0 0 0,15-20-1 0 0,-19 28-49 0 0,-4 10-38 0 0,-1 0 0 0 0,0 0 0 0 0,1 0-1 0 0,-1 0 1 0 0,1 0 0 0 0,-1 0-1 0 0,1 0 1 0 0,0 0 0 0 0,-1 0 0 0 0,1 0-1 0 0,0 0 1 0 0,0 0 0 0 0,0 0-1 0 0,0 1 1 0 0,0-1 0 0 0,0 0 0 0 0,1 0-1 0 0</inkml:trace>
</inkml:ink>
</file>

<file path=ppt/ink/ink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0T12:23:52.911"/>
    </inkml:context>
    <inkml:brush xml:id="br0">
      <inkml:brushProperty name="width" value="0.035" units="cm"/>
      <inkml:brushProperty name="height" value="0.035" units="cm"/>
      <inkml:brushProperty name="color" value="#FFC114"/>
    </inkml:brush>
  </inkml:definitions>
  <inkml:trace contextRef="#ctx0" brushRef="#br0">1036 4437 0 0 0,'1'2'142'0'0,"0"0"-1"0"0,0 0 1 0 0,0 0 0 0 0,1-1 0 0 0,-1 1-1 0 0,0-1 1 0 0,1 1 0 0 0,0-1-1 0 0,-1 1 1 0 0,1-1 0 0 0,0 0-1 0 0,-1 0 1 0 0,1 1 0 0 0,0-1 0 0 0,0-1-1 0 0,0 1 1 0 0,0 0 0 0 0,3 0-1 0 0,48 10 4615 0 0,-17-4-2826 0 0,7 6-77 0 0,-7-2-480 0 0,39 7 1 0 0,29-3 314 0 0,142 1 0 0 0,105-20 694 0 0,246-58-952 0 0,-360 21-1053 0 0,359-112-1 0 0,-496 121-448 0 0,-1-5-1 0 0,-2-5 1 0 0,138-80-1 0 0,-178 87 295 0 0,-3-3-1 0 0,-1-1 0 0 0,-2-3 0 0 0,-1-3 1 0 0,-3-1-1 0 0,74-93 0 0 0,-66 60 306 0 0,-3-2 0 0 0,50-103 0 0 0,54-189-413 0 0,-127 283-93 0 0,-3-2 0 0 0,-5-1 0 0 0,-3-1 0 0 0,-5 0 0 0 0,-4-1 0 0 0,-4 0 0 0 0,-4-1 0 0 0,-4 1 0 0 0,-5 0 0 0 0,-3 0 0 0 0,-38-146 0 0 0,26 156 257 0 0,-40-99-1 0 0,29 105-274 0 0,-4 1 0 0 0,-3 2 1 0 0,-3 1-1 0 0,-3 3 0 0 0,-4 2 0 0 0,-2 2 0 0 0,-4 2 0 0 0,-2 3 1 0 0,-3 3-1 0 0,-72-54 0 0 0,45 47 232 0 0,-2 4-1 0 0,-4 4 1 0 0,-194-88 0 0 0,167 99-96 0 0,-3 5 1 0 0,-169-35 0 0 0,111 44-107 0 0,-196-12 0 0 0,295 39-20 0 0,-1 4 0 0 0,1 4 0 0 0,0 3-1 0 0,-100 18 1 0 0,96-3-28 0 0,0 3 1 0 0,2 5-1 0 0,1 3 0 0 0,1 4 1 0 0,-131 73-1 0 0,136-61 64 0 0,3 4-1 0 0,1 3 1 0 0,3 4-1 0 0,-92 93 1 0 0,126-109-74 0 0,2 2 0 0 0,-32 52 0 0 0,-51 99-128 0 0,-111 282-106 0 0,159-301 275 0 0,7 2 0 0 0,-59 269 0 0 0,99-330 73 0 0,5 1 0 0 0,-5 134 0 0 0,23-210-28 0 0,2 1 1 0 0,1-1-1 0 0,3 1 0 0 0,1-1 1 0 0,2 0-1 0 0,2-1 0 0 0,1 0 1 0 0,2 0-1 0 0,31 63 0 0 0,-23-66-94 0 0,0-2 0 0 0,3-1 0 0 0,0 0 0 0 0,2-2 0 0 0,39 37 0 0 0,-24-31 465 0 0,1-3 0 0 0,2-1 0 0 0,67 39 0 0 0,-36-31-1461 0 0,121 49 0 0 0,83 7-10528 0 0,-222-82-1220 0 0</inkml:trace>
</inkml:ink>
</file>

<file path=ppt/ink/ink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0T12:24:08.716"/>
    </inkml:context>
    <inkml:brush xml:id="br0">
      <inkml:brushProperty name="width" value="0.035" units="cm"/>
      <inkml:brushProperty name="height" value="0.035" units="cm"/>
      <inkml:brushProperty name="color" value="#FFC114"/>
    </inkml:brush>
  </inkml:definitions>
  <inkml:trace contextRef="#ctx0" brushRef="#br0">217 1062 0 0 0,'0'0'516'0'0,"3"1"943"0"0,40 14 3723 0 0,75 17 0 0 0,49-8-890 0 0,175-14-3707 0 0,-193-9 462 0 0,263-4-597 0 0,-11-1-355 0 0,-116 3 1180 0 0,-87-1-756 0 0,-75 3-349 0 0,6 0 613 0 0,133-15-1 0 0,-226 9-562 0 0,0-2 0 0 0,-1-1 0 0 0,0-2 0 0 0,0-1 1 0 0,-1-2-1 0 0,-1-1 0 0 0,0-2 0 0 0,-1-1 0 0 0,47-34 1 0 0,42-45-49 0 0,-109 84-33 0 0,0-1 1 0 0,0 0-1 0 0,-1 0 0 0 0,-1-1 1 0 0,0 0-1 0 0,14-30 1 0 0,-21 36-86 0 0,-1 0 0 0 0,0-1 0 0 0,-1 1 0 0 0,0 0 0 0 0,0-1 1 0 0,-1 1-1 0 0,0 0 0 0 0,0-1 0 0 0,-1 1 0 0 0,0-1 0 0 0,-2-9 0 0 0,-1 8-71 0 0,0 0-1 0 0,-1 0 1 0 0,0 0-1 0 0,0 1 0 0 0,-1 0 1 0 0,-1 0-1 0 0,-7-9 1 0 0,-4-2-34 0 0,-33-30 1 0 0,-2 8 77 0 0,-2 1 1 0 0,-1 3-1 0 0,-2 3 1 0 0,-2 2-1 0 0,-123-48 1 0 0,71 41-58 0 0,-2 6 1 0 0,-182-31-1 0 0,-31 33-71 0 0,119 16 105 0 0,-166-12 148 0 0,264 27-156 0 0,-155 16 1 0 0,184-4-59 0 0,0 4 0 0 0,1 4-1 0 0,1 3 1 0 0,-133 57 0 0 0,173-62 18 0 0,2 2 1 0 0,0 2-1 0 0,2 1 0 0 0,0 2 0 0 0,1 2 1 0 0,2 0-1 0 0,1 3 0 0 0,1 0 0 0 0,1 2 1 0 0,2 1-1 0 0,1 1 0 0 0,2 1 0 0 0,1 2 1 0 0,1 0-1 0 0,-20 49 0 0 0,37-72 37 0 0,0 1 1 0 0,0-1-1 0 0,2 1 0 0 0,0 0 0 0 0,0 0 1 0 0,1 0-1 0 0,1 0 0 0 0,0 0 1 0 0,1 0-1 0 0,1 0 0 0 0,0 0 0 0 0,1 0 1 0 0,0 0-1 0 0,1 0 0 0 0,1 0 0 0 0,0-1 1 0 0,1 0-1 0 0,0 1 0 0 0,1-2 1 0 0,1 1-1 0 0,0-1 0 0 0,0 0 0 0 0,14 16 1 0 0,-5-10 32 0 0,1-1 1 0 0,1 0-1 0 0,1-2 0 0 0,0 0 1 0 0,1-1-1 0 0,0 0 1 0 0,1-2-1 0 0,1-1 1 0 0,0 0-1 0 0,32 9 1 0 0,15 2-116 0 0,1-3 1 0 0,86 11-1 0 0,66-3-1776 0 0,-75-17-6484 0 0,-87-6-3172 0 0</inkml:trace>
</inkml:ink>
</file>

<file path=ppt/ink/ink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0T12:24:13.620"/>
    </inkml:context>
    <inkml:brush xml:id="br0">
      <inkml:brushProperty name="width" value="0.035" units="cm"/>
      <inkml:brushProperty name="height" value="0.035" units="cm"/>
      <inkml:brushProperty name="color" value="#FFC114"/>
    </inkml:brush>
  </inkml:definitions>
  <inkml:trace contextRef="#ctx0" brushRef="#br0">5 19 0 0 0,'-1'-3'375'0'0,"-3"-13"17387"0"0,5 22-13669 0 0,5 22-4065 0 0,8 56 856 0 0,1 2-109 0 0,-4-20-335 0 0,18 101 53 0 0,3 18-166 0 0,-9-50-183 0 0,-6-24 10 0 0,1-1-27 0 0,7 33-29 0 0,-15-88-83 0 0,-8-37-54 0 0,1 1 0 0 0,6 19-1 0 0,-7-34 1148 0 0,-2-8-487 0 0,-4-22-391 0 0,-8-35-724 0 0,5 13-2112 0 0,5 29-6229 0 0</inkml:trace>
</inkml:ink>
</file>

<file path=ppt/ink/ink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0T12:24:16.270"/>
    </inkml:context>
    <inkml:brush xml:id="br0">
      <inkml:brushProperty name="width" value="0.035" units="cm"/>
      <inkml:brushProperty name="height" value="0.035" units="cm"/>
      <inkml:brushProperty name="color" value="#FFC114"/>
    </inkml:brush>
  </inkml:definitions>
  <inkml:trace contextRef="#ctx0" brushRef="#br0">120 141 7826 0 0,'0'0'8670'0'0,"-6"3"-8289"0"0,-20 11-1 0 0,25-13-235 0 0,0 0 0 0 0,0 0-1 0 0,0 0 1 0 0,0 0 0 0 0,0 0 0 0 0,0 0 0 0 0,0 1-1 0 0,0-1 1 0 0,0 1 0 0 0,1-1 0 0 0,-1 0-1 0 0,1 1 1 0 0,-1-1 0 0 0,1 1 0 0 0,-1-1 0 0 0,1 1-1 0 0,0-1 1 0 0,0 1 0 0 0,0 0 0 0 0,0-1-1 0 0,0 1 1 0 0,0-1 0 0 0,0 1 0 0 0,1 1 0 0 0,-1 8 503 0 0,-5 7-384 0 0,0 0 1 0 0,0-1-1 0 0,-2 0 1 0 0,0 0-1 0 0,-1 0 1 0 0,-1-1-1 0 0,-14 20 1 0 0,17-12-94 0 0,6-16 303 0 0,3-18 244 0 0,13-39-213 0 0,-9 29-439 0 0,-1 0 0 0 0,0-1-1 0 0,4-40 1 0 0,-8 8 19 0 0,-1 28-76 0 0,0 0 0 0 0,2 1 0 0 0,5-26 1 0 0,-7 46 6 0 0,0 1 0 0 0,0 0 0 0 0,0 0 0 0 0,1 0 0 0 0,-1 0 0 0 0,1 0 0 0 0,0 0 0 0 0,0 0 0 0 0,3-4 0 0 0,-5 7 12 0 0,1 4-6 0 0,-1 0 17 0 0,1 0 0 0 0,0 0 1 0 0,0 0-1 0 0,4 8 0 0 0,3 13 180 0 0,0 49 392 0 0,-7-50-410 0 0,2 0 0 0 0,8 38 0 0 0,-10-58-186 0 0,1 3 25 0 0,0 1 0 0 0,1-1 1 0 0,-1 0-1 0 0,1 0 0 0 0,8 13 0 0 0,-6-15-394 0 0,-4-8 349 0 0,-3-13-3224 0 0,1 4-6912 0 0</inkml:trace>
</inkml:ink>
</file>

<file path=ppt/ink/ink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0T12:24:16.843"/>
    </inkml:context>
    <inkml:brush xml:id="br0">
      <inkml:brushProperty name="width" value="0.035" units="cm"/>
      <inkml:brushProperty name="height" value="0.035" units="cm"/>
      <inkml:brushProperty name="color" value="#FFC114"/>
    </inkml:brush>
  </inkml:definitions>
  <inkml:trace contextRef="#ctx0" brushRef="#br0">131 0 3721 0 0,'0'0'12374'0'0,"-7"3"-12005"0"0,4-2-335 0 0,0-1 63 0 0,0 1 0 0 0,0 0-1 0 0,0 0 1 0 0,0 0 0 0 0,0 1 0 0 0,0-1-1 0 0,1 1 1 0 0,-1-1 0 0 0,0 1 0 0 0,1 0 0 0 0,-1 0-1 0 0,1 0 1 0 0,0 1 0 0 0,-1-1 0 0 0,1 1-1 0 0,0-1 1 0 0,-2 5 0 0 0,-6 14 896 0 0,2-5-307 0 0,0 0 0 0 0,2 0 1 0 0,-7 24-1 0 0,-10 29 665 0 0,19-51-378 0 0,9-31 764 0 0,5-16-1284 0 0,-3 10-414 0 0,-1-1-1 0 0,-1 0 0 0 0,-1 0 1 0 0,-1-1-1 0 0,-1 1 0 0 0,0-37 0 0 0,-2 56-48 0 0,0 1-1 0 0,0 0 0 0 0,0 0 0 0 0,0 0 1 0 0,0-1-1 0 0,0 1 0 0 0,0 0 0 0 0,-1 0 0 0 0,1 0 1 0 0,0-1-1 0 0,0 1 0 0 0,0 0 0 0 0,0 0 1 0 0,0 0-1 0 0,0 0 0 0 0,0-1 0 0 0,0 1 1 0 0,0 0-1 0 0,-1 0 0 0 0,1 0 0 0 0,0 0 1 0 0,0 0-1 0 0,0-1 0 0 0,0 1 0 0 0,-1 0 0 0 0,1 0 1 0 0,0 0-1 0 0,0 0 0 0 0,0 0 0 0 0,0 0 1 0 0,-1 0-1 0 0,1 0 0 0 0,0 0 0 0 0,0 0 1 0 0,0 0-1 0 0,-1 0 0 0 0,1 0 0 0 0,0 0 1 0 0,0 0-1 0 0,0 0 0 0 0,-1 0 0 0 0,1 0 0 0 0,0 0 1 0 0,0 0-1 0 0,0 0 0 0 0,-1 0 0 0 0,1 0 1 0 0,0 0-1 0 0,0 0 0 0 0,0 0 0 0 0,0 0 1 0 0,-1 0-1 0 0,1 1 0 0 0,-9 6-1544 0 0,1 6-1025 0 0,1-1-1774 0 0,4-3-2490 0 0,2 0-4002 0 0</inkml:trace>
</inkml:ink>
</file>

<file path=ppt/ink/ink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0T12:26:39.787"/>
    </inkml:context>
    <inkml:brush xml:id="br0">
      <inkml:brushProperty name="width" value="0.035" units="cm"/>
      <inkml:brushProperty name="height" value="0.035" units="cm"/>
      <inkml:brushProperty name="color" value="#FFC114"/>
    </inkml:brush>
  </inkml:definitions>
  <inkml:trace contextRef="#ctx0" brushRef="#br0">14 72 0 0 0,'0'0'3173'0'0,"-4"1"-3856"0"0,-6 0 12251 0 0,447-3-5222 0 0,221-7-4612 0 0,-441 5-1091 0 0,1076-16 232 0 0,-1203 18-890 0 0,480-6 578 0 0,-141 0-496 0 0,-44 3 186 0 0,-172 1 2670 0 0,-213 4-2965 0 0,0-1 26 0 0,0 0-7 0 0,27 1-305 0 0,52 0 328 0 0,4-3-648 0 0,-84-3-5342 0 0</inkml:trace>
</inkml:ink>
</file>

<file path=ppt/ink/ink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0T12:26:42.720"/>
    </inkml:context>
    <inkml:brush xml:id="br0">
      <inkml:brushProperty name="width" value="0.035" units="cm"/>
      <inkml:brushProperty name="height" value="0.035" units="cm"/>
      <inkml:brushProperty name="color" value="#FFC114"/>
    </inkml:brush>
  </inkml:definitions>
  <inkml:trace contextRef="#ctx0" brushRef="#br0">149 37 0 0 0,'-25'7'73'0'0,"19"-5"233"0"0,0 0 0 0 0,-1 0 1 0 0,1-1-1 0 0,-1 0 0 0 0,1 0 0 0 0,-13-1 0 0 0,-16 2 8034 0 0,3-1-4506 0 0,122-1 2446 0 0,13 0-4861 0 0,138-1-1599 0 0,592-8 934 0 0,-692 7-731 0 0,424-9 637 0 0,735-5-126 0 0,-759 8-362 0 0,-237 5 255 0 0,-194 1-171 0 0,21 0 30 0 0,-39 0-171 0 0</inkml:trace>
</inkml:ink>
</file>

<file path=ppt/ink/ink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0T12:26:46.726"/>
    </inkml:context>
    <inkml:brush xml:id="br0">
      <inkml:brushProperty name="width" value="0.035" units="cm"/>
      <inkml:brushProperty name="height" value="0.035" units="cm"/>
      <inkml:brushProperty name="color" value="#FFC114"/>
    </inkml:brush>
  </inkml:definitions>
  <inkml:trace contextRef="#ctx0" brushRef="#br0">22 7 0 0 0,'-12'-3'16680'0'0,"5"2"-9803"0"0,5-2-4783 0 0,3 6-1616 0 0,0-1-473 0 0,2 0 9 0 0,-1 0 0 0 0,0 0 0 0 0,1 0 0 0 0,-1 0-1 0 0,1 0 1 0 0,-1-1 0 0 0,1 1 0 0 0,0-1 0 0 0,0 0 0 0 0,-1 1 0 0 0,5 0 0 0 0,22 12 140 0 0,-14-5-147 0 0,-12-8-6 0 0,-1 0 0 0 0,0 1 0 0 0,1-1 0 0 0,-1 1 0 0 0,0 0 0 0 0,0-1 0 0 0,1 1 0 0 0,-1 0 0 0 0,2 4 0 0 0,-1-2 6 0 0,1 0 0 0 0,0-1 0 0 0,0 1 0 0 0,0-1 0 0 0,9 7-1 0 0,-2-2-35 0 0,-2-1 31 0 0,-1 0 0 0 0,0 0 0 0 0,-1 1 0 0 0,10 12 0 0 0,-7-5 32 0 0,-1 0 0 0 0,0 1 0 0 0,11 28 0 0 0,-16-35-29 0 0,23 82 104 0 0,-18-67-61 0 0,9 41-1 0 0,-12-43-28 0 0,10 39 9 0 0,-13-35 86 0 0,-1 1 1 0 0,-3 53-1 0 0,-1-24 22 0 0,2-43-59 0 0,-1 0 0 0 0,0 1 0 0 0,-1-1 0 0 0,-6 19 0 0 0,5-16 69 0 0,3-14-113 0 0,0 0-1 0 0,0 0 0 0 0,-1 0 1 0 0,1 0-1 0 0,0 0 0 0 0,-1-1 0 0 0,0 1 1 0 0,0 0-1 0 0,0 2 0 0 0,-1 0-14 0 0,0 1-1 0 0,0-1 0 0 0,1 0 1 0 0,0 1-1 0 0,-1 6 1 0 0,-3 7 24 0 0,2 3 10 0 0,3-18-44 0 0,-1 0 0 0 0,1 0 0 0 0,-1 0-1 0 0,1 0 1 0 0,-1 0 0 0 0,0 0 0 0 0,-2 3 0 0 0,-7 15 111 0 0,-12 30 0 0 0,-7 14 99 0 0,23-56-160 0 0,5-8-40 0 0,0 0 0 0 0,0 1 0 0 0,1-1-1 0 0,-1 0 1 0 0,0 1 0 0 0,0-1 0 0 0,1 1 0 0 0,-1 0 0 0 0,1-1 0 0 0,0 1 0 0 0,-1-1 0 0 0,1 3 0 0 0,0-2-13 0 0,-1-1 0 0 0,1 0 1 0 0,0 0-1 0 0,-1 0 0 0 0,1 1 1 0 0,0-1-1 0 0,-1 0 0 0 0,1 0 1 0 0,-1 0-1 0 0,0 0 0 0 0,1 0 1 0 0,-1 0-1 0 0,0 0 0 0 0,-1 1 1 0 0,1-1-5 0 0,0 0 1 0 0,0 0 0 0 0,0 0 0 0 0,0 1 0 0 0,1-1 0 0 0,-1 0 0 0 0,0 0 0 0 0,1 0-1 0 0,-1 0 1 0 0,1 1 0 0 0,-1-1 0 0 0,1 0 0 0 0,-1 1 0 0 0,1 2 0 0 0,0-3 3 0 0,-1 0 0 0 0,1 1 0 0 0,0-1 1 0 0,-1 1-1 0 0,1-1 0 0 0,-1 0 0 0 0,1 1 1 0 0,-1-1-1 0 0,0 0 0 0 0,0 1 0 0 0,0-1 1 0 0,1 0-1 0 0,-1 0 0 0 0,-2 1 1 0 0,2 0-4 0 0,0-1 0 0 0,0 0 0 0 0,0 0 0 0 0,0 0 0 0 0,1 0 0 0 0,-1 0 0 0 0,0 1 0 0 0,0-1 0 0 0,1 0 0 0 0,-1 1 0 0 0,1-1 0 0 0,-1 1 0 0 0,1-1 0 0 0,0 2 0 0 0,-1-1 0 0 0,1 0-1 0 0,0-1 1 0 0,-1 1-1 0 0,1 0 1 0 0,-1-1-1 0 0,1 1 1 0 0,-1-1-1 0 0,0 1 1 0 0,0-1 0 0 0,0 1-1 0 0,0-1 1 0 0,0 0-1 0 0,-2 3 1 0 0,2-3 1 0 0,0 0-1 0 0,0 0 1 0 0,0 0 0 0 0,1 1 0 0 0,-1-1 0 0 0,0 0 0 0 0,0 1-1 0 0,1-1 1 0 0,-1 1 0 0 0,1-1 0 0 0,-1 0 0 0 0,1 1-1 0 0,-1 1 1 0 0,1-2 4 0 0,0 1-1 0 0,0-1 0 0 0,-1 0 0 0 0,1 0 0 0 0,0 0 1 0 0,-1 0-1 0 0,1 0 0 0 0,-1 1 0 0 0,1-1 0 0 0,-1 0 1 0 0,0 0-1 0 0,1 0 0 0 0,-1-1 0 0 0,0 1 0 0 0,-2 2 1 0 0,3-3-5 0 0,-4 5 25 0 0,-1 0 1 0 0,1 0-1 0 0,0 0 1 0 0,-5 9-1 0 0,5-7-1583 0 0,2-11-2416 0 0,4-15-7058 0 0</inkml:trace>
</inkml:ink>
</file>

<file path=ppt/ink/ink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0T12:26:49.209"/>
    </inkml:context>
    <inkml:brush xml:id="br0">
      <inkml:brushProperty name="width" value="0.035" units="cm"/>
      <inkml:brushProperty name="height" value="0.035" units="cm"/>
      <inkml:brushProperty name="color" value="#FFC114"/>
    </inkml:brush>
  </inkml:definitions>
  <inkml:trace contextRef="#ctx0" brushRef="#br0">305 22 0 0 0,'0'-6'17471'0'0,"-3"-6"-11940"0"0,1 11-5341 0 0,0 1-1 0 0,0-1 0 0 0,-1 1 1 0 0,1-1-1 0 0,0 1 0 0 0,0 0 1 0 0,0 0-1 0 0,0 0 0 0 0,0 0 1 0 0,0 0-1 0 0,0 0 0 0 0,0 1 1 0 0,0-1-1 0 0,0 1 1 0 0,0 0-1 0 0,0-1 0 0 0,0 1 1 0 0,0 0-1 0 0,-3 2 0 0 0,-2 2-197 0 0,0 0 0 0 0,0 1-1 0 0,-9 10 1 0 0,-8 5 442 0 0,20-16-404 0 0,-1 1 0 0 0,1-1 0 0 0,1 1 0 0 0,-1 0 0 0 0,1 0 0 0 0,-3 8 1 0 0,2-6-7 0 0,-56 100 634 0 0,45-87-485 0 0,12-16-116 0 0,-1 0 0 0 0,1 0-1 0 0,0 0 1 0 0,0 1 0 0 0,0-1-1 0 0,-3 10 1 0 0,-2 11 38 0 0,-3 16-10 0 0,-10 56 252 0 0,14-68-222 0 0,0 12 10 0 0,1 1 0 0 0,3 0 1 0 0,2 59-1 0 0,1-66-34 0 0,1-24-69 0 0,0 0 0 0 0,1 1 0 0 0,0-1 0 0 0,1 0 0 0 0,0 0 0 0 0,7 15-1 0 0,11 26 130 0 0,23 32 49 0 0,-21-39-133 0 0,-11-27-6 0 0,1-1 1 0 0,20 22-1 0 0,-25-32-38 0 0,-5-4-4 0 0,1 0 1 0 0,0 0-1 0 0,0-1 0 0 0,0 1 1 0 0,0-1-1 0 0,6 3 1 0 0,-4-2 1 0 0,-1 0 0 0 0,0 1 1 0 0,0 0-1 0 0,0 0 0 0 0,0 0 1 0 0,-1 0-1 0 0,5 8 0 0 0,12 12 66 0 0,-18-22-84 0 0,-1 0 1 0 0,0 0-1 0 0,1 0 0 0 0,0-1 1 0 0,0 1-1 0 0,0-1 0 0 0,0 0 1 0 0,4 2-1 0 0,7 6 12 0 0,-14-45-3220 0 0,0 23-2556 0 0</inkml:trace>
</inkml:ink>
</file>

<file path=ppt/ink/ink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0T12:26:53.136"/>
    </inkml:context>
    <inkml:brush xml:id="br0">
      <inkml:brushProperty name="width" value="0.035" units="cm"/>
      <inkml:brushProperty name="height" value="0.035" units="cm"/>
      <inkml:brushProperty name="color" value="#FFC114"/>
    </inkml:brush>
  </inkml:definitions>
  <inkml:trace contextRef="#ctx0" brushRef="#br0">36 46 1360 0 0,'0'0'16274'0'0,"0"-2"-15097"0"0,1-2-634 0 0,0-1-179 0 0,-1-2 5595 0 0,3-20-2535 0 0,-14 299-735 0 0,0 19-2288 0 0,3-111-536 0 0,0 3 73 0 0,5-127 116 0 0,3-102-117 0 0,10-231-931 0 0,0 48 1012 0 0,-6 77-6 0 0,8-65-318 0 0,-12 192-90 0 0,0 40-1930 0 0,-3 8-4743 0 0,1-3-5957 0 0</inkml:trace>
</inkml:ink>
</file>

<file path=ppt/ink/ink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0T12:26:33.029"/>
    </inkml:context>
    <inkml:brush xml:id="br0">
      <inkml:brushProperty name="width" value="0.035" units="cm"/>
      <inkml:brushProperty name="height" value="0.035" units="cm"/>
      <inkml:brushProperty name="color" value="#FFC114"/>
    </inkml:brush>
  </inkml:definitions>
  <inkml:trace contextRef="#ctx0" brushRef="#br0">16 39 6561 0 0,'0'0'4187'0'0,"-2"0"-3905"0"0,-11 0 9802 0 0,20 0-9767 0 0,1238-11 730 0 0,-473 4-934 0 0,-2 0 94 0 0,83-5-177 0 0,-744 11-195 0 0,-92 1 2850 0 0,-697 7-3107 0 0,-3 1 704 0 0,-623 3 824 0 0,974-9-238 0 0,2 1-3654 0 0</inkml:trace>
</inkml:ink>
</file>

<file path=ppt/ink/ink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0T12:26:35.598"/>
    </inkml:context>
    <inkml:brush xml:id="br0">
      <inkml:brushProperty name="width" value="0.035" units="cm"/>
      <inkml:brushProperty name="height" value="0.035" units="cm"/>
      <inkml:brushProperty name="color" value="#FFC114"/>
    </inkml:brush>
  </inkml:definitions>
  <inkml:trace contextRef="#ctx0" brushRef="#br0">3688 1 0 0 0,'-2'0'0'0'0,"1"1"0"0"0,0 0 0 0 0,0 0 0 0 0,1 0 0 0 0,-1 1 0 0 0,0-1 0 0 0,1 0 0 0 0,-1 0 0 0 0,1 0 0 0 0,-1 1 0 0 0,1-1 0 0 0,0 0 0 0 0,0 0 0 0 0,-1 1 0 0 0,1 1 0 0 0,-1-2-20 0 0,0 7 4294 0 0,-34-6 3793 0 0,-5 0-34 0 0,39-2-7831 0 0,-26 0 549 0 0,-494 7-81 0 0,421-5-338 0 0,-1261 19 347 0 0,1050-15-185 0 0,-561 3 1380 0 0,465-3-715 0 0,407-6-1220 0 0,17 0-1994 0 0,1908-22 3555 0 0,-1848 21-4902 0 0,39 0-8289 0 0</inkml:trace>
</inkml:ink>
</file>

<file path=ppt/ink/ink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0T12:26:59.141"/>
    </inkml:context>
    <inkml:brush xml:id="br0">
      <inkml:brushProperty name="width" value="0.035" units="cm"/>
      <inkml:brushProperty name="height" value="0.035" units="cm"/>
      <inkml:brushProperty name="color" value="#FFC114"/>
    </inkml:brush>
  </inkml:definitions>
  <inkml:trace contextRef="#ctx0" brushRef="#br0">0 1 0 0 0,'0'0'0'0'0</inkml:trace>
</inkml:ink>
</file>

<file path=ppt/ink/ink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0T12:27:00.043"/>
    </inkml:context>
    <inkml:brush xml:id="br0">
      <inkml:brushProperty name="width" value="0.035" units="cm"/>
      <inkml:brushProperty name="height" value="0.035" units="cm"/>
      <inkml:brushProperty name="color" value="#FFC114"/>
    </inkml:brush>
  </inkml:definitions>
  <inkml:trace contextRef="#ctx0" brushRef="#br0">139 61 0 0 0,'-8'11'21668'0'0,"-16"9"-20074"0"0,0 22-423 0 0,-37 65-84 0 0,55-94-997 0 0,1 0 0 0 0,-6 18 0 0 0,27-63 2059 0 0,-1 5-2132 0 0,15-41 0 0 0,13-59 189 0 0,-42 123-166 0 0,10-25 105 0 0,-5 20 165 0 0,-6 9-293 0 0,0 0-1 0 0,0-1 0 0 0,0 1 0 0 0,1 0 1 0 0,-1 0-1 0 0,0 0 0 0 0,0 0 0 0 0,0 0 1 0 0,0 0-1 0 0,0 0 0 0 0,1 0 0 0 0,-1 0 1 0 0,0 0-1 0 0,0 0 0 0 0,0 0 0 0 0,0 0 1 0 0,1 0-1 0 0,-1 0 0 0 0,0 0 0 0 0,0 0 0 0 0,0 0 1 0 0,0 0-1 0 0,0 0 0 0 0,1 0 0 0 0,-1 0 1 0 0,0 0-1 0 0,0 0 0 0 0,0 0 0 0 0,0 0 1 0 0,0 0-1 0 0,1 0 0 0 0,-1 0 0 0 0,0 1 1 0 0,0-1-1 0 0,0 0 0 0 0,0 0 0 0 0,0 0 0 0 0,0 0 1 0 0,0 0-1 0 0,0 0 0 0 0,1 1 0 0 0,-1-1 1 0 0,0 0-1 0 0,3 7 98 0 0,1 0 0 0 0,-1 0 0 0 0,-1 0 0 0 0,5 14-1 0 0,4 15 53 0 0,48 81 0 0 0,-57-114-149 0 0,0 1 0 0 0,0 0-1 0 0,-1-1 1 0 0,1 1 0 0 0,-1 0-1 0 0,0 0 1 0 0,1 0 0 0 0,-2 1 0 0 0,1 4 793 0 0,-9-18-948 0 0,2 5-3253 0 0,2 4 10 0 0</inkml:trace>
</inkml:ink>
</file>

<file path=ppt/ink/ink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0T12:27:17.94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1049 62 0 0 0,'-6'-3'24085'0'0,"-17"-8"-23005"0"0,13 8-811 0 0,0 0-1 0 0,-1 1 0 0 0,1 1 0 0 0,-17-1 0 0 0,16 1-9 0 0,-1 0-1 0 0,1-1 1 0 0,0 0 0 0 0,-18-5-1 0 0,21 5-205 0 0,-1 0 0 0 0,0 1 0 0 0,1 0 0 0 0,-1 0 1 0 0,-17 2-1 0 0,10-1-24 0 0,-147 0 197 0 0,120 0-138 0 0,9-1-20 0 0,-1 1 0 0 0,1 2 1 0 0,-55 10-1 0 0,36 0-51 0 0,0 0 47 0 0,-73 26 1 0 0,110-32-33 0 0,0 0 0 0 0,-24 16 0 0 0,35-19-39 0 0,0 0-1 0 0,1 1 1 0 0,-1-1-1 0 0,1 1 1 0 0,0 0-1 0 0,0 0 1 0 0,1 1-1 0 0,-1-1 1 0 0,1 1-1 0 0,0 0 1 0 0,-5 10-1 0 0,-6 11-5 0 0,11-22 12 0 0,0 0 0 0 0,1 1 0 0 0,-1-1 0 0 0,1 0-1 0 0,0 1 1 0 0,1-1 0 0 0,-1 1 0 0 0,1 0 0 0 0,0 0 0 0 0,-1 6 0 0 0,1 9-27 0 0,0-17 36 0 0,1 1-1 0 0,-1-1 1 0 0,1 0 0 0 0,0 0 0 0 0,0 1 0 0 0,0-1-1 0 0,0 0 1 0 0,1 1 0 0 0,-1-1 0 0 0,1 0 0 0 0,0 0-1 0 0,0 0 1 0 0,0 0 0 0 0,0 0 0 0 0,1 0 0 0 0,-1 0-1 0 0,1 0 1 0 0,0 0 0 0 0,2 3 0 0 0,5 2 31 0 0,1 0 0 0 0,0 0 0 0 0,0-1 0 0 0,0 0 0 0 0,1-1 0 0 0,13 6 0 0 0,3-2-11 0 0,1-1 1 0 0,-1-1-1 0 0,1-2 0 0 0,35 4 0 0 0,41 9 17 0 0,-76-13-30 0 0,0-1 0 0 0,0-2 0 0 0,44 1 1 0 0,85-11 79 0 0,-154 7-94 0 0,40-5 40 0 0,-1-2 0 0 0,-1-2 0 0 0,1-2 0 0 0,-2-2 1 0 0,63-27-1 0 0,-89 33 0 0 0,0 0 1 0 0,-1-1-1 0 0,0 0 1 0 0,-1-1-1 0 0,0-1 1 0 0,0 0-1 0 0,19-21 1 0 0,-27 24-1 0 0,1 0 1 0 0,-1-1-1 0 0,-1 1 1 0 0,1-1 0 0 0,-1 0-1 0 0,-1 0 1 0 0,0 0-1 0 0,0 0 1 0 0,0 0-1 0 0,-1 0 1 0 0,0-1-1 0 0,0 1 1 0 0,-1 0 0 0 0,-1-1-1 0 0,1 1 1 0 0,-1-1-1 0 0,-1 1 1 0 0,-2-11-1 0 0,1 12-28 0 0,0 0-1 0 0,0 0 1 0 0,-1 0 0 0 0,0 1-1 0 0,0 0 1 0 0,-1 0-1 0 0,0 0 1 0 0,0 0 0 0 0,0 1-1 0 0,-10-9 1 0 0,5 7-5 0 0,1 1 0 0 0,-1 0 0 0 0,-1 0-1 0 0,1 1 1 0 0,-1 0 0 0 0,-14-4 0 0 0,-3 2-149 0 0,0 1-1 0 0,0 2 1 0 0,0 0-1 0 0,-53 1 1 0 0,73 3-265 0 0,1 1-1 0 0,-1-1 1 0 0,0 1 0 0 0,0 1 0 0 0,1 0 0 0 0,-1 0 0 0 0,1 0-1 0 0,-9 5 1 0 0,1 1-4493 0 0,1 1-3745 0 0</inkml:trace>
</inkml:ink>
</file>

<file path=ppt/ink/ink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0T12:27:39.81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0 0 0 0,'8'0'0'0'0,"-5"0"0"0"0,-2 2 0 0 0</inkml:trace>
</inkml:ink>
</file>

<file path=ppt/ink/ink1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0T12:27:26.41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 0 0 0,'0'0'0'0'0</inkml:trace>
</inkml:ink>
</file>

<file path=ppt/ink/ink1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0T12:27:27.56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84 51 8058 0 0,'-24'-40'445'0'0,"23"39"-550"0"0,0 1 0 0 0,0-1 0 0 0,0 0-1 0 0,0 0 1 0 0,0 0 0 0 0,0 1 0 0 0,0-1-1 0 0,0 0 1 0 0,-1 1 0 0 0,1-1 0 0 0,0 1 0 0 0,0-1-1 0 0,-1 1 1 0 0,1 0 0 0 0,0-1 0 0 0,-1 1 0 0 0,1 0-1 0 0,0 0 1 0 0,-1 0 0 0 0,1 0 0 0 0,0 0-1 0 0,-1 1 1 0 0,1-1 0 0 0,0 0 0 0 0,-2 1 0 0 0,-1 0 706 0 0,-7-1 53 0 0,-1 0 12742 0 0,25 0-12577 0 0,1370 1 1516 0 0,-1142-1-2264 0 0,330 2-99 0 0,65-2 2 0 0,-286-2 72 0 0,-98 1-73 0 0,-3 1 99 0 0,-43 0-133 0 0,-158-2 166 0 0,-47 1-126 0 0,1 0-378 0 0</inkml:trace>
</inkml:ink>
</file>

<file path=ppt/ink/ink1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0T12:27:30.39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34 1 0 0 0,'0'0'10946'0'0,"-6"2"-10575"0"0,-16 5-82 0 0,22-7-179 0 0,0 0 0 0 0,0 0-1 0 0,0 0 1 0 0,-1 0 0 0 0,1 0-1 0 0,0 0 1 0 0,0 0 0 0 0,0 0-1 0 0,0 0 1 0 0,-1 0 0 0 0,1 0-1 0 0,0 0 1 0 0,0 0 0 0 0,0 0-1 0 0,0 0 1 0 0,-1 0 0 0 0,1 0-1 0 0,0 0 1 0 0,0 0 0 0 0,0 0-1 0 0,0 0 1 0 0,-1 1 0 0 0,1-1-1 0 0,0 0 1 0 0,0 0 0 0 0,0 0-1 0 0,0 0 1 0 0,0 0 0 0 0,0 0-1 0 0,-1 1 1 0 0,1-1 0 0 0,0 0-1 0 0,0 0 1 0 0,0 0 0 0 0,0 0-1 0 0,0 0 1 0 0,0 1-1 0 0,0-1 1 0 0,0 0 0 0 0,0 0-1 0 0,0 0 1 0 0,0 0 0 0 0,0 1-1 0 0,0-1 1 0 0,0 0 0 0 0,0 0-1 0 0,0 0 1 0 0,0 1 0 0 0,0-1-1 0 0,0 0 1 0 0,0 0 0 0 0,0 0-1 0 0,13 3 1180 0 0,23-2-2184 0 0,-34-1 1322 0 0,370 6 2028 0 0,163 1-1102 0 0,-156-4-831 0 0,129 2 43 0 0,186 5-478 0 0,-211-6-131 0 0,-398-4 41 0 0,-85 0 46 0 0,31 0-175 0 0,288 3-119 0 0,-168-1 703 0 0,-61 0-2658 0 0,-31-2-4644 0 0</inkml:trace>
</inkml:ink>
</file>

<file path=ppt/ink/ink1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0T12:27:32.95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315 14 0 0 0,'0'-1'21861'0'0,"0"0"-21805"0"0,0 0 1 0 0,-1 0 0 0 0,1 1 0 0 0,-1-1-1 0 0,1 0 1 0 0,0 1 0 0 0,-1-1 0 0 0,1 1-1 0 0,-1-1 1 0 0,0 0 0 0 0,1 1 0 0 0,-1-1-1 0 0,1 1 1 0 0,-1-1 0 0 0,0 1-1 0 0,1 0 1 0 0,-1-1 0 0 0,0 1 0 0 0,0 0-1 0 0,1-1 1 0 0,-1 1 0 0 0,0 0 0 0 0,0 0-1 0 0,1 0 1 0 0,-1 0 0 0 0,0 0 0 0 0,0 0-1 0 0,0 0 1 0 0,1 0 0 0 0,-1 0 0 0 0,0 0-1 0 0,-1 0 1 0 0,-25 4 312 0 0,-30 30-138 0 0,48-28-193 0 0,0 1-1 0 0,1 0 1 0 0,0 1-1 0 0,0 0 1 0 0,1 0-1 0 0,-13 18 1 0 0,10-10 17 0 0,1 0 1 0 0,-15 34 0 0 0,1 2 105 0 0,-18 34 200 0 0,37-74-317 0 0,1-1-1 0 0,0 0 0 0 0,-2 13 0 0 0,3-13 62 0 0,0 0 0 0 0,-8 21-1 0 0,9-27-67 0 0,0 1 0 0 0,0-1 0 0 0,1 0 0 0 0,0 1 0 0 0,0-1 0 0 0,0 1 0 0 0,1-1-1 0 0,0 0 1 0 0,2 9 0 0 0,-1 0 57 0 0,0 1-32 0 0,0 0-1 0 0,1 0 1 0 0,1-1-1 0 0,8 22 1 0 0,1-5 24 0 0,-7-16-42 0 0,0 0 0 0 0,15 25-1 0 0,-18-36-5 0 0,1 1-1 0 0,0-1 1 0 0,0 0-1 0 0,0 0 1 0 0,1 0-1 0 0,-1-1 1 0 0,1 0-1 0 0,0 0 1 0 0,0 0-1 0 0,0 0 1 0 0,1-1-1 0 0,-1 1 1 0 0,0-1-1 0 0,1-1 1 0 0,11 3-1 0 0,9 0 90 0 0,1 0 1 0 0,33-1-1 0 0,-11-1-98 0 0,4 0-153 0 0,-32-2-7643 0 0</inkml:trace>
</inkml:ink>
</file>

<file path=ppt/ink/ink1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0T12:27:35.07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236 4 0 0 0,'-13'-4'25325'0'0,"20"7"-23426"0"0,9 2-6075 0 0,-13-3 6228 0 0,83 47-1851 0 0,-81-46-180 0 0,1 1 0 0 0,-1 0 0 0 0,1 1-1 0 0,-1-1 1 0 0,-1 1 0 0 0,1 0-1 0 0,6 9 1 0 0,25 42 118 0 0,-32-47-122 0 0,31 75 135 0 0,-32-77-119 0 0,0 0 0 0 0,0 0-1 0 0,-1 1 1 0 0,0-1 0 0 0,1 10 0 0 0,3 12 33 0 0,-2-8 18 0 0,-1 0-1 0 0,0 0 1 0 0,-2 0 0 0 0,-2 32 0 0 0,1-19 29 0 0,-2 12 228 0 0,1-42-290 0 0,1 0 0 0 0,-1 0 0 0 0,0-1 1 0 0,0 1-1 0 0,0 0 0 0 0,0-1 0 0 0,-1 1 0 0 0,1-1 0 0 0,-4 6 0 0 0,-11 27 469 0 0,11-29-411 0 0,-1 0 1 0 0,0 0-1 0 0,0 0 0 0 0,0-1 1 0 0,-1 0-1 0 0,0-1 0 0 0,-1 0 1 0 0,-10 7-1 0 0,-58 36 43 0 0,-91 43 0 0 0,156-87-223 0 0,0 0-1 0 0,0 0 1 0 0,0-1 0 0 0,0-1-1 0 0,0 0 1 0 0,-1 0-1 0 0,1-1 1 0 0,-1 0 0 0 0,1-1-1 0 0,-13-2 1 0 0,16-2-2088 0 0</inkml:trace>
</inkml:ink>
</file>

<file path=ppt/ink/ink1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0T12:27:50.83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3940 1 0 0 0,'0'0'15899'0'0,"-30"21"-12715"0"0,14-5-3064 0 0,0-1-1 0 0,-2 0 1 0 0,1-2 0 0 0,-21 12 0 0 0,-17 14-180 0 0,-152 121 180 0 0,80-66 831 0 0,-73 58-439 0 0,56-45-1302 0 0,38-32 894 0 0,-183 139 45 0 0,277-205-159 0 0,-247 184-318 0 0,32-25 84 0 0,-348 260 261 0 0,505-378 30 0 0,-70 54 98 0 0,11-8-382 0 0,-280 205-672 0 0,69-40 1028 0 0,153-128-340 0 0,51-31 223 0 0,88-64-1163 0 0,20-14 1045 0 0,-2-2 0 0 0,-51 31 0 0 0,75-48 1261 0 0</inkml:trace>
</inkml:ink>
</file>

<file path=ppt/ink/ink1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0T12:27:52.57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40 251 4169 0 0,'1'-3'18631'0'0,"2"-3"-14966"0"0,17-31-3643 0 0,17-27 146 0 0,-25 44-110 0 0,0 0 1 0 0,17-40 0 0 0,-21 45 10 0 0,-7 13-24 0 0,1 1-1 0 0,-1-1 1 0 0,0 1 0 0 0,-1-1 0 0 0,1 0 0 0 0,0 1-1 0 0,0-1 1 0 0,-1 0 0 0 0,1 0 0 0 0,-1 1-1 0 0,1-1 1 0 0,-1-3 0 0 0,0 5 60 0 0,-14 20-757 0 0,-39 60 632 0 0,32-45 85 0 0,-50 60 1 0 0,58-78 253 0 0,20-29 505 0 0,2-4-833 0 0,2 0 1 0 0,0 1 0 0 0,1 0-1 0 0,1 1 1 0 0,0 0 0 0 0,0 1-1 0 0,30-20 1 0 0,-43 40-1520 0 0,-5 4 390 0 0,-1-1-1711 0 0,-1-1-4063 0 0</inkml:trace>
</inkml:ink>
</file>

<file path=ppt/ink/ink1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0T12:27:54.09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55 81 0 0 0,'0'0'1318'0'0,"-7"0"-358"0"0,-6 1-512 0 0,-1 1 607 0 0,-4-2 5404 0 0,18 0-6346 0 0,0 1 0 0 0,-1-1 1 0 0,1 0-1 0 0,0 1 1 0 0,0-1-1 0 0,0 0 1 0 0,-1 1-1 0 0,1-1 1 0 0,0 0-1 0 0,0 1 0 0 0,0-1 1 0 0,0 0-1 0 0,0 1 1 0 0,0-1-1 0 0,-1 0 1 0 0,1 1-1 0 0,0-1 1 0 0,0 0-1 0 0,0 1 1 0 0,0-1-1 0 0,1 1 0 0 0,-1-1 1 0 0,0 0-1 0 0,0 1 1 0 0,0-1-1 0 0,0 0 1 0 0,0 1-1 0 0,0-1 1 0 0,0 0-1 0 0,1 1 1 0 0,-1-1-1 0 0,0 0 0 0 0,0 1 1 0 0,0-1-1 0 0,1 0 1 0 0,-1 0-1 0 0,0 1 1 0 0,0-1-1 0 0,1 0 1 0 0,-1 0-1 0 0,0 1 1 0 0,1-1-1 0 0,-1 0 0 0 0,0 0 1 0 0,1 0-1 0 0,-1 0 1 0 0,0 0-1 0 0,1 1 1 0 0,-1-1-1 0 0,0 0 1 0 0,1 0-1 0 0,-1 0 1 0 0,1 0-1 0 0,-1 0 0 0 0,1 0 1 0 0,8-1 341 0 0,0-1 1 0 0,-1 0-1 0 0,1 0 0 0 0,0-1 1 0 0,-1 0-1 0 0,0-1 1 0 0,1 1-1 0 0,7-6 0 0 0,17-7 93 0 0,-12 7-294 0 0,-5 3-55 0 0,0 0 1 0 0,0-1-1 0 0,28-19 0 0 0,-47 27 2819 0 0,-19 4-3007 0 0,-7 10 97 0 0,1 0-1 0 0,-2-3 1 0 0,0 0 0 0 0,-35 8 0 0 0,72-22-644 0 0,25-7-1537 0 0,-12 4-7310 0 0</inkml:trace>
</inkml:ink>
</file>

<file path=ppt/ink/ink1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0T12:53:31.801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 0 24575,'0'0'-8191</inkml:trace>
</inkml:ink>
</file>

<file path=ppt/ink/ink1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0T12:53:55.98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8 789 344 0 0,'0'0'15255'0'0,"1"4"-14805"0"0,-1-3-367 0 0,1 1 0 0 0,0-1 0 0 0,-1 1 0 0 0,1-1 1 0 0,0 1-1 0 0,0-1 0 0 0,-1 0 0 0 0,1 0 0 0 0,0 1 0 0 0,0-1 1 0 0,1 0-1 0 0,-1 0 0 0 0,0 0 0 0 0,0 0 0 0 0,1 0 0 0 0,1 1 1 0 0,3 1 209 0 0,0 0 1 0 0,0 0-1 0 0,0-1 1 0 0,8 3 0 0 0,4-1 525 0 0,-1 0 1 0 0,31 1 0 0 0,61 1 510 0 0,-1-5-1 0 0,160-20 1 0 0,-143-1-613 0 0,143-40 1 0 0,-179 33-539 0 0,-1-3 1 0 0,112-56 0 0 0,-183 78-142 0 0,13-6 82 0 0,39-27-1 0 0,-61 36-53 0 0,-1 0 0 0 0,0-1 0 0 0,-1 0 0 0 0,1 0 0 0 0,-1 0 0 0 0,0-1 0 0 0,-1 1 0 0 0,1-1 1 0 0,-2-1-1 0 0,8-12 0 0 0,-10 13-11 0 0,1 0 1 0 0,-1-1 0 0 0,-1 1 0 0 0,1-1-1 0 0,-1 1 1 0 0,-1-1 0 0 0,1 1-1 0 0,-1-1 1 0 0,-1 1 0 0 0,-1-14-1 0 0,0 10-26 0 0,-1 1 0 0 0,0-1 0 0 0,0 0-1 0 0,-1 1 1 0 0,0 0 0 0 0,-10-17-1 0 0,5 14-21 0 0,0 0 0 0 0,-1 1 1 0 0,-1 0-1 0 0,0 1 0 0 0,0 0 0 0 0,-21-15 0 0 0,1 5-5 0 0,-55-30 1 0 0,50 34 32 0 0,-1 1 0 0 0,-1 1-1 0 0,0 3 1 0 0,0 1 0 0 0,-54-8 0 0 0,23 10 36 0 0,-1 2 0 0 0,-87 5 1 0 0,105 5-40 0 0,1 3-1 0 0,1 2 1 0 0,-1 2 0 0 0,1 2 0 0 0,1 2 0 0 0,0 3 0 0 0,-75 37-1 0 0,95-40-8 0 0,0 2-1 0 0,1 1 0 0 0,-31 25 0 0 0,45-30-3 0 0,-1 1 0 0 0,2 0-1 0 0,0 1 1 0 0,0 0 0 0 0,1 1 0 0 0,-19 33-1 0 0,23-33 2 0 0,-1 1 0 0 0,2 1 0 0 0,0 0 0 0 0,1 0 0 0 0,-6 30 0 0 0,11-40-12 0 0,0 0 1 0 0,0 0-1 0 0,1 0 0 0 0,0 0 0 0 0,0 0 1 0 0,1 0-1 0 0,0 0 0 0 0,0 0 0 0 0,1 0 1 0 0,-1 0-1 0 0,2-1 0 0 0,-1 1 0 0 0,1-1 1 0 0,0 1-1 0 0,0-1 0 0 0,0 0 0 0 0,7 8 0 0 0,1 0 6 0 0,2-1-1 0 0,0-1 0 0 0,0 0 0 0 0,1-1 0 0 0,0 0 0 0 0,1-1 1 0 0,1 0-1 0 0,-1-1 0 0 0,1-1 0 0 0,1-1 0 0 0,19 6 0 0 0,10 2-91 0 0,1-3 0 0 0,92 12 0 0 0,14-12-966 0 0,-55-11-7274 0 0,-69-1-4352 0 0</inkml:trace>
</inkml:ink>
</file>

<file path=ppt/ink/ink1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0T12:53:58.55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2437 158 0 0 0,'0'0'19843'0'0,"1"-11"-18759"0"0,2-50 607 0 0,-4 59-1528 0 0,1 0 0 0 0,-1 0 0 0 0,1 0 0 0 0,-1 1 0 0 0,0-1 1 0 0,0 0-1 0 0,0 1 0 0 0,0-1 0 0 0,0 1 0 0 0,-1-1 0 0 0,1 1 0 0 0,-3-3 0 0 0,-5-9 182 0 0,6 11-333 0 0,1 0 1 0 0,-1 1 0 0 0,1-1 0 0 0,-1 0-1 0 0,0 1 1 0 0,1-1 0 0 0,-1 1 0 0 0,0 0-1 0 0,0 0 1 0 0,-6-1 0 0 0,4 0-4 0 0,-18-4 30 0 0,1 0-1 0 0,-1 2 1 0 0,-30-3-1 0 0,-73 2 204 0 0,62 4-122 0 0,-491 1 1066 0 0,-57 51 146 0 0,537-40-1241 0 0,-143 40 1 0 0,166-34-86 0 0,0 2 1 0 0,1 3 0 0 0,-64 37-1 0 0,85-40-7 0 0,1 1 0 0 0,2 1-1 0 0,0 1 1 0 0,1 2 0 0 0,1 1-1 0 0,1 0 1 0 0,-34 50 0 0 0,45-55-4 0 0,1 0 1 0 0,1 0-1 0 0,0 1 0 0 0,2 1 1 0 0,-9 29-1 0 0,14-39-8 0 0,1 1 0 0 0,0 0-1 0 0,1 0 1 0 0,1-1 0 0 0,0 1 0 0 0,0 1-1 0 0,2-1 1 0 0,-1 0 0 0 0,2-1 0 0 0,0 1-1 0 0,3 13 1 0 0,-2-18 7 0 0,0 0 1 0 0,1 0-1 0 0,0-1 1 0 0,0 0-1 0 0,1 1 1 0 0,-1-2-1 0 0,2 1 1 0 0,-1 0-1 0 0,1-1 1 0 0,0 0-1 0 0,0 0 1 0 0,0-1-1 0 0,1 0 1 0 0,0 0-1 0 0,0 0 0 0 0,9 3 1 0 0,8 4-3 0 0,1-1 0 0 0,0-2-1 0 0,46 12 1 0 0,-17-9 32 0 0,1-2 0 0 0,90 4 0 0 0,114-14-2 0 0,-130-9-8 0 0,0-5 0 0 0,-1-6 1 0 0,139-40-1 0 0,-119 17-3 0 0,-2-7-1 0 0,-3-6 1 0 0,-2-6 0 0 0,201-122-1 0 0,-230 110 13 0 0,-98 63 4 0 0,0 0 0 0 0,-1-1-1 0 0,-1-1 1 0 0,0 0-1 0 0,16-23 1 0 0,-25 33-18 0 0,-1-1-1 0 0,0 0 1 0 0,0 0-1 0 0,0 1 0 0 0,-1-1 1 0 0,1-1-1 0 0,-1 1 1 0 0,0 0-1 0 0,0 0 1 0 0,0 0-1 0 0,-1-1 1 0 0,0 1-1 0 0,1 0 1 0 0,-1 0-1 0 0,-1-1 1 0 0,1 1-1 0 0,-1 0 1 0 0,0 0-1 0 0,0-1 0 0 0,0 1 1 0 0,0 0-1 0 0,-1 0 1 0 0,1 0-1 0 0,-1 0 1 0 0,0 1-1 0 0,0-1 1 0 0,-1 0-1 0 0,1 1 1 0 0,-1-1-1 0 0,0 1 1 0 0,0 0-1 0 0,0 0 1 0 0,0 0-1 0 0,0 0 1 0 0,-1 1-1 0 0,-4-3 0 0 0,0-1-19 0 0,-1 1-1 0 0,-1 0 0 0 0,1 1 0 0 0,-1 0 0 0 0,0 0 0 0 0,-18-4 1 0 0,-67-7-74 0 0,89 14 78 0 0,-70-6-47 0 0,-133 5 0 0 0,66 12-1707 0 0,6 3-4859 0 0,89-9-5334 0 0</inkml:trace>
</inkml:ink>
</file>

<file path=ppt/ink/ink1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0T12:54:03.27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940 123 0 0 0,'0'0'10237'0'0,"-2"-6"-9058"0"0,2 3-868 0 0,0 1-208 0 0,0 1-1 0 0,0-1 1 0 0,0 0-1 0 0,-1 1 1 0 0,1-1-1 0 0,0 1 1 0 0,-1-1-1 0 0,1 0 1 0 0,-1 1-1 0 0,0-1 1 0 0,1 1-1 0 0,-1 0 1 0 0,0-1-1 0 0,0 1 1 0 0,0-1-1 0 0,-1 0 1 0 0,-8-5 1368 0 0,9 6-1249 0 0,-1 0 1 0 0,0 0-1 0 0,1 0 1 0 0,-1-1-1 0 0,1 1 1 0 0,-1 0-1 0 0,1-1 0 0 0,-1 1 1 0 0,1-1-1 0 0,-2-2 1 0 0,1 1-19 0 0,0 1 1 0 0,0 0-1 0 0,0 0 1 0 0,0 0-1 0 0,0 0 1 0 0,-1 0-1 0 0,-4-2 1 0 0,-7-7 479 0 0,10 8-611 0 0,1 0-1 0 0,-1 1 1 0 0,0-1-1 0 0,0 1 1 0 0,0 0-1 0 0,0 0 1 0 0,0 1-1 0 0,0-1 1 0 0,-6 0-1 0 0,-38-7 2 0 0,28 8-8 0 0,0 0 1 0 0,-1 1-1 0 0,1 2 0 0 0,-1 0 0 0 0,1 1 1 0 0,0 1-1 0 0,0 1 0 0 0,1 0 1 0 0,-27 12-1 0 0,-16 8 412 0 0,-76 41 0 0 0,107-48-231 0 0,0 2-1 0 0,1 1 1 0 0,1 1 0 0 0,-28 28 0 0 0,35-27 88 0 0,-33 40 1 0 0,47-51-256 0 0,0-1 1 0 0,1 2 0 0 0,0-1 0 0 0,1 0-1 0 0,0 1 1 0 0,-5 17 0 0 0,5-7 7 0 0,-1-1-12 0 0,0 1-1 0 0,2-1 1 0 0,1 1-1 0 0,-2 36 0 0 0,6-45-50 0 0,0 1-1 0 0,1-1 0 0 0,0 0 1 0 0,1 1-1 0 0,1-1 0 0 0,0 0 1 0 0,7 17-1 0 0,-2-11 25 0 0,0 0 0 0 0,1 0-1 0 0,1-1 1 0 0,1 0 0 0 0,0-1 0 0 0,23 27-1 0 0,-14-24-11 0 0,0-2-1 0 0,2 0 0 0 0,0-1 1 0 0,1-2-1 0 0,0 0 0 0 0,1-1 1 0 0,1-2-1 0 0,1 0 0 0 0,0-2 1 0 0,0 0-1 0 0,1-2 0 0 0,0-1 1 0 0,0-2-1 0 0,1 0 0 0 0,0-2 1 0 0,32 1-1 0 0,-50-4-21 0 0,21 1 111 0 0,0-1 1 0 0,0-2-1 0 0,0-1 1 0 0,0-1-1 0 0,44-10 0 0 0,-47 4 83 0 0,0 0 0 0 0,53-27 0 0 0,-68 29-100 0 0,-1 0 1 0 0,1-2-1 0 0,-2 1 0 0 0,1-2 1 0 0,-1 1-1 0 0,-1-1 1 0 0,0-1-1 0 0,10-13 0 0 0,-8 7-10 0 0,0 0 0 0 0,-1 0 0 0 0,-1-1 0 0 0,-1 0 0 0 0,0-1 0 0 0,-2 0 0 0 0,0 0 0 0 0,-1 0 0 0 0,-1-1 0 0 0,4-31 0 0 0,-6 21-68 0 0,-1-1 0 0 0,-2 1 0 0 0,-2 0 0 0 0,0 0 0 0 0,-2 0 1 0 0,-1 0-1 0 0,-15-46 0 0 0,13 52-43 0 0,-2 1 0 0 0,-1 1 0 0 0,0-1 0 0 0,-2 2 1 0 0,0-1-1 0 0,-2 2 0 0 0,0 0 0 0 0,-1 0 0 0 0,-32-30 0 0 0,26 32-8 0 0,-1 0 0 0 0,0 2 0 0 0,-2 1 0 0 0,0 0 0 0 0,0 2 0 0 0,-2 1 0 0 0,1 1 0 0 0,-43-12 0 0 0,47 17-29 0 0,1 1 1 0 0,-1 1-1 0 0,0 1 0 0 0,-1 0 0 0 0,1 2 1 0 0,0 1-1 0 0,0 0 0 0 0,-1 2 0 0 0,1 0 0 0 0,0 1 1 0 0,-35 11-1 0 0,45-10-28 0 0,1 1 0 0 0,0 0-1 0 0,0 0 1 0 0,1 1 0 0 0,-1 0 0 0 0,1 0 0 0 0,1 1 0 0 0,-1 1 0 0 0,1 0-1 0 0,0 0 1 0 0,1 0 0 0 0,0 1 0 0 0,0 0 0 0 0,-5 10 0 0 0,4-5-565 0 0,0 1 0 0 0,1 0 1 0 0,-7 21-1 0 0,8-17-1873 0 0,2 0 0 0 0,-5 27 0 0 0,8-20-8884 0 0</inkml:trace>
</inkml:ink>
</file>

<file path=ppt/ink/ink1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0T12:55:24.67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16 393 0 0 0,'0'0'12560'0'0,"-2"1"-11494"0"0,1-1-803 0 0,0 1-147 0 0,1-1 0 0 0,-1 0 0 0 0,0 0 1 0 0,0 1-1 0 0,1-1 0 0 0,-1 0 0 0 0,0 1 0 0 0,1-1 1 0 0,-1 1-1 0 0,0-1 0 0 0,1 1 0 0 0,-1-1 0 0 0,1 1 1 0 0,-1-1-1 0 0,1 1 0 0 0,-1 0 0 0 0,1-1 1 0 0,-1 2-1 0 0,1-1 501 0 0,1 2 1929 0 0,0 2 1610 0 0,5-10-3091 0 0,104-141 364 0 0,-83 123-1589 0 0,-18 16-154 0 0,-8 7 277 0 0,-1 0 0 0 0,1-1 1 0 0,-1 1-1 0 0,1 0 0 0 0,-1 0 0 0 0,1 0 0 0 0,0 0 1 0 0,-1 0-1 0 0,1 0 0 0 0,-1 0 0 0 0,1 0 0 0 0,0 0 1 0 0,-1 0-1 0 0,1 1 0 0 0,-1-1 0 0 0,1 0 0 0 0,-1 0 1 0 0,1 0-1 0 0,-1 1 0 0 0,1-1 0 0 0,-1 0 0 0 0,1 1 1 0 0,-1-1-1 0 0,1 0 0 0 0,-1 1 0 0 0,1-1 0 0 0,-1 1 1 0 0,0-1-1 0 0,1 1 0 0 0,-1-1 0 0 0,0 1 0 0 0,1-1 1 0 0,-1 1-1 0 0,0-1 0 0 0,0 1 0 0 0,1-1 0 0 0,-1 1 1 0 0,0 0-1 0 0,10 22-106 0 0,-8-8 120 0 0,-1-11 10 0 0,0 1 0 0 0,-1-1 1 0 0,2 1-1 0 0,-1-1 0 0 0,0 1 0 0 0,1-1 1 0 0,2 5-1 0 0,-3-13 213 0 0,-1 0-1 0 0,0 0 0 0 0,0 0 1 0 0,0 0-1 0 0,-1 1 1 0 0,1-1-1 0 0,-1 0 1 0 0,-1-5-1 0 0,-2 2-230 0 0,4 5 17 0 0,0 1 0 0 0,-1 0 0 0 0,1 0 0 0 0,-1-1 0 0 0,0 1 0 0 0,1 0 0 0 0,-1 0 0 0 0,0 0 0 0 0,0 0 0 0 0,0 0 0 0 0,0 0 0 0 0,0 0 0 0 0,0 0 0 0 0,0 0 0 0 0,0 0 0 0 0,0 0 0 0 0,0 1 0 0 0,0-1 1 0 0,0 0-1 0 0,-1 1 0 0 0,1-1 0 0 0,0 1 0 0 0,-1-1 0 0 0,1 1 0 0 0,0 0 0 0 0,-1-1 0 0 0,1 1 0 0 0,0 0 0 0 0,-1 0 0 0 0,1 0 0 0 0,0 0 0 0 0,-3 1 0 0 0,0-1-19 0 0,1 0-1 0 0,0 1 1 0 0,-1 0 0 0 0,1-1-1 0 0,0 1 1 0 0,0 0 0 0 0,0 1-1 0 0,0-1 1 0 0,-1 0 0 0 0,2 1-1 0 0,-1 0 1 0 0,0 0 0 0 0,0 0-1 0 0,1 0 1 0 0,-1 0 0 0 0,1 0-1 0 0,-1 1 1 0 0,1-1 0 0 0,0 1-1 0 0,0 0 1 0 0,0 0 0 0 0,-2 4-1 0 0,-3 6 10 0 0,2-1 0 0 0,-1 1 0 0 0,2 0-1 0 0,-5 17 1 0 0,8-22 14 0 0,0 1 0 0 0,0-1 0 0 0,1 0 0 0 0,1 14 0 0 0,0-2-38 0 0,-1-17 39 0 0,1-1-1 0 0,-1 1 0 0 0,1-1 0 0 0,0 0 0 0 0,-1 1 0 0 0,1-1 0 0 0,0 0 0 0 0,1 1 0 0 0,-1-1 0 0 0,0 0 0 0 0,1 0 0 0 0,-1 0 0 0 0,1 0 0 0 0,-1 0 0 0 0,1-1 0 0 0,3 4 0 0 0,34 22 109 0 0,-38-26-91 0 0,5 2 21 0 0,0 0 1 0 0,1 0-1 0 0,-1 0 1 0 0,1-1-1 0 0,-1 0 1 0 0,1-1-1 0 0,0 1 1 0 0,-1-1-1 0 0,1-1 1 0 0,0 1-1 0 0,0-1 1 0 0,0 0-1 0 0,0-1 1 0 0,0 0-1 0 0,-1 0 1 0 0,1 0-1 0 0,8-3 1 0 0,-2-1 27 0 0,1 0 1 0 0,-1 0 0 0 0,-1-1-1 0 0,1-1 1 0 0,-1 0 0 0 0,0-1-1 0 0,17-15 1 0 0,-11 5 12 0 0,-1-1 1 0 0,-1-1-1 0 0,0-1 1 0 0,-2 0-1 0 0,21-39 1 0 0,5-7 37 0 0,-33 54-85 0 0,-1 0 0 0 0,0 0 0 0 0,5-17 0 0 0,3-4-11 0 0,-12 28-6 0 0,0-1 0 0 0,0 1 0 0 0,-1 0 0 0 0,1-13 0 0 0,6-19 80 0 0,-8 37-90 0 0,8-31 302 0 0,-8 31-277 0 0,0 1 1 0 0,0-1-1 0 0,1 0 0 0 0,-1 1 1 0 0,0-1-1 0 0,0 0 1 0 0,0 1-1 0 0,-1-1 1 0 0,1 0-1 0 0,0 1 0 0 0,0-1 1 0 0,0 0-1 0 0,0 1 1 0 0,-1-1-1 0 0,1 0 1 0 0,0 1-1 0 0,-1-1 0 0 0,1 1 1 0 0,0-1-1 0 0,-1 1 1 0 0,1-1-1 0 0,-1 0 0 0 0,1 1 1 0 0,0 0-1 0 0,-1-1 1 0 0,0 1-1 0 0,1-1 1 0 0,-1 1-1 0 0,1 0 0 0 0,-1-1 1 0 0,1 1-1 0 0,-1 0 1 0 0,0-1-1 0 0,1 1 0 0 0,-1 0 1 0 0,0 0-1 0 0,1 0 1 0 0,-1 0-1 0 0,0 0 1 0 0,1 0-1 0 0,-2 0 0 0 0,-11 16-379 0 0,0 8 346 0 0,1 1 0 0 0,1 0 0 0 0,1 0 0 0 0,-9 34 1 0 0,-5 16 94 0 0,22-66-76 0 0,0 1 1 0 0,0 0 0 0 0,1 0-1 0 0,0 0 1 0 0,1-1 0 0 0,2 19 0 0 0,-1 1-16 0 0,-1-27 6 0 0,0 1 0 0 0,1 0-1 0 0,-1 0 1 0 0,1-1-1 0 0,0 1 1 0 0,0 0-1 0 0,0-1 1 0 0,0 1 0 0 0,0-1-1 0 0,0 1 1 0 0,1-1-1 0 0,-1 1 1 0 0,1-1 0 0 0,0 0-1 0 0,-1 0 1 0 0,1 0-1 0 0,0 0 1 0 0,0 0 0 0 0,1 0-1 0 0,2 1 1 0 0,-2 0-5 0 0,1-1 0 0 0,0 0 0 0 0,0 0 0 0 0,0 0 0 0 0,0 0 0 0 0,1-1 0 0 0,-1 0 0 0 0,0 1 0 0 0,1-2 0 0 0,-1 1 0 0 0,7 0 0 0 0,-8-1 11 0 0,0 0-1 0 0,0 0 1 0 0,-1-1 0 0 0,1 1 0 0 0,0-1 0 0 0,0 0 0 0 0,0 1 0 0 0,-1-1 0 0 0,1-1-1 0 0,0 1 1 0 0,-1 0 0 0 0,1-1 0 0 0,-1 1 0 0 0,0-1 0 0 0,5-3 0 0 0,-2-1 26 0 0,1 0 0 0 0,-1-1 0 0 0,9-14 0 0 0,-8 12-8 0 0,4-15-33 0 0,-9 21 4 0 0,0 0-1 0 0,0 0 0 0 0,0 0 0 0 0,0 0 0 0 0,1 0 0 0 0,-1 0 0 0 0,4-3 0 0 0,0 39-636 0 0,3 19 730 0 0,-6-44-92 0 0,-1-4 4 0 0,-1-1-1 0 0,1 0 1 0 0,1 0-1 0 0,-1 0 1 0 0,0 1-1 0 0,1-1 1 0 0,-1 0-1 0 0,1-1 1 0 0,0 1 0 0 0,0 0-1 0 0,0 0 1 0 0,4 3-1 0 0,-3-4 17 0 0,0 1-1 0 0,0-1 1 0 0,1 0-1 0 0,-1 0 1 0 0,1-1 0 0 0,0 1-1 0 0,-1-1 1 0 0,1 0-1 0 0,0 0 1 0 0,0 0-1 0 0,0 0 1 0 0,0 0-1 0 0,0-1 1 0 0,0 0-1 0 0,0 0 1 0 0,-1 0 0 0 0,1 0-1 0 0,7-2 1 0 0,-9 1 1 0 0,1 0 0 0 0,0 0 0 0 0,0 0 1 0 0,-1-1-1 0 0,1 1 0 0 0,-1-1 1 0 0,1 0-1 0 0,-1 0 0 0 0,0 0 0 0 0,0 0 1 0 0,3-3-1 0 0,5-4 23 0 0,6-6-52 0 0,-1-1 0 0 0,0-1 1 0 0,-2 0-1 0 0,0-1 0 0 0,15-25 0 0 0,-23 30 18 0 0,-5 12-5 0 0,0 1 0 0 0,0-1 1 0 0,0 0-1 0 0,0 0 1 0 0,1 0-1 0 0,-1 0 1 0 0,0 0-1 0 0,1 1 0 0 0,-1-1 1 0 0,0 0-1 0 0,1 0 1 0 0,-1 1-1 0 0,1-1 0 0 0,-1 0 1 0 0,1 1-1 0 0,0-1 1 0 0,-1 0-1 0 0,1 1 0 0 0,0-1 1 0 0,-1 1-1 0 0,1-1 1 0 0,0 1-1 0 0,0-1 0 0 0,-1 1 1 0 0,3-1-1 0 0,-2 1-87 0 0,11 21-1336 0 0,-10-17 1369 0 0,0-1 0 0 0,0 0-1 0 0,1 1 1 0 0,0-1 0 0 0,5 5 0 0 0,-7-8 42 0 0,0 1 0 0 0,0 0 0 0 0,0-1 0 0 0,0 1 1 0 0,0-1-1 0 0,0 1 0 0 0,0-1 0 0 0,0 1 0 0 0,1-1 1 0 0,-1 0-1 0 0,0 0 0 0 0,0 1 0 0 0,0-1 0 0 0,1 0 1 0 0,-1 0-1 0 0,0 0 0 0 0,0 0 0 0 0,1-1 0 0 0,-1 1 1 0 0,0 0-1 0 0,0 0 0 0 0,0-1 0 0 0,0 1 0 0 0,1-1 1 0 0,1 0-1 0 0,-1-1 30 0 0,0 1 0 0 0,-1-1 0 0 0,1 0 0 0 0,0 0 0 0 0,0 0 0 0 0,-1 0 1 0 0,1 0-1 0 0,-1 0 0 0 0,0-1 0 0 0,0 1 0 0 0,1 0 0 0 0,-1-1 0 0 0,-1 1 0 0 0,1 0 0 0 0,0-1 0 0 0,-1 1 0 0 0,1-1 1 0 0,-1-3-1 0 0,1 0 77 0 0,0-1 0 0 0,-1 1 1 0 0,0 0-1 0 0,0-1 1 0 0,-1 1-1 0 0,-1-10 0 0 0,1 15-88 0 0,1 0-1 0 0,-1-1 0 0 0,0 1 0 0 0,1 0 0 0 0,-1 0 0 0 0,0 0 1 0 0,0 0-1 0 0,0 0 0 0 0,0 0 0 0 0,0 0 0 0 0,0 0 0 0 0,0 0 1 0 0,0 1-1 0 0,0-1 0 0 0,0 0 0 0 0,-1 1 0 0 0,1-1 0 0 0,0 1 1 0 0,0-1-1 0 0,-1 1 0 0 0,1-1 0 0 0,0 1 0 0 0,-1 0 0 0 0,1 0 1 0 0,0 0-1 0 0,-1 0 0 0 0,-1 0 0 0 0,1 0-24 0 0,0 0 0 0 0,1 0 0 0 0,-1 0-1 0 0,1 0 1 0 0,-1 0 0 0 0,0 0 0 0 0,1 1 0 0 0,-1-1 0 0 0,1 1-1 0 0,-1-1 1 0 0,1 1 0 0 0,0-1 0 0 0,-1 1 0 0 0,1 0 0 0 0,-1 0-1 0 0,1 0 1 0 0,0 0 0 0 0,0 0 0 0 0,-1 0 0 0 0,1 0 0 0 0,0 0-1 0 0,-1 2 1 0 0,0 0 11 0 0,1-1 1 0 0,0 0-1 0 0,-1 0 0 0 0,0 0 0 0 0,1 0 0 0 0,-1 0 0 0 0,0 0 0 0 0,-2 2 0 0 0,2-3 5 0 0,0 1-1 0 0,1-1 0 0 0,-1 1 0 0 0,0-1 1 0 0,1 1-1 0 0,0 0 0 0 0,-1 0 0 0 0,1 0 1 0 0,0 0-1 0 0,-2 3 0 0 0,0 6-4 0 0,-12 42-154 0 0,15-50 151 0 0,-1 1 1 0 0,1-1-1 0 0,0 0 0 0 0,0 0 0 0 0,0 0 0 0 0,0 1 0 0 0,1-1 0 0 0,-1 0 0 0 0,1 0 0 0 0,0 0 1 0 0,0 0-1 0 0,0 0 0 0 0,0 0 0 0 0,3 4 0 0 0,-3-4 8 0 0,0 0-1 0 0,1 0 1 0 0,0-1 0 0 0,0 1 0 0 0,0-1-1 0 0,0 0 1 0 0,0 1 0 0 0,0-1-1 0 0,0 0 1 0 0,1 0 0 0 0,-1 0 0 0 0,1-1-1 0 0,-1 1 1 0 0,1-1 0 0 0,0 1 0 0 0,0-1-1 0 0,0 0 1 0 0,0 0 0 0 0,4 1 0 0 0,-1-1 33 0 0,1 0 1 0 0,0 0-1 0 0,0 0 1 0 0,0-1-1 0 0,-1 0 1 0 0,1-1-1 0 0,0 0 1 0 0,0 0-1 0 0,0 0 1 0 0,-1-1-1 0 0,9-2 1 0 0,-6 0 7 0 0,1-1-1 0 0,0 0 1 0 0,-1 0 0 0 0,0-1 0 0 0,0 0 0 0 0,11-11-1 0 0,5-7 30 0 0,-2-1-1 0 0,-1-2 0 0 0,26-40 1 0 0,-42 60-62 0 0,9-27 19 0 0,-2 5-5 0 0,-9 21 72 0 0,0 1 1 0 0,0-1 0 0 0,-1-1 0 0 0,0 1 0 0 0,-1 0-1 0 0,0-1 1 0 0,0 0 0 0 0,0 1 0 0 0,-1-13-1 0 0,-1 26-146 0 0,-1-1-1 0 0,0 0 0 0 0,0 0 0 0 0,0 0 0 0 0,0 0 1 0 0,-1 0-1 0 0,0 0 0 0 0,0 0 0 0 0,0-1 0 0 0,-4 6 1 0 0,-9 21 21 0 0,-2 18-12 0 0,7-23 35 0 0,-7 36 0 0 0,5-18 50 0 0,8-31 75 0 0,1 0-1 0 0,0 0 0 0 0,1 0 1 0 0,-2 21-1 0 0,5-37-21 0 0,-1 1 0 0 0,1-1 0 0 0,0 0 1 0 0,1 0-1 0 0,-1 1 0 0 0,1-1 0 0 0,-1 1 0 0 0,1-1 0 0 0,0 1 1 0 0,3-3-1 0 0,8-18-107 0 0,-9 11 1 0 0,-3 10 9 0 0,0 1-1 0 0,0-1 1 0 0,0 0-1 0 0,0 0 1 0 0,1 1-1 0 0,-1-1 1 0 0,1 1 0 0 0,-1-1-1 0 0,4-3 1 0 0,33-36-182 0 0,-28 34 134 0 0,-5 4-1 0 0,0 0 1 0 0,0 0 0 0 0,1 0 0 0 0,-1 1 0 0 0,8-3 0 0 0,-11 5 17 0 0,0 1 0 0 0,-1-1 0 0 0,1 1 0 0 0,0 0 1 0 0,0 0-1 0 0,0 0 0 0 0,0 0 0 0 0,-1 0 0 0 0,4 1 0 0 0,5-1-324 0 0,-10 1 382 0 0,0 0 0 0 0,0 0-1 0 0,0-1 1 0 0,0 1 0 0 0,0 0-1 0 0,0 0 1 0 0,0 0 0 0 0,0-1-1 0 0,0 1 1 0 0,0 0 0 0 0,0 0-1 0 0,0 0 1 0 0,-1-1 0 0 0,1 1-1 0 0,0 0 1 0 0,-1 0 0 0 0,1-1-1 0 0,0 1 1 0 0,-1 1 0 0 0,-7 4 44 0 0,0 1 1 0 0,0 1-1 0 0,1-1 0 0 0,1 1 1 0 0,-1 1-1 0 0,1-1 1 0 0,1 1-1 0 0,-1 0 1 0 0,2 1-1 0 0,-1-1 1 0 0,-4 14-1 0 0,9-21-60 0 0,-1 0-1 0 0,1 0 1 0 0,0-1-1 0 0,-1 1 1 0 0,1 0 0 0 0,0 0-1 0 0,0 0 1 0 0,0-1-1 0 0,0 1 1 0 0,0 0-1 0 0,1 0 1 0 0,-1 0 0 0 0,0-1-1 0 0,1 1 1 0 0,0 0-1 0 0,-1-1 1 0 0,1 1 0 0 0,0 0-1 0 0,0-1 1 0 0,1 3-1 0 0,0-2 7 0 0,0 0-1 0 0,1 0 1 0 0,-1 0-1 0 0,0-1 1 0 0,0 1-1 0 0,1-1 1 0 0,-1 0-1 0 0,1 1 1 0 0,-1-1-1 0 0,1 0 1 0 0,-1-1-1 0 0,5 2 1 0 0,6 0 6 0 0,0-1 0 0 0,0 0 0 0 0,0 0 0 0 0,20-3 1 0 0,-24 2-574 0 0,49-7 750 0 0,-40 3-3101 0 0,-1-2-3797 0 0</inkml:trace>
</inkml:ink>
</file>

<file path=ppt/ink/ink1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0T12:55:24.88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 18932 0 0,'0'0'6169'0'0</inkml:trace>
</inkml:ink>
</file>

<file path=ppt/ink/ink1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0T12:55:26.65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1 281 3721 0 0,'0'0'12461'0'0,"13"11"-11642"0"0,44 37-22 0 0,-52-46-664 0 0,0 1-1 0 0,-1-1 0 0 0,1 1 0 0 0,1-1 0 0 0,-1-1 0 0 0,0 1 0 0 0,0-1 0 0 0,1 0 0 0 0,-1 0 1 0 0,1 0-1 0 0,-1-1 0 0 0,1 0 0 0 0,-1 0 0 0 0,10-1 0 0 0,3 0 168 0 0,-8 1-86 0 0,0-1-1 0 0,0 0 1 0 0,0 0 0 0 0,0-1-1 0 0,-1-1 1 0 0,11-3-1 0 0,-15 5-34 0 0,0-2 0 0 0,1 1 0 0 0,-1-1-1 0 0,0 0 1 0 0,-1 0 0 0 0,1 0 0 0 0,0-1 0 0 0,-1 1 0 0 0,0-1-1 0 0,0 0 1 0 0,6-8 0 0 0,-1 1 75 0 0,-1-1-1 0 0,0 0 1 0 0,-1 0-1 0 0,-1-1 1 0 0,0 0 0 0 0,7-19-1 0 0,-9 9-171 0 0,0-1-1 0 0,-1 1 0 0 0,-2 0 1 0 0,-1-34-1 0 0,0 31-1 0 0,0 25-79 0 0,0 1-1 0 0,0-1 1 0 0,1 1 0 0 0,-1-1-1 0 0,0 1 1 0 0,0-1 0 0 0,0 1-1 0 0,0-1 1 0 0,0 1 0 0 0,-1-1-1 0 0,1 1 1 0 0,0-1 0 0 0,0 1-1 0 0,0-1 1 0 0,0 1 0 0 0,-1-1-1 0 0,1 1 1 0 0,0-1 0 0 0,0 1-1 0 0,-1-1 1 0 0,1 1 0 0 0,0-1-1 0 0,-1 1 1 0 0,1 0 0 0 0,0-1-1 0 0,-1 1 1 0 0,1-1 0 0 0,-1 1-1 0 0,1 0 1 0 0,0 0 0 0 0,-1-1 0 0 0,1 1-1 0 0,-1 0 1 0 0,1 0 0 0 0,-1 0-1 0 0,1-1 1 0 0,-1 1 0 0 0,1 0-1 0 0,-1 0 1 0 0,0 0 0 0 0,1 0-1 0 0,-1 0 1 0 0,1 0 0 0 0,-1 0-1 0 0,1 0 1 0 0,-2 0 0 0 0,1 1-25 0 0,-1-1 1 0 0,1 1 0 0 0,0-1 0 0 0,-1 1-1 0 0,1 0 1 0 0,0 0 0 0 0,-1 0 0 0 0,1-1-1 0 0,0 1 1 0 0,0 0 0 0 0,0 1 0 0 0,0-1 0 0 0,0 0-1 0 0,0 0 1 0 0,-1 2 0 0 0,-6 11-20 0 0,1-3 13 0 0,0 0 1 0 0,1 1 0 0 0,-7 22 0 0 0,-19 51-1 0 0,15-32 24 0 0,10-33 19 0 0,-7 31-1 0 0,-19 68 108 0 0,21-83-58 0 0,5-23 354 0 0,5-12 197 0 0,1-6 386 0 0,2-4-1014 0 0,1 0 0 0 0,-1 1 0 0 0,2-1 0 0 0,-1 1 0 0 0,1 0 0 0 0,5-9 1 0 0,0-3-45 0 0,23-43-122 0 0,-27 56 155 0 0,-1-1 0 0 0,1 2 0 0 0,9-12 0 0 0,-2 2-86 0 0,-11 15 94 0 0,0 1 1 0 0,0 0 0 0 0,0 0 0 0 0,1 0-1 0 0,-1 0 1 0 0,0 0 0 0 0,0-1-1 0 0,0 1 1 0 0,0 0 0 0 0,0 0 0 0 0,1 0-1 0 0,-1 0 1 0 0,0 0 0 0 0,0 0-1 0 0,0 0 1 0 0,0 0 0 0 0,1-1-1 0 0,-1 1 1 0 0,0 0 0 0 0,0 0 0 0 0,0 0-1 0 0,1 0 1 0 0,-1 0 0 0 0,0 0-1 0 0,0 0 1 0 0,0 0 0 0 0,1 0-1 0 0,-1 0 1 0 0,0 0 0 0 0,0 0 0 0 0,0 1-1 0 0,0-1 1 0 0,1 0 0 0 0,-1 0-1 0 0,0 0 1 0 0,0 0 0 0 0,0 0 0 0 0,0 0-1 0 0,1 0 1 0 0,-1 0 0 0 0,0 1-1 0 0,0-1 1 0 0,0 0 0 0 0,0 0-1 0 0,1 0 1 0 0,7 13-111 0 0,4 15 240 0 0,-8-14-94 0 0,-2-6-7 0 0,0 0 0 0 0,1 0 1 0 0,0 0-1 0 0,0-1 0 0 0,7 12 0 0 0,-3-8-3 0 0,1 0-1 0 0,14 16 1 0 0,-18-23-1 0 0,0 0-1 0 0,0-1 1 0 0,1 1 0 0 0,-1-1 0 0 0,1 0 0 0 0,0-1-1 0 0,0 1 1 0 0,0-1 0 0 0,7 3 0 0 0,-8-4 15 0 0,1 0 0 0 0,0 0 0 0 0,0 0 0 0 0,0-1 0 0 0,0 1 0 0 0,0-1 0 0 0,0 0 0 0 0,1-1 0 0 0,-1 1 0 0 0,0-1 0 0 0,0 0 0 0 0,-1 0 0 0 0,1-1 0 0 0,0 1 0 0 0,0-1 0 0 0,-1 0 0 0 0,1-1 0 0 0,5-3 0 0 0,1-1 22 0 0,0-1-1 0 0,-1 0 0 0 0,-1-1 0 0 0,1 0 1 0 0,-1 0-1 0 0,9-14 0 0 0,-12 15-26 0 0,-2 4 1 0 0,0-1 0 0 0,-1 1 0 0 0,0-1 0 0 0,0 0 0 0 0,0 0 0 0 0,2-7 0 0 0,8-19 75 0 0,-10 26-78 0 0,0-1 0 0 0,-1 0 0 0 0,0 0 0 0 0,0-1-1 0 0,0 1 1 0 0,-1 0 0 0 0,0-1 0 0 0,1-10 0 0 0,-4 3 38 0 0,-3 12-238 0 0,3 3 149 0 0,1 0 0 0 0,-1 0 0 0 0,1 0 0 0 0,-1 0 0 0 0,1 0 0 0 0,-1 1 0 0 0,1-1 1 0 0,0 0-1 0 0,0 1 0 0 0,-2 2 0 0 0,-2 6 11 0 0,0 0 1 0 0,0 0-1 0 0,0 1 1 0 0,2-1-1 0 0,-1 1 1 0 0,1 0-1 0 0,1 1 1 0 0,-1 12-1 0 0,0-7-24 0 0,2-15 47 0 0,1 0-1 0 0,0 0 0 0 0,0-1 1 0 0,1 1-1 0 0,-1 0 1 0 0,0 0-1 0 0,1-1 0 0 0,-1 1 1 0 0,1 0-1 0 0,-1-1 0 0 0,1 1 1 0 0,0 0-1 0 0,-1-1 0 0 0,1 1 1 0 0,0-1-1 0 0,0 1 1 0 0,0-1-1 0 0,0 1 0 0 0,1-1 1 0 0,-1 0-1 0 0,0 0 0 0 0,1 0 1 0 0,-1 1-1 0 0,1-1 0 0 0,-1 0 1 0 0,1-1-1 0 0,-1 1 1 0 0,1 0-1 0 0,2 0 0 0 0,2 2 14 0 0,0 0 0 0 0,1-1-1 0 0,0 0 1 0 0,-1 0 0 0 0,1-1 0 0 0,7 1-1 0 0,-5-1 8 0 0,0-1-1 0 0,0 0 1 0 0,0-1-1 0 0,0 0 1 0 0,0 0-1 0 0,0-1 1 0 0,0 0-1 0 0,0 0 1 0 0,-1-1 0 0 0,1 0-1 0 0,-1-1 1 0 0,1 0-1 0 0,-1 0 1 0 0,-1-1-1 0 0,1 0 1 0 0,-1 0-1 0 0,0-1 1 0 0,0 1-1 0 0,0-2 1 0 0,-1 1-1 0 0,0-1 1 0 0,7-9-1 0 0,17-22-14 0 0,-22 30 3 0 0,-1-1 1 0 0,0 0-1 0 0,6-11 0 0 0,-7 10 220 0 0,3-4-757 0 0,-8 14 512 0 0,0 1-1 0 0,-1-1 0 0 0,1 1 0 0 0,0-1 0 0 0,-1 1 0 0 0,1 0 0 0 0,-1-1 0 0 0,1 1 0 0 0,-1 0 0 0 0,1-1 0 0 0,-1 1 0 0 0,1 0 1 0 0,-1 0-1 0 0,1-1 0 0 0,-1 1 0 0 0,0 0 0 0 0,0 0 0 0 0,1 0 0 0 0,-1 0 0 0 0,0-1 0 0 0,0 1 0 0 0,0 1 0 0 0,2 8 50 0 0,0-1 1 0 0,0 1-1 0 0,-1-1 0 0 0,-1 20 0 0 0,1-26-24 0 0,-1 0 1 0 0,0 0-1 0 0,1 0 1 0 0,-1-1-1 0 0,1 1 1 0 0,0 0-1 0 0,0 0 1 0 0,0-1-1 0 0,0 1 1 0 0,0 0-1 0 0,1-1 1 0 0,2 4-1 0 0,3-5 27 0 0,1 0 0 0 0,0 0 0 0 0,0-1 0 0 0,0 0 0 0 0,0-1 0 0 0,0 0 0 0 0,0 0-1 0 0,0-1 1 0 0,0 0 0 0 0,-1 0 0 0 0,1 0 0 0 0,7-5 0 0 0,0 0-5 0 0,0-1 0 0 0,-1-1-1 0 0,0 0 1 0 0,24-21 0 0 0,-29 22-8 0 0,-1 1-3 0 0,0 0 0 0 0,0 0 0 0 0,10-15 0 0 0,-15 19 24 0 0,-1-1 0 0 0,0 0 0 0 0,0 1 0 0 0,0-1 0 0 0,-1 0 0 0 0,1 0 0 0 0,-1 0 0 0 0,0 0 0 0 0,0-1 0 0 0,-1 1 0 0 0,1 0 0 0 0,-1-7 0 0 0,0 10-25 0 0,0 1-1 0 0,0-1 0 0 0,-1 1 1 0 0,1-1-1 0 0,0 1 0 0 0,0 0 1 0 0,-1-1-1 0 0,1 1 0 0 0,0-1 1 0 0,-1 1-1 0 0,1 0 0 0 0,0-1 1 0 0,-1 1-1 0 0,1 0 0 0 0,-1-1 1 0 0,1 1-1 0 0,0 0 0 0 0,-1 0 1 0 0,1 0-1 0 0,-1-1 0 0 0,1 1 1 0 0,-1 0-1 0 0,1 0 0 0 0,-1 0 1 0 0,1 0-1 0 0,-1 0 0 0 0,1 0 1 0 0,-1 0-1 0 0,1 0 0 0 0,-1 0 0 0 0,1 0 1 0 0,-1 0-1 0 0,1 0 0 0 0,-1 0 1 0 0,1 0-1 0 0,-1 1 0 0 0,-19 3 81 0 0,11 1-76 0 0,0 0 0 0 0,1 1-1 0 0,0-1 1 0 0,0 2 0 0 0,1-1-1 0 0,0 1 1 0 0,0 0 0 0 0,0 1-1 0 0,1 0 1 0 0,0 0 0 0 0,1 0-1 0 0,-9 17 1 0 0,12-22-42 0 0,1 0-1 0 0,0 0 1 0 0,0-1-1 0 0,0 1 1 0 0,0 0-1 0 0,1 0 1 0 0,-1 0 0 0 0,1 0-1 0 0,0 0 1 0 0,0 0-1 0 0,0 0 1 0 0,0 0-1 0 0,0 0 1 0 0,1 0 0 0 0,-1 0-1 0 0,1 0 1 0 0,0 0-1 0 0,0 0 1 0 0,0 0-1 0 0,0-1 1 0 0,0 1-1 0 0,1 0 1 0 0,-1-1 0 0 0,1 1-1 0 0,0-1 1 0 0,-1 1-1 0 0,1-1 1 0 0,0 0-1 0 0,1 0 1 0 0,-1 0-1 0 0,0 0 1 0 0,1 0 0 0 0,-1 0-1 0 0,5 2 1 0 0,25 9-2765 0 0,-10-9-5754 0 0,-9-3-4067 0 0</inkml:trace>
</inkml:ink>
</file>

<file path=ppt/ink/ink1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0T12:55:29.37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0 651 6121 0 0,'0'0'11859'0'0,"2"-2"-11242"0"0,4-3 115 0 0,-1-1 1 0 0,1 0-1 0 0,-1 0 0 0 0,-1-1 0 0 0,1 1 0 0 0,-1-1 0 0 0,0 0 1 0 0,4-11-1 0 0,-6 13-569 0 0,0-1 0 0 0,0 1 0 0 0,1 0 1 0 0,5-8-1 0 0,10-20 417 0 0,13-49 178 0 0,-19 45-551 0 0,-8 26-128 0 0,0 0 1 0 0,-1 0-1 0 0,-1 0 0 0 0,1 0 1 0 0,-2-1-1 0 0,1-11 0 0 0,-2-19 616 0 0,0 41-634 0 0,0 14-794 0 0,-12 132 490 0 0,12-129 232 0 0,1 1-1 0 0,1-1 0 0 0,0 1 0 0 0,5 16 1 0 0,-6-30 12 0 0,0 0 0 0 0,1-1 0 0 0,-1 1 0 0 0,0-1 1 0 0,1 1-1 0 0,0-1 0 0 0,0 0 0 0 0,0 0 0 0 0,0 0 1 0 0,0 0-1 0 0,0 0 0 0 0,0 0 0 0 0,1-1 0 0 0,-1 1 1 0 0,0-1-1 0 0,1 1 0 0 0,-1-1 0 0 0,1 0 0 0 0,0 0 0 0 0,0 0 1 0 0,-1 0-1 0 0,1-1 0 0 0,3 1 0 0 0,1 1 24 0 0,0-1 0 0 0,0 0-1 0 0,0-1 1 0 0,0 0 0 0 0,0 0-1 0 0,1 0 1 0 0,-1-1 0 0 0,7-1-1 0 0,-7-1 16 0 0,0 1-1 0 0,-1-1 1 0 0,0 0-1 0 0,1 0 1 0 0,-1 0 0 0 0,-1-1-1 0 0,1 0 1 0 0,0 0-1 0 0,-1-1 1 0 0,0 0-1 0 0,8-9 1 0 0,3-5 106 0 0,24-43 0 0 0,-33 51-133 0 0,3-8 10 0 0,11-27 0 0 0,-10 20 1 0 0,4-7-33 0 0,-3-2 0 0 0,0 1 0 0 0,-2-1 0 0 0,6-49 0 0 0,-13 54 65 0 0,-2-33 1 0 0,-1 52 48 0 0,0 11-66 0 0,-9 13-407 0 0,2-2 285 0 0,1 1 1 0 0,0 0 0 0 0,1 1-1 0 0,0-1 1 0 0,-5 20-1 0 0,7-21 67 0 0,-5 21 0 0 0,2 0 1 0 0,-4 55-1 0 0,0 1 56 0 0,7-58-3 0 0,1 40 0 0 0,2-36-35 0 0,0-34 264 0 0,0-19 275 0 0,1 7-544 0 0,0 0 0 0 0,1 1-1 0 0,1-1 1 0 0,4-14 0 0 0,2-6-27 0 0,-2 7 66 0 0,-3 15-111 0 0,-4 10 63 0 0,0 0 0 0 0,0 0 0 0 0,0 0 0 0 0,0 0 0 0 0,0 0 0 0 0,0 1 0 0 0,0-1 0 0 0,0 0 0 0 0,0 0 0 0 0,0 0 0 0 0,0 0 0 0 0,0 0 0 0 0,0 0 0 0 0,0 0 0 0 0,0 0 0 0 0,0 0 0 0 0,0 0 0 0 0,0 0 0 0 0,0 0 0 0 0,0 0 0 0 0,0 0 0 0 0,0 0 0 0 0,0 0 0 0 0,0 0 0 0 0,0 0 0 0 0,0 0 0 0 0,0 0 0 0 0,0 1 0 0 0,0-1 0 0 0,0 0 0 0 0,1 0 0 0 0,-1 0 0 0 0,0 0 0 0 0,0 0 0 0 0,0 0 0 0 0,0 0 0 0 0,0 0 0 0 0,0 0 0 0 0,0 0 0 0 0,0 0 0 0 0,0 0 0 0 0,1 7 9 0 0,1 1 0 0 0,0-1 0 0 0,0 1 0 0 0,1-1 0 0 0,0 0 0 0 0,0 0 0 0 0,0 0 0 0 0,8 10 0 0 0,-6-7-6 0 0,-3-7 21 0 0,0 0 0 0 0,0 0 0 0 0,0 0 0 0 0,0 0 0 0 0,0 0 0 0 0,1 0 0 0 0,-1 0 0 0 0,1-1 0 0 0,0 1 0 0 0,0-1 0 0 0,0 0 1 0 0,0 0-1 0 0,0 0 0 0 0,1 0 0 0 0,-1-1 0 0 0,0 1 0 0 0,1-1 0 0 0,-1 0 0 0 0,1 0 0 0 0,0 0 0 0 0,-1 0 0 0 0,1-1 0 0 0,0 0 0 0 0,-1 1 0 0 0,1-1 0 0 0,0-1 1 0 0,-1 1-1 0 0,1 0 0 0 0,0-1 0 0 0,-1 0 0 0 0,1 0 0 0 0,0 0 0 0 0,-1 0 0 0 0,1 0 0 0 0,-1-1 0 0 0,0 0 0 0 0,0 0 0 0 0,1 0 0 0 0,-1 0 0 0 0,0 0 0 0 0,3-3 1 0 0,2-3 52 0 0,-6 6-45 0 0,1 0 1 0 0,-1-1-1 0 0,0 1 1 0 0,0-1-1 0 0,0 0 1 0 0,0 1-1 0 0,0-1 1 0 0,0 0-1 0 0,-1 0 1 0 0,2-4-1 0 0,9-24 95 0 0,-7 20-82 0 0,-1 0 1 0 0,0 0-1 0 0,-1 0 0 0 0,4-22 1 0 0,-3-58 90 0 0,-6 81-23 0 0,-2 9-267 0 0,-3 14-307 0 0,4 3 383 0 0,0-1 1 0 0,2 0-1 0 0,-1 19 0 0 0,2-29 81 0 0,0 1 1 0 0,0-1-1 0 0,1 0 0 0 0,0 1 0 0 0,0-1 0 0 0,0 0 1 0 0,1 1-1 0 0,0-1 0 0 0,0 0 0 0 0,0 0 0 0 0,1 0 1 0 0,4 7-1 0 0,-5-10 14 0 0,1 0 1 0 0,-1 0 0 0 0,0 0-1 0 0,1 0 1 0 0,0 0-1 0 0,-1 0 1 0 0,1-1 0 0 0,0 1-1 0 0,0-1 1 0 0,-1 0-1 0 0,1 0 1 0 0,0 0 0 0 0,0 0-1 0 0,5 0 1 0 0,-5-1 18 0 0,-1 1 1 0 0,0-1-1 0 0,1 0 1 0 0,-1 0-1 0 0,0 0 1 0 0,1 0-1 0 0,-1 0 1 0 0,0-1-1 0 0,1 1 1 0 0,-1-1-1 0 0,0 0 1 0 0,0 1 0 0 0,1-1-1 0 0,-1 0 1 0 0,0 0-1 0 0,0 0 1 0 0,0-1-1 0 0,0 1 1 0 0,0 0-1 0 0,2-3 1 0 0,3-4 14 0 0,-1 1 0 0 0,0-1 1 0 0,-1-1-1 0 0,0 1 1 0 0,0-1-1 0 0,5-14 1 0 0,25-44-36 0 0,-35 66-11 0 0,1 0 1 0 0,-1 0-1 0 0,1 0 1 0 0,-1 0 0 0 0,1 0-1 0 0,-1 0 1 0 0,1 1-1 0 0,0-1 1 0 0,-1 0 0 0 0,1 0-1 0 0,0 1 1 0 0,0-1-1 0 0,0 0 1 0 0,-1 1 0 0 0,1-1-1 0 0,0 1 1 0 0,0-1-1 0 0,0 1 1 0 0,2-1 0 0 0,-8 22-628 0 0,14 34 678 0 0,-9-43-41 0 0,1 0-1 0 0,1 0 0 0 0,0 0 1 0 0,5 19-1 0 0,-6-30 0 0 0,-1 0-1 0 0,0 0 1 0 0,1 0-1 0 0,-1 0 1 0 0,1 0-1 0 0,0 0 1 0 0,-1 0-1 0 0,1 0 1 0 0,0 0-1 0 0,0 0 1 0 0,-1 0-1 0 0,1 0 1 0 0,2 1 0 0 0,-3-2 22 0 0,4-2 178 0 0,1-5-68 0 0,-2-2-64 0 0,0 1 0 0 0,1-1-1 0 0,0 1 1 0 0,10-16 0 0 0,9-19-70 0 0,-21 41-1 0 0,-1-1-1 0 0,1 0 1 0 0,-1 0 0 0 0,1 1 0 0 0,0-1-1 0 0,0 1 1 0 0,1-1 0 0 0,-1 1 0 0 0,3-2-1 0 0,7-8-6 0 0,-12 12-8 0 0,1 0 0 0 0,0 0 0 0 0,-1 0 0 0 0,1 0-1 0 0,0 0 1 0 0,-1 0 0 0 0,1 0 0 0 0,0 0 0 0 0,-1 0 0 0 0,1 0 0 0 0,-1 0 0 0 0,1 0 0 0 0,0 1 0 0 0,-1-1 0 0 0,1 0 0 0 0,0 0 0 0 0,-1 1 0 0 0,1-1 0 0 0,-1 0 0 0 0,1 1 0 0 0,-1-1 0 0 0,1 1 0 0 0,-1-1 0 0 0,1 1 0 0 0,0 0 0 0 0,15 15 103 0 0,14 22 25 0 0,-21-28-108 0 0,-1 0 1 0 0,12 19 0 0 0,-16-20-77 0 0,-3-8 17 0 0,-1 1 0 0 0,0-1 0 0 0,1 0 0 0 0,-1 0 0 0 0,1 0 1 0 0,-1 0-1 0 0,1 0 0 0 0,0 0 0 0 0,-1 1 0 0 0,1-2 0 0 0,0 1 0 0 0,0 0 0 0 0,0 0 0 0 0,-1 0 0 0 0,1 0 0 0 0,0 0 0 0 0,0-1 0 0 0,0 1 0 0 0,1 0 0 0 0,-1-1 0 0 0,2 2 0 0 0,-2-2-1092 0 0</inkml:trace>
</inkml:ink>
</file>

<file path=ppt/ink/ink1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0T12:55:29.63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22 22413 0 0,'0'0'4535'0'0,"13"4"-4389"0"0,44 12-50 0 0,-47-14-147 0 0,0-1 1 0 0,0 0 0 0 0,0-1-1 0 0,0 0 1 0 0,1-1 0 0 0,-1 0-1 0 0,0-1 1 0 0,0 0 0 0 0,-1 0-1 0 0,1-1 1 0 0,14-6-1 0 0,-12 5-300 0 0,14-5-1485 0 0,-8 3-4166 0 0,2 0-6001 0 0</inkml:trace>
</inkml:ink>
</file>

<file path=ppt/ink/ink1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0T12:55:31.17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1 487 14483 0 0,'0'0'6552'0'0,"24"2"-5677"0"0,75 5-203 0 0,-96-7-621 0 0,1 0-1 0 0,0 0 1 0 0,0 0-1 0 0,-1 0 1 0 0,1 0-1 0 0,0-1 1 0 0,-1 0-1 0 0,1 0 1 0 0,-1 0-1 0 0,1 0 1 0 0,-1 0-1 0 0,1-1 1 0 0,-1 1-1 0 0,0-1 1 0 0,0 0-1 0 0,1 0 1 0 0,-1 0 0 0 0,-1 0-1 0 0,6-5 1 0 0,6-6 228 0 0,-2 3-117 0 0,0 0-1 0 0,-1 0 1 0 0,0-1 0 0 0,0-1 0 0 0,-2 0 0 0 0,1 0-1 0 0,-2-1 1 0 0,13-22 0 0 0,-11 11 20 0 0,-6 16-111 0 0,0-1 0 0 0,-1 0 0 0 0,0 0-1 0 0,0 0 1 0 0,-1 0 0 0 0,1-14 0 0 0,-1 4 63 0 0,0 8 50 0 0,-2 0-1 0 0,1 0 1 0 0,-1 0 0 0 0,-1 0-1 0 0,-3-18 1 0 0,4 28-153 0 0,0 1 0 0 0,0-1 0 0 0,0 1 0 0 0,0-1 0 0 0,0 1 0 0 0,0-1 1 0 0,-1 0-1 0 0,1 1 0 0 0,0-1 0 0 0,0 1 0 0 0,-1-1 0 0 0,1 1 0 0 0,0 0 0 0 0,-1-1 0 0 0,1 1 1 0 0,0-1-1 0 0,-1 1 0 0 0,1-1 0 0 0,-1 1 0 0 0,1 0 0 0 0,-1-1 0 0 0,1 1 0 0 0,-1 0 0 0 0,1 0 0 0 0,-1-1 1 0 0,0 1-23 0 0,0 0 1 0 0,0 0-1 0 0,1 1 1 0 0,-1-1 0 0 0,0 0-1 0 0,1 0 1 0 0,-1 0-1 0 0,0 1 1 0 0,1-1 0 0 0,-1 0-1 0 0,0 1 1 0 0,1-1-1 0 0,-1 1 1 0 0,1-1 0 0 0,-1 1-1 0 0,0-1 1 0 0,1 1-1 0 0,0-1 1 0 0,-1 1 0 0 0,1-1-1 0 0,-1 1 1 0 0,0 0-1 0 0,-5 11-34 0 0,-1 0 0 0 0,2 0 0 0 0,-1 1 0 0 0,2-1 0 0 0,-4 16 0 0 0,5-19 13 0 0,-4 20 13 0 0,1 1 0 0 0,-2 38 0 0 0,3-23 37 0 0,1-16-24 0 0,1 30 0 0 0,3-49-12 0 0,0-1 0 0 0,1 0 0 0 0,0 1 0 0 0,1-1 0 0 0,0 0 0 0 0,0 0 0 0 0,5 11 0 0 0,-7-20 7 0 0,0 0-1 0 0,0 0 1 0 0,0 0-1 0 0,0 0 1 0 0,0 0 0 0 0,0 0-1 0 0,0 0 1 0 0,0 1-1 0 0,0-1 1 0 0,0 0 0 0 0,1 0-1 0 0,-1 0 1 0 0,0 0 0 0 0,0 0-1 0 0,0 0 1 0 0,0 0-1 0 0,0 0 1 0 0,0 0 0 0 0,0 0-1 0 0,0 0 1 0 0,0 0-1 0 0,0 0 1 0 0,0 0 0 0 0,0 0-1 0 0,0 0 1 0 0,0 0-1 0 0,0 0 1 0 0,0 0 0 0 0,0 0-1 0 0,1 0 1 0 0,-1 0-1 0 0,0 0 1 0 0,0 0 0 0 0,0 0-1 0 0,0 0 1 0 0,0 0-1 0 0,0 0 1 0 0,0 0 0 0 0,0 0-1 0 0,0 0 1 0 0,0 0 0 0 0,0 0-1 0 0,0 0 1 0 0,0 0-1 0 0,1 0 1 0 0,-1 0 0 0 0,0 0-1 0 0,0 0 1 0 0,0 0-1 0 0,0 0 1 0 0,0 0 0 0 0,0 0-1 0 0,0 0 1 0 0,0 0-1 0 0,0 0 1 0 0,0 0 0 0 0,0 0-1 0 0,0 0 1 0 0,0-1-1 0 0,0 1 1 0 0,0 0 0 0 0,0 0-1 0 0,0 0 1 0 0,0 0-1 0 0,0 0 1 0 0,0 0 0 0 0,0 0-1 0 0,0 0 1 0 0,4-10 300 0 0,1-15-105 0 0,-4 22-175 0 0,2-11-30 0 0,2 0-1 0 0,7-17 1 0 0,3-11-48 0 0,-12 33 23 0 0,0 0 0 0 0,0 1 0 0 0,1-1 0 0 0,0 1 0 0 0,0 0 0 0 0,1 0 0 0 0,0 0 0 0 0,1 1 0 0 0,-1-1 0 0 0,2 1 0 0 0,11-10 0 0 0,-18 16-77 0 0,8 25-532 0 0,-8-23 622 0 0,28 47 122 0 0,-23-42-108 0 0,-1 0-1 0 0,1 0 1 0 0,0 0-1 0 0,1 0 1 0 0,-1-1-1 0 0,1 0 1 0 0,0 0-1 0 0,0-1 0 0 0,1 0 1 0 0,0 0-1 0 0,12 6 1 0 0,-13-8 13 0 0,0 1 0 0 0,1-1 1 0 0,-1 0-1 0 0,1 0 0 0 0,-1-1 1 0 0,1 0-1 0 0,0 0 0 0 0,0-1 1 0 0,0 0-1 0 0,-1 0 0 0 0,1 0 1 0 0,0-1-1 0 0,0 0 0 0 0,-1 0 1 0 0,1-1-1 0 0,0 0 0 0 0,-1 0 0 0 0,12-6 1 0 0,-10 3 17 0 0,-1-1 0 0 0,1 0 0 0 0,-2 0 0 0 0,1-1 0 0 0,-1 0 0 0 0,0 0 1 0 0,0-1-1 0 0,-1 1 0 0 0,0-1 0 0 0,0 0 0 0 0,-1 0 0 0 0,0-1 0 0 0,3-11 0 0 0,-1 2 7 0 0,-2-1-1 0 0,0 1 1 0 0,-1-1-1 0 0,-1 0 0 0 0,0-31 1 0 0,-2 48-25 0 0,0 1-11 0 0,0 1 1 0 0,0 0-1 0 0,0-1 1 0 0,0 1-1 0 0,0-1 1 0 0,0 1 0 0 0,-1 0-1 0 0,1-1 1 0 0,0 1-1 0 0,0-1 1 0 0,0 1-1 0 0,0 0 1 0 0,-1-1 0 0 0,1 1-1 0 0,0 0 1 0 0,0-1-1 0 0,-1 1 1 0 0,1 0 0 0 0,0-1-1 0 0,-1 1 1 0 0,1 0-1 0 0,0-1 1 0 0,-1 1-1 0 0,1 0 1 0 0,-1 0 0 0 0,1 0-1 0 0,0-1 1 0 0,-1 1-1 0 0,-12 28-736 0 0,11-20 708 0 0,0 0 0 0 0,0 0 1 0 0,0 0-1 0 0,1 0 0 0 0,1 0 1 0 0,-1 1-1 0 0,1-1 0 0 0,1 0 1 0 0,0 0-1 0 0,0 0 0 0 0,0 0 1 0 0,1 0-1 0 0,0 0 0 0 0,1 0 1 0 0,5 12-1 0 0,-6-17 19 0 0,0 0 0 0 0,0-1 0 0 0,1 1 0 0 0,-1-1 0 0 0,1 0-1 0 0,0 1 1 0 0,0-1 0 0 0,-1 0 0 0 0,1-1 0 0 0,1 1 0 0 0,-1-1 0 0 0,0 1 0 0 0,0-1 0 0 0,0 0 0 0 0,1 0 0 0 0,6 1-1 0 0,0 0 31 0 0,0-1-1 0 0,1 0 1 0 0,-1-1-1 0 0,15 0 0 0 0,-19-1 6 0 0,0 0-1 0 0,0-1 0 0 0,0 1 1 0 0,0-1-1 0 0,0-1 0 0 0,0 1 1 0 0,0-1-1 0 0,-1 0 0 0 0,1 0 0 0 0,-1-1 1 0 0,0 1-1 0 0,0-1 0 0 0,0 0 1 0 0,-1-1-1 0 0,6-5 0 0 0,-1-1 17 0 0,0 0 0 0 0,-1-1 0 0 0,0 0 0 0 0,-1-1 0 0 0,9-20 0 0 0,-13 24-22 0 0,0 0-1 0 0,0 0 1 0 0,1-14-1 0 0,-3 14-19 0 0,1 1 0 0 0,0 0 0 0 0,0 0-1 0 0,5-12 1 0 0,-3 4 58 0 0,-4 15-73 0 0,0 1 0 0 0,0-1 0 0 0,0 1 0 0 0,0-1 0 0 0,0 1 0 0 0,0-1 0 0 0,0 0-1 0 0,0 1 1 0 0,1-1 0 0 0,-1 1 0 0 0,0-1 0 0 0,0 1 0 0 0,0-1 0 0 0,1 1 0 0 0,-1-1 0 0 0,0 1 0 0 0,1-1 0 0 0,-1 1 0 0 0,0-1 0 0 0,1 1 0 0 0,-1-1 0 0 0,1 1 0 0 0,-1 0 0 0 0,1-1 0 0 0,-1 1 0 0 0,1 0 0 0 0,-1-1 0 0 0,1 1 0 0 0,-1 0-1 0 0,1 0 1 0 0,-1 0 0 0 0,1-1 0 0 0,-1 1 0 0 0,1 0 0 0 0,-1 0 0 0 0,1 0 0 0 0,0 0 0 0 0,-1 0 0 0 0,1 0 0 0 0,-1 0 0 0 0,1 0 0 0 0,0 0 0 0 0,-1 0 0 0 0,2 1 0 0 0,2-1 2 0 0,-1 0 0 0 0,1 0 1 0 0,0 0-1 0 0,0 1 0 0 0,0 0 0 0 0,0 0 1 0 0,-1 0-1 0 0,1 0 0 0 0,0 0 1 0 0,-1 1-1 0 0,1 0 0 0 0,-1 0 0 0 0,0 0 1 0 0,1 0-1 0 0,-1 0 0 0 0,4 4 0 0 0,-5-1 64 0 0,-1-1-1 0 0,1 1 0 0 0,-1 0 0 0 0,0 0 1 0 0,0 0-1 0 0,0 0 0 0 0,-1 0 0 0 0,0 0 1 0 0,0 0-1 0 0,-1 5 0 0 0,1 1-34 0 0,0-9-17 0 0,1 0 0 0 0,-1 0 1 0 0,0-1-1 0 0,1 1 0 0 0,-1 0 1 0 0,1 0-1 0 0,0 0 1 0 0,0-1-1 0 0,-1 1 0 0 0,1 0 1 0 0,0-1-1 0 0,0 1 1 0 0,1-1-1 0 0,-1 1 0 0 0,0-1 1 0 0,0 0-1 0 0,1 1 0 0 0,-1-1 1 0 0,1 0-1 0 0,-1 0 1 0 0,1 0-1 0 0,-1 0 0 0 0,1 0 1 0 0,0 0-1 0 0,0 0 1 0 0,-1-1-1 0 0,1 1 0 0 0,0-1 1 0 0,2 1-1 0 0,4 1 45 0 0,-1-1 1 0 0,1 1-1 0 0,-1-2 0 0 0,1 1 1 0 0,0-1-1 0 0,9-1 0 0 0,-10 0-12 0 0,-1 0 0 0 0,1-1 0 0 0,0 0 0 0 0,-1 0 0 0 0,0-1 0 0 0,1 1 0 0 0,-1-1 0 0 0,0-1 0 0 0,-1 1 0 0 0,1-1 0 0 0,-1 0-1 0 0,1 0 1 0 0,6-8 0 0 0,5-6 85 0 0,-1 0 1 0 0,18-29-1 0 0,-30 41-93 0 0,-1-1 0 0 0,0 0-1 0 0,0 0 1 0 0,-1-1 0 0 0,0 1 0 0 0,0-1 0 0 0,-1 1 0 0 0,0-1 0 0 0,0 1-1 0 0,-1-1 1 0 0,1 0 0 0 0,-2 1 0 0 0,-1-10 0 0 0,2 16-24 0 0,0 0 0 0 0,0 0-1 0 0,0 1 1 0 0,0-1 0 0 0,0 0 0 0 0,0 0 0 0 0,-1 0 0 0 0,1 0 0 0 0,0 1 0 0 0,-1-1-1 0 0,1 0 1 0 0,0 0 0 0 0,-1 1 0 0 0,1-1 0 0 0,-1 0 0 0 0,1 1 0 0 0,-1-1-1 0 0,0 0 1 0 0,1 1 0 0 0,-1-1 0 0 0,0 1 0 0 0,1-1 0 0 0,-1 1 0 0 0,0-1 0 0 0,1 1-1 0 0,-1 0 1 0 0,0-1 0 0 0,0 1 0 0 0,0 0 0 0 0,-1-1 0 0 0,0 2-11 0 0,0-1-1 0 0,0 0 1 0 0,0 0 0 0 0,0 1-1 0 0,1 0 1 0 0,-1-1 0 0 0,0 1 0 0 0,0 0-1 0 0,0 0 1 0 0,0 0 0 0 0,1 0 0 0 0,-4 2-1 0 0,0 1-19 0 0,-1 1-1 0 0,0 0 1 0 0,1 0 0 0 0,0 0-1 0 0,0 1 1 0 0,-6 9 0 0 0,8-9 13 0 0,1-1 1 0 0,-1 1 0 0 0,1 0-1 0 0,0 0 1 0 0,0 0 0 0 0,1 1 0 0 0,0-1-1 0 0,0 0 1 0 0,0 0 0 0 0,1 10-1 0 0,0-13-5 0 0,1 1 0 0 0,-1-1-1 0 0,1 0 1 0 0,0 0 0 0 0,0 0-1 0 0,0 0 1 0 0,0 0 0 0 0,0 0-1 0 0,1 0 1 0 0,0 0-1 0 0,-1 0 1 0 0,1-1 0 0 0,0 1-1 0 0,0-1 1 0 0,0 1 0 0 0,1-1-1 0 0,-1 0 1 0 0,0 0 0 0 0,1 0-1 0 0,0 0 1 0 0,-1 0-1 0 0,6 2 1 0 0,0 0-476 0 0,0-1 0 0 0,1 0 0 0 0,14 3 0 0 0,8-1-7510 0 0,-20-4-4631 0 0</inkml:trace>
</inkml:ink>
</file>

<file path=ppt/ink/ink1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0T12:55:32.62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65 0 0 0,'5'-17'2342'0'0,"-3"13"-1127"0"0,-1-1 0 0 0,0 1-1 0 0,0 0 1 0 0,0 0 0 0 0,-1 0-1 0 0,1-1 1 0 0,1-12 13438 0 0,-1 25-11205 0 0,0 2-4727 0 0,11 82 2001 0 0,-4 34-130 0 0,-4-106-513 0 0,-2-18-77 0 0,-1-11-199 0 0,0-2-997 0 0,0-1 0 0 0,0 1 0 0 0,6-22 0 0 0,-1 12-3636 0 0,2 1-4083 0 0</inkml:trace>
</inkml:ink>
</file>

<file path=ppt/ink/ink1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0T12:55:32.98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307 71 3961 0 0,'0'0'19099'0'0,"-23"-13"-18867"0"0,-69-38-114 0 0,91 50-116 0 0,-1 1 0 0 0,0-1-1 0 0,1 0 1 0 0,-1 0 0 0 0,0 1-1 0 0,1-1 1 0 0,-1 1 0 0 0,0 0 0 0 0,0-1-1 0 0,0 1 1 0 0,1 0 0 0 0,-1 0-1 0 0,0 0 1 0 0,0 0 0 0 0,0 0-1 0 0,-3 1 1 0 0,4 0-1 0 0,1 0 1 0 0,-1-1-1 0 0,0 1 0 0 0,0 0 0 0 0,0-1 1 0 0,0 1-1 0 0,1 0 0 0 0,-1 0 0 0 0,0 0 1 0 0,1 0-1 0 0,-1-1 0 0 0,1 1 0 0 0,-1 0 1 0 0,1 0-1 0 0,-1 2 0 0 0,-3 3 16 0 0,-11 18 167 0 0,0 0 1 0 0,2 1-1 0 0,-17 45 0 0 0,-18 82 521 0 0,45-144-682 0 0,-3 17 119 0 0,1 1 1 0 0,1-1-1 0 0,1 1 0 0 0,2 0 0 0 0,0 0 0 0 0,5 46 0 0 0,-3-65-129 0 0,1-1-1 0 0,-1 1 0 0 0,1-1 1 0 0,0 1-1 0 0,1-1 1 0 0,-1 0-1 0 0,1 0 0 0 0,1 0 1 0 0,-1 0-1 0 0,1 0 1 0 0,0-1-1 0 0,0 1 0 0 0,0-1 1 0 0,1 0-1 0 0,0-1 1 0 0,0 1-1 0 0,0-1 0 0 0,1 0 1 0 0,-1 0-1 0 0,1 0 0 0 0,0-1 1 0 0,0 0-1 0 0,0 0 1 0 0,1-1-1 0 0,-1 0 0 0 0,13 3 1 0 0,-7-2 18 0 0,1-1 0 0 0,-1 0 0 0 0,1-1 0 0 0,-1-1 1 0 0,1 1-1 0 0,-1-2 0 0 0,1 0 0 0 0,-1-1 0 0 0,1 0 0 0 0,-1-1 1 0 0,0 0-1 0 0,0-1 0 0 0,19-8 0 0 0,-15 3 27 0 0,-1-1 0 0 0,0 0-1 0 0,0-1 1 0 0,-1-1 0 0 0,0 0 0 0 0,-1-1-1 0 0,-1-1 1 0 0,0 0 0 0 0,-1 0 0 0 0,0-1-1 0 0,-1-1 1 0 0,-1 0 0 0 0,-1 0 0 0 0,0 0-1 0 0,10-31 1 0 0,-15 35-23 0 0,0 0 0 0 0,-1 0 0 0 0,0 0 0 0 0,-1 0 0 0 0,-1-1 0 0 0,0 1 0 0 0,0 0 0 0 0,-1 0 0 0 0,-1-1 0 0 0,0 1 0 0 0,0 0-1 0 0,-1 1 1 0 0,-6-16 0 0 0,5 18-18 0 0,0 0-1 0 0,-1 1 0 0 0,1 0 0 0 0,-2 0 0 0 0,1 0 0 0 0,-1 0 1 0 0,0 1-1 0 0,0 0 0 0 0,-1 0 0 0 0,0 1 0 0 0,-1 0 0 0 0,1 0 1 0 0,-1 1-1 0 0,0-1 0 0 0,0 2 0 0 0,-1-1 0 0 0,-13-4 0 0 0,6 4-244 0 0,0 0-1 0 0,0 1 0 0 0,-23-2 1 0 0,20 5-3808 0 0,1 0-3800 0 0</inkml:trace>
</inkml:ink>
</file>

<file path=ppt/ink/ink1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0T12:55:34.10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40 17300 0 0,'0'0'4841'0'0,"7"-1"-5141"0"0,6-3 492 0 0,-1 1 0 0 0,21-10 0 0 0,-23 9-183 0 0,0 1 1 0 0,1 0-1 0 0,-1 0 1 0 0,1 1-1 0 0,0 1 1 0 0,-1-1-1 0 0,16 2 1 0 0,-25 0 8 0 0,-1 0 0 0 0,1 0 0 0 0,-1 0 0 0 0,1 1 0 0 0,-1-1 1 0 0,0 0-1 0 0,1 0 0 0 0,-1 1 0 0 0,1-1 0 0 0,-1 0 0 0 0,1 1 0 0 0,-1-1 0 0 0,0 0 0 0 0,1 1 1 0 0,-1-1-1 0 0,0 1 0 0 0,1-1 0 0 0,-1 1 0 0 0,0-1 0 0 0,0 0 0 0 0,1 1 0 0 0,-1-1 1 0 0,0 1-1 0 0,0-1 0 0 0,0 1 0 0 0,0 0 0 0 0,0-1 0 0 0,0 1 0 0 0,0-1 0 0 0,0 1 0 0 0,0 0 1 0 0,0 21 1190 0 0,0-17-858 0 0,0-1-212 0 0,-1 1 0 0 0,1 0 0 0 0,-1 0 0 0 0,0-1 0 0 0,-1 1 0 0 0,1-1 0 0 0,-1 1 0 0 0,0-1 0 0 0,0 0 0 0 0,0 1 0 0 0,-1-1 0 0 0,0 0 0 0 0,1-1 0 0 0,-1 1-1 0 0,-6 5 1 0 0,-8 19 808 0 0,17-28-925 0 0,20 9 240 0 0,6-6-136 0 0,44-2 0 0 0,-45-1-204 0 0,-18-1-154 0 0,1 1 1 0 0,0-1 0 0 0,-1-1-1 0 0,1 1 1 0 0,0-2 0 0 0,11-3-1 0 0,1-3-3343 0 0,-2-1-4053 0 0</inkml:trace>
</inkml:ink>
</file>

<file path=ppt/ink/ink1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0T12:55:34.49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274 70 16371 0 0,'0'0'5180'0'0,"-22"3"-4210"0"0,-72 11-243 0 0,88-13-659 0 0,0 1 0 0 0,0-1 0 0 0,0 1 0 0 0,1 0 1 0 0,-1 1-1 0 0,0-1 0 0 0,1 1 0 0 0,-1 0 0 0 0,1 0 1 0 0,0 1-1 0 0,0 0 0 0 0,1-1 0 0 0,-1 2 0 0 0,1-1 0 0 0,0 0 1 0 0,0 1-1 0 0,0 0 0 0 0,0 0 0 0 0,1 0 0 0 0,0 1 1 0 0,0-1-1 0 0,-3 9 0 0 0,-2 6 65 0 0,1 2 0 0 0,1-1 1 0 0,-7 44-1 0 0,8-33-26 0 0,2-13-76 0 0,0 0 1 0 0,2 0-1 0 0,0 0 0 0 0,2 0 0 0 0,0 0 1 0 0,1 0-1 0 0,0 0 0 0 0,2 0 1 0 0,0 0-1 0 0,10 23 0 0 0,-10-30-29 0 0,1 0-1 0 0,0 0 1 0 0,1-1-1 0 0,1 0 1 0 0,0 0-1 0 0,0-1 1 0 0,1 0-1 0 0,0 0 1 0 0,0-1-1 0 0,1 0 1 0 0,1 0-1 0 0,0-1 1 0 0,0 0-1 0 0,0-1 1 0 0,1 0-1 0 0,17 8 1 0 0,-19-11 68 0 0,-1-1 0 0 0,1 0 0 0 0,0 0 1 0 0,0-1-1 0 0,0 0 0 0 0,1 0 1 0 0,-1-1-1 0 0,0-1 0 0 0,1 1 1 0 0,-1-1-1 0 0,0-1 0 0 0,0 0 1 0 0,1 0-1 0 0,-1-1 0 0 0,0 0 1 0 0,0-1-1 0 0,0 0 0 0 0,0 0 1 0 0,-1-1-1 0 0,0 0 0 0 0,1 0 1 0 0,-1-1-1 0 0,0 0 0 0 0,-1-1 1 0 0,0 0-1 0 0,0 0 0 0 0,0 0 1 0 0,0-1-1 0 0,8-12 0 0 0,-2 0 162 0 0,-2-1 0 0 0,0-1 0 0 0,-2 0 0 0 0,0-1 0 0 0,-1 1 0 0 0,-2-2-1 0 0,0 1 1 0 0,4-29 0 0 0,-6 21-65 0 0,-2-1 0 0 0,-1 0-1 0 0,-1 0 1 0 0,-1 1 0 0 0,-10-52 0 0 0,8 68-94 0 0,0 1 1 0 0,-1 0 0 0 0,-1 0 0 0 0,0 0 0 0 0,0 1-1 0 0,-1 0 1 0 0,-1 0 0 0 0,0 0 0 0 0,0 1-1 0 0,-14-15 1 0 0,15 20-72 0 0,0 0-1 0 0,0 0 1 0 0,-1 0-1 0 0,0 1 0 0 0,0 0 1 0 0,0 0-1 0 0,0 1 1 0 0,-1 0-1 0 0,0 0 1 0 0,0 1-1 0 0,0 0 0 0 0,0 0 1 0 0,-1 1-1 0 0,1 0 1 0 0,0 1-1 0 0,-1 0 1 0 0,-13-1-1 0 0,35 28-5647 0 0,-5-16-2405 0 0,4-3-4607 0 0</inkml:trace>
</inkml:ink>
</file>

<file path=ppt/ink/ink1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0T12:55:36.86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1 486 12771 0 0,'0'0'7772'0'0,"3"1"-6845"0"0,14 4 2100 0 0,-14-9-2563 0 0,-1 0-1 0 0,0 0 0 0 0,0-1 1 0 0,-1 1-1 0 0,1-1 0 0 0,0-6 1 0 0,-1 8-299 0 0,14-36 369 0 0,-11 31-427 0 0,0-1-1 0 0,-1 0 1 0 0,0 1 0 0 0,-1-1-1 0 0,2-11 1 0 0,-2-9 155 0 0,-2-30 0 0 0,-1 19 219 0 0,-6 41-590 0 0,-1 19-12 0 0,1 0 0 0 0,2 0 1 0 0,0 1-1 0 0,-3 28 0 0 0,1 86-105 0 0,6-130 205 0 0,1-1-1 0 0,1 0 0 0 0,-1 1 0 0 0,1-1 1 0 0,-1 0-1 0 0,1 0 0 0 0,0 1 1 0 0,1-1-1 0 0,-1 0 0 0 0,1 0 1 0 0,0 0-1 0 0,0 0 0 0 0,5 6 1 0 0,-5-7 18 0 0,0-1 0 0 0,1 0 1 0 0,-1 0-1 0 0,1 0 0 0 0,-1 0 1 0 0,1-1-1 0 0,0 1 1 0 0,0-1-1 0 0,0 1 0 0 0,0-1 1 0 0,0 0-1 0 0,0 0 1 0 0,0 0-1 0 0,0-1 0 0 0,1 1 1 0 0,-1-1-1 0 0,0 1 0 0 0,6-2 1 0 0,-3 1 26 0 0,0 0 1 0 0,-1 0 0 0 0,1-1-1 0 0,0 0 1 0 0,-1-1-1 0 0,1 1 1 0 0,-1-1 0 0 0,1 0-1 0 0,-1 0 1 0 0,0-1-1 0 0,6-3 1 0 0,-2 0 21 0 0,0-1 0 0 0,-1 0 0 0 0,0 0 1 0 0,-1 0-1 0 0,9-11 0 0 0,3-8-6 0 0,-2 0 0 0 0,0 0 0 0 0,-2-2 0 0 0,23-55 0 0 0,-29 59-42 0 0,-1 0 0 0 0,-2-1 0 0 0,0 0 0 0 0,-2 0 0 0 0,0 0-1 0 0,-1-48 1 0 0,-3-21 120 0 0,0 93-94 0 0,-9 17-291 0 0,2-2 220 0 0,1 1 0 0 0,0-1 0 0 0,1 1 0 0 0,0 0 0 0 0,-4 28 0 0 0,1-8 13 0 0,3-6 19 0 0,1 1 1 0 0,2-1-1 0 0,1 51 1 0 0,1-47 11 0 0,1-21-3 0 0,0 1 0 0 0,0 0 1 0 0,1-1-1 0 0,1 1 1 0 0,0-1-1 0 0,9 22 1 0 0,-12-34 12 0 0,0 0 0 0 0,0 0-1 0 0,0 0 1 0 0,0 0 0 0 0,0 0 0 0 0,0 1 0 0 0,0-1 0 0 0,0 0 0 0 0,0 0-1 0 0,0 0 1 0 0,0 0 0 0 0,1 0 0 0 0,-1 0 0 0 0,0 0 0 0 0,0 0 0 0 0,0 1-1 0 0,0-1 1 0 0,0 0 0 0 0,0 0 0 0 0,0 0 0 0 0,0 0 0 0 0,0 0 0 0 0,0 0-1 0 0,0 0 1 0 0,1 0 0 0 0,-1 0 0 0 0,0 0 0 0 0,0 0 0 0 0,0 1 0 0 0,0-1-1 0 0,0 0 1 0 0,0 0 0 0 0,0 0 0 0 0,1 0 0 0 0,-1 0 0 0 0,0 0 0 0 0,0 0-1 0 0,0 0 1 0 0,0 0 0 0 0,0 0 0 0 0,0 0 0 0 0,0 0 0 0 0,1 0 0 0 0,-1 0-1 0 0,0 0 1 0 0,0 0 0 0 0,0-1 0 0 0,0 1 0 0 0,0 0 0 0 0,0 0 0 0 0,0 0-1 0 0,1 0 1 0 0,-1 0 0 0 0,0 0 0 0 0,0 0 0 0 0,0 0 0 0 0,0 0 0 0 0,0 0-1 0 0,0-1 1 0 0,5-10 255 0 0,1-16-79 0 0,-3 11-198 0 0,1 0 1 0 0,0 0-1 0 0,11-25 0 0 0,-2 3-63 0 0,-12 38 66 0 0,-1 0 0 0 0,0 0 0 0 0,0 0 0 0 0,0 0 0 0 0,0 0 0 0 0,0-1 1 0 0,0 1-1 0 0,0 0 0 0 0,0 0 0 0 0,0 0 0 0 0,1 0 0 0 0,-1 0 0 0 0,0 0 0 0 0,0 0 0 0 0,0 0 1 0 0,0 0-1 0 0,0 0 0 0 0,0 0 0 0 0,0 0 0 0 0,1 0 0 0 0,-1 0 0 0 0,0 0 0 0 0,0 0 1 0 0,0 0-1 0 0,0 0 0 0 0,0 0 0 0 0,0 0 0 0 0,1 0 0 0 0,-1 0 0 0 0,0 0 0 0 0,0 0 1 0 0,0 0-1 0 0,0 0 0 0 0,0 0 0 0 0,0 0 0 0 0,1 0 0 0 0,-1 0 0 0 0,0 0 0 0 0,0 1 0 0 0,0-1 1 0 0,0 0-1 0 0,0 0 0 0 0,0 0 0 0 0,0 0 0 0 0,0 0 0 0 0,0 0 0 0 0,0 0 0 0 0,0 0 1 0 0,1 1-1 0 0,-1-1 0 0 0,0 0 0 0 0,0 0 0 0 0,0 0 0 0 0,0 0 0 0 0,0 0 0 0 0,0 0 1 0 0,0 1-1 0 0,0-1 0 0 0,9 15-183 0 0,6 19 219 0 0,-12-28-23 0 0,1-1 0 0 0,0 1 1 0 0,0-1-1 0 0,0 0 0 0 0,0-1 1 0 0,1 1-1 0 0,0-1 0 0 0,0 0 0 0 0,0 0 1 0 0,6 3-1 0 0,-9-5 8 0 0,1-1-1 0 0,0 1 1 0 0,-1-1-1 0 0,1 0 1 0 0,0 0-1 0 0,0-1 0 0 0,0 1 1 0 0,0-1-1 0 0,0 1 1 0 0,0-1-1 0 0,-1 0 1 0 0,1 0-1 0 0,0 0 1 0 0,0 0-1 0 0,0-1 1 0 0,0 1-1 0 0,0-1 1 0 0,0 1-1 0 0,0-1 1 0 0,-1 0-1 0 0,1 0 1 0 0,0-1-1 0 0,0 1 1 0 0,-1-1-1 0 0,1 1 0 0 0,-1-1 1 0 0,0 0-1 0 0,1 0 1 0 0,-1 0-1 0 0,0 0 1 0 0,0 0-1 0 0,0 0 1 0 0,2-4-1 0 0,1-2 24 0 0,0 0 0 0 0,0 0 0 0 0,-1 0 0 0 0,0-1 0 0 0,-1 0 0 0 0,5-17 0 0 0,-4 6-30 0 0,-1 0 0 0 0,0 0 0 0 0,-1-25 0 0 0,-2 44-4 0 0,0 1-1 0 0,0-1 1 0 0,0 1-1 0 0,0-1 1 0 0,0 1 0 0 0,0-1-1 0 0,0 0 1 0 0,0 1-1 0 0,0-1 1 0 0,-1 1-1 0 0,1-1 1 0 0,0 1-1 0 0,0-1 1 0 0,0 1 0 0 0,-1-1-1 0 0,1 1 1 0 0,0-1-1 0 0,-1 1 1 0 0,1-1-1 0 0,0 1 1 0 0,-1 0-1 0 0,1-1 1 0 0,-1 1-1 0 0,1-1 1 0 0,0 1 0 0 0,-1 0-1 0 0,1 0 1 0 0,-1-1-1 0 0,1 1 1 0 0,-1 0-1 0 0,1 0 1 0 0,-1-1-1 0 0,1 1 1 0 0,-1 0-1 0 0,0 0 1 0 0,1 0 0 0 0,-1 0-1 0 0,0 0 1 0 0,0 0-27 0 0,0 0 0 0 0,0 0 1 0 0,-1 0-1 0 0,1 1 0 0 0,0-1 0 0 0,0 0 1 0 0,0 1-1 0 0,0-1 0 0 0,-1 1 1 0 0,1-1-1 0 0,0 1 0 0 0,0-1 1 0 0,0 1-1 0 0,0 0 0 0 0,-1 1 0 0 0,-1 2 0 0 0,0-1-1 0 0,0 1 0 0 0,1 0 1 0 0,0 0-1 0 0,0 0 0 0 0,0 0 1 0 0,0 0-1 0 0,1 1 0 0 0,-1-1 1 0 0,1 0-1 0 0,-1 9 0 0 0,0 4-12 0 0,1 31-1 0 0,2-27-10 0 0,-1-18 49 0 0,0 0 1 0 0,1 0-1 0 0,-1 0 1 0 0,1 0-1 0 0,0 0 1 0 0,0 0-1 0 0,0 0 1 0 0,0 0-1 0 0,0 0 1 0 0,1-1-1 0 0,-1 1 1 0 0,1 0-1 0 0,0-1 1 0 0,0 1-1 0 0,0-1 1 0 0,0 1-1 0 0,0-1 1 0 0,0 0-1 0 0,1 0 1 0 0,-1 0-1 0 0,1 0 1 0 0,-1-1-1 0 0,1 1 1 0 0,0-1-1 0 0,4 2 1 0 0,-3-1 19 0 0,0-1 0 0 0,0 1 1 0 0,1-1-1 0 0,-1 0 0 0 0,0 0 1 0 0,1 0-1 0 0,-1-1 0 0 0,1 0 1 0 0,-1 0-1 0 0,1 0 0 0 0,-1 0 1 0 0,1-1-1 0 0,-1 0 0 0 0,1 1 1 0 0,-1-2-1 0 0,9-2 0 0 0,-8 1 15 0 0,0-1 0 0 0,-1 1-1 0 0,1-1 1 0 0,-1 0-1 0 0,0 0 1 0 0,0 0-1 0 0,0-1 1 0 0,0 1-1 0 0,4-9 1 0 0,5-5 9 0 0,0 0-14 0 0,-1 0 0 0 0,-1-1 0 0 0,14-32 0 0 0,-27 77-196 0 0,1 38 0 0 0,1-57 151 0 0,0 3 22 0 0,0-1 1 0 0,1 1-1 0 0,3 14 0 0 0,-4-23 1 0 0,0 0 0 0 0,1-1-1 0 0,-1 1 1 0 0,1 0 0 0 0,-1 0-1 0 0,1-1 1 0 0,-1 1 0 0 0,1 0-1 0 0,-1-1 1 0 0,1 1-1 0 0,0-1 1 0 0,-1 1 0 0 0,1-1-1 0 0,0 1 1 0 0,-1-1 0 0 0,1 1-1 0 0,0-1 1 0 0,0 0 0 0 0,-1 1-1 0 0,1-1 1 0 0,0 0-1 0 0,0 0 1 0 0,0 0 0 0 0,0 1-1 0 0,-1-1 1 0 0,1 0 0 0 0,0 0-1 0 0,0 0 1 0 0,0 0 0 0 0,0-1-1 0 0,0 1 1 0 0,-1 0 0 0 0,1 0-1 0 0,0 0 1 0 0,0-1-1 0 0,0 1 1 0 0,-1 0 0 0 0,1-1-1 0 0,1 0 1 0 0,1 0 29 0 0,0 0-1 0 0,-1-1 1 0 0,1 1-1 0 0,-1-1 1 0 0,1 1 0 0 0,-1-1-1 0 0,1 0 1 0 0,-1 0-1 0 0,0 0 1 0 0,2-3 0 0 0,18-31 127 0 0,-15 23-162 0 0,1 0-1 0 0,1 0 0 0 0,0 1 0 0 0,0 0 0 0 0,1 0 1 0 0,22-18-1 0 0,-31 30-8 0 0,0 1 1 0 0,0 0 0 0 0,0-1-1 0 0,0 1 1 0 0,0 0-1 0 0,-1 0 1 0 0,1 0-1 0 0,0 0 1 0 0,0 0-1 0 0,-1 0 1 0 0,1 0 0 0 0,-1 0-1 0 0,1 0 1 0 0,-1 0-1 0 0,1 0 1 0 0,-1 0-1 0 0,1 0 1 0 0,-1 0-1 0 0,0 2 1 0 0,4 5 4 0 0,1 3-28 0 0,0-1 0 0 0,0 1 1 0 0,-1 1-1 0 0,5 22 0 0 0,-8-31-137 0 0,0 0 1 0 0,1 1-1 0 0,-1-1 1 0 0,1 0-1 0 0,0 0 0 0 0,0 0 1 0 0,4 4-1 0 0,-1-1-4168 0 0</inkml:trace>
</inkml:ink>
</file>

<file path=ppt/ink/ink1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0T12:55:37.07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68 20220 0 0,'0'0'4737'0'0,"138"-12"-4681"0"0,-83 2-144 0 0,-4-5-288 0 0,12 3-1160 0 0,-19 0-5658 0 0,-13 6-5728 0 0</inkml:trace>
</inkml:ink>
</file>

<file path=ppt/ink/ink1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0T12:55:38.43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0 368 7698 0 0,'0'0'12213'0'0,"22"-3"-11232"0"0,68-10-155 0 0,-83 12-648 0 0,0-1 1 0 0,0 0-1 0 0,0 0 1 0 0,11-5-1 0 0,4-10 430 0 0,-12 6-330 0 0,0 2-94 0 0,0-1 1 0 0,-1 0 0 0 0,0 0-1 0 0,0-1 1 0 0,-1 0 0 0 0,-1 0-1 0 0,0-1 1 0 0,-1 0 0 0 0,0-1-1 0 0,0 1 1 0 0,-2-1 0 0 0,7-26-1 0 0,-6 16 107 0 0,2-26 400 0 0,-7 46-624 0 0,0 0 1 0 0,0-1-1 0 0,0 1 1 0 0,0 0 0 0 0,-1-1-1 0 0,0 1 1 0 0,1 0 0 0 0,-1 0-1 0 0,0 0 1 0 0,-1 0-1 0 0,1 0 1 0 0,-3-4 0 0 0,0 0 203 0 0,4 6-245 0 0,0 1 1 0 0,-1-1 0 0 0,1 0-1 0 0,0 1 1 0 0,-1-1-1 0 0,1 0 1 0 0,0 1-1 0 0,-1-1 1 0 0,1 0-1 0 0,-1 1 1 0 0,1-1 0 0 0,-1 1-1 0 0,0-1 1 0 0,1 1-1 0 0,-1-1 1 0 0,1 1-1 0 0,-1-1 1 0 0,0 1-1 0 0,1 0 1 0 0,-1-1 0 0 0,0 1-1 0 0,0 0 1 0 0,1 0-1 0 0,-1-1 1 0 0,0 1-1 0 0,0 0 1 0 0,1 0-1 0 0,-1 0 1 0 0,0 0 0 0 0,0 0-1 0 0,1 0 1 0 0,-1 0-1 0 0,0 0 1 0 0,0 0-1 0 0,1 1 1 0 0,-1-1-1 0 0,0 0 1 0 0,-1 1 0 0 0,0 0-39 0 0,-1 1 0 0 0,1 0 0 0 0,0-1 0 0 0,-1 1 0 0 0,1 0 1 0 0,0 0-1 0 0,0 1 0 0 0,0-1 0 0 0,-3 5 0 0 0,-15 23-53 0 0,9-9 59 0 0,0 0 1 0 0,2 0 0 0 0,-14 45-1 0 0,-9 71 38 0 0,29-121-26 0 0,-1 6 8 0 0,2 0 1 0 0,1 40 0 0 0,1-52-7 0 0,11 32 32 0 0,1-63 724 0 0,1-12-656 0 0,24-46 1 0 0,-15 33-172 0 0,-19 42 47 0 0,-1 0 0 0 0,1 0-1 0 0,0 0 1 0 0,0 0-1 0 0,0 0 1 0 0,6-5 0 0 0,-8 8-16 0 0,-1 17-516 0 0,0-11 553 0 0,0 1 0 0 0,1-1 0 0 0,0 0 1 0 0,0 1-1 0 0,1-1 0 0 0,0 0 0 0 0,-1 1 1 0 0,2-1-1 0 0,-1 0 0 0 0,0 0 0 0 0,1-1 1 0 0,0 1-1 0 0,0-1 0 0 0,1 1 0 0 0,-1-1 1 0 0,1 0-1 0 0,0 0 0 0 0,0 0 0 0 0,0-1 1 0 0,1 1-1 0 0,-1-1 0 0 0,1 0 0 0 0,0-1 1 0 0,-1 1-1 0 0,1-1 0 0 0,1 0 0 0 0,-1 0 1 0 0,0 0-1 0 0,0-1 0 0 0,1 1 0 0 0,-1-2 1 0 0,1 1-1 0 0,-1 0 0 0 0,1-1 0 0 0,-1 0 1 0 0,1 0-1 0 0,-1-1 0 0 0,1 0 0 0 0,-1 0 1 0 0,0 0-1 0 0,1 0 0 0 0,-1-1 0 0 0,0 0 1 0 0,0 0-1 0 0,0 0 0 0 0,0-1 0 0 0,8-5 1 0 0,-5 2 21 0 0,1 0 1 0 0,-2 0 0 0 0,1 0 0 0 0,-1-1-1 0 0,0 0 1 0 0,0-1 0 0 0,-1 0 0 0 0,0 0-1 0 0,8-14 1 0 0,-8 11 0 0 0,-1-1 0 0 0,0 1 0 0 0,-1-1 0 0 0,0 0-1 0 0,0 0 1 0 0,-2-1 0 0 0,1 1 0 0 0,-2-1 0 0 0,1-15 0 0 0,-2 22-46 0 0,0 0 51 0 0,0 1 1 0 0,0-1-1 0 0,0 1 1 0 0,-3-9 0 0 0,3 13-36 0 0,0 0 0 0 0,0 0 0 0 0,0 1 0 0 0,0-1 0 0 0,-1 0 1 0 0,1 1-1 0 0,0-1 0 0 0,-1 0 0 0 0,1 1 0 0 0,0-1 0 0 0,-1 0 1 0 0,1 1-1 0 0,-1-1 0 0 0,1 1 0 0 0,-1-1 0 0 0,1 1 0 0 0,-1-1 1 0 0,1 1-1 0 0,-1-1 0 0 0,0 1 0 0 0,1 0 0 0 0,-1-1 0 0 0,0 1 1 0 0,1 0-1 0 0,-1 0 0 0 0,0-1 0 0 0,1 1 0 0 0,-1 0 0 0 0,0 0 1 0 0,0 0-1 0 0,1 0 0 0 0,-1 0 0 0 0,0 0 0 0 0,1 0 1 0 0,-1 0-1 0 0,0 0 0 0 0,0 0 0 0 0,1 0 0 0 0,-1 0 0 0 0,0 1 1 0 0,1-1-1 0 0,-1 0 0 0 0,-1 1 0 0 0,0 1-35 0 0,-1 0 1 0 0,0 1-1 0 0,0-1 1 0 0,1 1-1 0 0,-1 0 0 0 0,1-1 1 0 0,0 1-1 0 0,0 0 0 0 0,0 0 1 0 0,0 1-1 0 0,1-1 1 0 0,-3 6-1 0 0,1 4 17 0 0,0 0 0 0 0,2 0 1 0 0,-1 0-1 0 0,1 0 0 0 0,1 0 0 0 0,3 24 0 0 0,-3-33 20 0 0,1 0 0 0 0,0-1 0 0 0,1 1 0 0 0,-1-1 0 0 0,1 1 0 0 0,-1-1 0 0 0,1 0 0 0 0,0 1 0 0 0,0-1 0 0 0,0 0 0 0 0,1 0 0 0 0,-1 0 0 0 0,1-1 0 0 0,0 1 0 0 0,-1-1 0 0 0,1 1 0 0 0,0-1 0 0 0,1 0 0 0 0,-1 0 0 0 0,0 0 0 0 0,0-1 0 0 0,1 1 0 0 0,-1-1 0 0 0,1 0 0 0 0,6 2 0 0 0,4 0 22 0 0,-1 0 0 0 0,1-1 0 0 0,0-1 0 0 0,-1 0 0 0 0,26-2 0 0 0,-33 0-5 0 0,-1 1 0 0 0,1-2-1 0 0,0 1 1 0 0,-1 0 0 0 0,1-1-1 0 0,-1 0 1 0 0,0 0 0 0 0,1-1-1 0 0,-1 0 1 0 0,0 0 0 0 0,-1 0-1 0 0,1 0 1 0 0,0-1 0 0 0,-1 1-1 0 0,0-1 1 0 0,0 0 0 0 0,0-1-1 0 0,0 1 1 0 0,-1-1 0 0 0,1 0-1 0 0,-1 1 1 0 0,0-1 0 0 0,2-7-1 0 0,-1 4 4 0 0,2-4 0 0 0,-1 1 1 0 0,-1-1-1 0 0,5-15 1 0 0,0-4-6 0 0,-6 23-4 0 0,-1-1 1 0 0,1 0-1 0 0,-1 0 1 0 0,-1 0-1 0 0,1-13 1 0 0,-2 21-55 0 0,7 19-922 0 0,3 11 934 0 0,-9-23 28 0 0,0-1 0 0 0,1 0 0 0 0,0 0 0 0 0,0 0-1 0 0,4 7 1 0 0,-4-8 8 0 0,0-1 1 0 0,-1 1-1 0 0,1-1 0 0 0,-1 1 0 0 0,0 0 0 0 0,0 0 0 0 0,0 4 0 0 0,-1-5-2 0 0,1-1 0 0 0,-1 1 0 0 0,1-1 0 0 0,0 1 0 0 0,-1 0-1 0 0,1-1 1 0 0,0 1 0 0 0,0-1 0 0 0,1 0 0 0 0,-1 1 0 0 0,0-1-1 0 0,1 0 1 0 0,-1 0 0 0 0,1 0 0 0 0,0 0 0 0 0,2 2 0 0 0,-1-2 8 0 0,0 0 0 0 0,0 0 0 0 0,0 0 0 0 0,0-1-1 0 0,0 0 1 0 0,0 1 0 0 0,0-1 0 0 0,1 0 0 0 0,-1-1 0 0 0,0 1 0 0 0,1 0 0 0 0,-1-1 0 0 0,0 0 0 0 0,1 0 0 0 0,-1 0 0 0 0,1 0 0 0 0,-1-1 0 0 0,0 1 0 0 0,1-1 0 0 0,-1 0 0 0 0,0 0 0 0 0,0 0 0 0 0,1 0 0 0 0,-1 0 0 0 0,0-1 0 0 0,3-2 0 0 0,8-4 45 0 0,-1-1 1 0 0,0-1-1 0 0,-1 0 0 0 0,14-15 0 0 0,-15 14-43 0 0,2-1 28 0 0,-2 0 0 0 0,0-1 0 0 0,0 0 0 0 0,-2-1 0 0 0,16-27 0 0 0,-22 33-3 0 0,-1 1 0 0 0,0 0 0 0 0,0-1 0 0 0,0 1 0 0 0,-1-1 0 0 0,0 1 0 0 0,-1-1 0 0 0,0-11 0 0 0,0 19-34 0 0,0-1 0 0 0,0 1-1 0 0,0-1 1 0 0,-1 1 0 0 0,1-1-1 0 0,0 1 1 0 0,0-1 0 0 0,-1 1-1 0 0,1 0 1 0 0,0-1 0 0 0,0 1-1 0 0,-1 0 1 0 0,1-1 0 0 0,0 1-1 0 0,-1 0 1 0 0,1-1 0 0 0,-1 1-1 0 0,1 0 1 0 0,0 0 0 0 0,-1-1-1 0 0,1 1 1 0 0,-1 0 0 0 0,1 0-1 0 0,-1 0 1 0 0,1 0 0 0 0,-1-1-1 0 0,1 1 1 0 0,-1 0 0 0 0,1 0-1 0 0,0 0 1 0 0,-1 0 0 0 0,1 0-1 0 0,-1 0 1 0 0,1 0 0 0 0,-1 0-1 0 0,1 1 1 0 0,-1-1 0 0 0,1 0-1 0 0,-1 0 1 0 0,1 0 0 0 0,-1 0-1 0 0,1 1 1 0 0,0-1 0 0 0,-1 0-1 0 0,-21 10-113 0 0,15-3 84 0 0,0-1 1 0 0,1 2-1 0 0,0-1 0 0 0,0 1 1 0 0,0-1-1 0 0,1 2 0 0 0,0-1 0 0 0,1 1 1 0 0,-1-1-1 0 0,2 1 0 0 0,-1 0 0 0 0,1 1 1 0 0,1-1-1 0 0,0 0 0 0 0,0 1 0 0 0,0 11 1 0 0,1-17-7 0 0,1-1 0 0 0,0 1 0 0 0,0-1 0 0 0,0 1 0 0 0,1-1 1 0 0,-1 1-1 0 0,1-1 0 0 0,0 1 0 0 0,0-1 0 0 0,0 0 0 0 0,0 1 0 0 0,1-1 1 0 0,-1 0-1 0 0,1 0 0 0 0,0 0 0 0 0,0 0 0 0 0,3 4 0 0 0,2 1-420 0 0,0-1 0 0 0,1 0 1 0 0,10 7-1 0 0,2-2-5934 0 0,-9-9-5553 0 0</inkml:trace>
</inkml:ink>
</file>

<file path=ppt/ink/ink1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0T12:55:39.96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 82 14355 0 0,'0'0'11309'0'0,"0"-6"-11356"0"0,0 2 44 0 0,0 3 5 0 0,-1-1 0 0 0,1 0 0 0 0,0 1 0 0 0,0-1-1 0 0,0 0 1 0 0,0 1 0 0 0,0-1 0 0 0,0 0 0 0 0,1 1-1 0 0,-1-1 1 0 0,1 0 0 0 0,-1 1 0 0 0,1-1 0 0 0,-1 1-1 0 0,1-1 1 0 0,0 1 0 0 0,0-1 0 0 0,0 1-1 0 0,0-1 1 0 0,0 1 0 0 0,0 0 0 0 0,0 0 0 0 0,0-1-1 0 0,0 1 1 0 0,1 0 0 0 0,2-2 0 0 0,8-2 76 0 0,0 0 0 0 0,1 0 1 0 0,0 2-1 0 0,-1-1 0 0 0,2 1 0 0 0,-1 1 0 0 0,0 1 1 0 0,14-1-1 0 0,-26 2-53 0 0,0 1-1 0 0,0-1 1 0 0,1 1-1 0 0,-1-1 1 0 0,0 1 0 0 0,0 0-1 0 0,0-1 1 0 0,0 1 0 0 0,1 0-1 0 0,-1 0 1 0 0,0 0-1 0 0,0 0 1 0 0,-1 0 0 0 0,1 0-1 0 0,0 0 1 0 0,0 0 0 0 0,0 0-1 0 0,-1 0 1 0 0,1 0-1 0 0,-1 0 1 0 0,1 1 0 0 0,-1-1-1 0 0,1 0 1 0 0,-1 1 0 0 0,1-1-1 0 0,-1 0 1 0 0,0 1-1 0 0,0 1 1 0 0,1 0 33 0 0,-1-1 1 0 0,1 1-1 0 0,-1 0 0 0 0,0 0 1 0 0,0 0-1 0 0,0 0 0 0 0,0 0 1 0 0,-1 0-1 0 0,1-1 1 0 0,-1 1-1 0 0,1 0 0 0 0,-1 0 1 0 0,-2 3-1 0 0,-2 2 52 0 0,0 0 7 0 0,-1 1 1 0 0,0-1-1 0 0,-11 11 1 0 0,0 12 70 0 0,17-31-191 0 0,-1 0-1 0 0,1 1 0 0 0,-1 0 1 0 0,1-1-1 0 0,0 1 1 0 0,-1-1-1 0 0,1 1 1 0 0,-1 0-1 0 0,1-1 0 0 0,0 1 1 0 0,0 0-1 0 0,-1-1 1 0 0,1 1-1 0 0,0 0 0 0 0,0-1 1 0 0,0 1-1 0 0,0 0 1 0 0,0 0-1 0 0,0-1 1 0 0,0 1-1 0 0,0 0 0 0 0,0-1 1 0 0,0 1-1 0 0,0 0 1 0 0,0 0-1 0 0,1-1 1 0 0,-1 1-1 0 0,0 0 0 0 0,0-1 1 0 0,1 1-1 0 0,-1 0 1 0 0,0-1-1 0 0,1 1 0 0 0,-1-1 1 0 0,1 1-1 0 0,-1-1 1 0 0,1 1-1 0 0,-1-1 1 0 0,1 1-1 0 0,-1-1 0 0 0,1 1 1 0 0,0-1-1 0 0,-1 0 1 0 0,1 1-1 0 0,-1-1 1 0 0,1 0-1 0 0,0 1 0 0 0,-1-1 1 0 0,1 0-1 0 0,0 0 1 0 0,0 0-1 0 0,0 1 0 0 0,7 1 1 0 0,-1 0 0 0 0,1 0 0 0 0,12 1-1 0 0,-20-3 4 0 0,10 1 17 0 0,6 1-16 0 0,-1 0 0 0 0,25 8-1 0 0,-36-9-3 0 0,-1 0-1 0 0,0 0 0 0 0,0 0 1 0 0,-1 0-1 0 0,1 1 1 0 0,0 0-1 0 0,0-1 0 0 0,-1 1 1 0 0,1 0-1 0 0,-1 0 1 0 0,1 0-1 0 0,-1 1 0 0 0,0-1 1 0 0,0 0-1 0 0,0 1 0 0 0,0-1 1 0 0,0 1-1 0 0,0 0 1 0 0,1 4-1 0 0,-3-5 30 0 0,1-1-1 0 0,-1 1 1 0 0,0-1-1 0 0,0 1 1 0 0,0-1 0 0 0,0 1-1 0 0,0 0 1 0 0,0-1-1 0 0,-1 1 1 0 0,1-1-1 0 0,0 1 1 0 0,-1-1 0 0 0,1 1-1 0 0,-1-1 1 0 0,1 0-1 0 0,-1 1 1 0 0,0-1-1 0 0,0 1 1 0 0,0-1 0 0 0,0 0-1 0 0,0 0 1 0 0,0 0-1 0 0,0 1 1 0 0,0-1-1 0 0,0 0 1 0 0,0 0 0 0 0,-1-1-1 0 0,1 1 1 0 0,0 0-1 0 0,-1 0 1 0 0,1-1 0 0 0,-3 2-1 0 0,-6 3 202 0 0,0-1-1 0 0,-1 0 1 0 0,-15 3 0 0 0,23-6-203 0 0,-28 4 113 0 0,0 0 0 0 0,-1-2-1 0 0,-41-1 1 0 0,73-2-324 0 0,0-1 0 0 0,0 1-1 0 0,0-1 1 0 0,0 0 0 0 0,0 1 0 0 0,1-1 0 0 0,-1 1-1 0 0,0-1 1 0 0,0 1 0 0 0,1-1 0 0 0,-1 1 0 0 0,0-1 0 0 0,0 1-1 0 0,1-1 1 0 0,-1 1 0 0 0,0-1 0 0 0,1 1 0 0 0,-1 0-1 0 0,1-1 1 0 0,-1 1 0 0 0,1-1 0 0 0,-1 1 0 0 0,1 0-1 0 0,-1 0 1 0 0,1-1 0 0 0,-1 1 0 0 0,1 0 0 0 0,11-6-3246 0 0,-2 0-3890 0 0</inkml:trace>
</inkml:ink>
</file>

<file path=ppt/ink/ink1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0T12:55:40.41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363 0 8058 0 0,'0'0'13268'0'0,"-26"7"-12287"0"0,-79 22-147 0 0,64-12-147 0 0,25-4-241 0 0,9-5-249 0 0,-12 10 174 0 0,2 2 1 0 0,0 0 0 0 0,2 1 0 0 0,0 1 0 0 0,-19 37 0 0 0,25-41-279 0 0,1 1 0 0 0,1 0 0 0 0,1 0 1 0 0,0 0-1 0 0,1 0 0 0 0,2 1 0 0 0,0 0 0 0 0,-1 24 1 0 0,4-38-88 0 0,0 0 1 0 0,1-1 0 0 0,0 1 0 0 0,0 0 0 0 0,0-1 0 0 0,0 1 0 0 0,1-1 0 0 0,0 1 0 0 0,0-1 0 0 0,0 0 0 0 0,1 0 0 0 0,0 0 0 0 0,0 0 0 0 0,6 7 0 0 0,-4-6 5 0 0,1-1-1 0 0,-1 0 1 0 0,1 0 0 0 0,1 0 0 0 0,-1-1 0 0 0,0 0 0 0 0,1 0 0 0 0,0-1 0 0 0,13 5 0 0 0,-1-2 31 0 0,0-2 0 0 0,1 0 0 0 0,-1-1 0 0 0,1-1 1 0 0,-1-1-1 0 0,1 0 0 0 0,35-5 0 0 0,-40 2 26 0 0,0 0 0 0 0,-1-2 0 0 0,1 0 0 0 0,0 0 0 0 0,-1-1 1 0 0,0-1-1 0 0,0 0 0 0 0,-1-1 0 0 0,0-1 0 0 0,0 0 0 0 0,0-1 1 0 0,-1 0-1 0 0,-1-1 0 0 0,1 0 0 0 0,-2-1 0 0 0,1 0 0 0 0,-2-1 1 0 0,1 0-1 0 0,-2 0 0 0 0,11-20 0 0 0,-8 11 133 0 0,-1 0-1 0 0,-1-1 1 0 0,12-41 0 0 0,-19 53-139 0 0,0 0 1 0 0,0 0-1 0 0,-1 0 1 0 0,0 0-1 0 0,-1 0 0 0 0,0 0 1 0 0,-1 0-1 0 0,0 0 1 0 0,0 0-1 0 0,-1 0 1 0 0,-6-16-1 0 0,5 19-29 0 0,0 1-1 0 0,0 0 0 0 0,-1 0 0 0 0,1 1 0 0 0,-1-1 0 0 0,-1 1 1 0 0,1 0-1 0 0,-1 0 0 0 0,0 0 0 0 0,0 1 0 0 0,-1 0 0 0 0,1 0 1 0 0,-1 0-1 0 0,0 0 0 0 0,0 1 0 0 0,0 0 0 0 0,-11-4 0 0 0,1 2-730 0 0,0 1-1 0 0,0 0 0 0 0,0 1 0 0 0,-1 0 0 0 0,1 2 1 0 0,-20 0-1 0 0,24 1-6534 0 0</inkml:trace>
</inkml:ink>
</file>

<file path=ppt/ink/ink1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0T13:03:26.98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 24701 0 0,'0'0'3361'0'0</inkml:trace>
</inkml:ink>
</file>

<file path=ppt/ink/ink1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0T13:03:32.67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0 6337 0 0,'0'0'16623'0'0,"11"35"-16623"0"0,-7-22 250 0 0,-1-1 1 0 0,3 18-1 0 0,-5-19-121 0 0,1 0 0 0 0,1-1 0 0 0,5 16-1 0 0,-5-12-28 0 0,-3-13-89 0 0,0 0-1 0 0,0 1 1 0 0,0-1-1 0 0,0 0 0 0 0,0 0 1 0 0,0 1-1 0 0,1-1 1 0 0,-1 0-1 0 0,0 0 0 0 0,1 0 1 0 0,-1 0-1 0 0,1 0 1 0 0,1 3 932 0 0,-2-26-1079 0 0,2-8-3761 0 0,-1 16-1098 0 0,0 1-5398 0 0</inkml:trace>
</inkml:ink>
</file>

<file path=ppt/ink/ink1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0T13:03:33.16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334 22 0 0 0,'0'0'13822'0'0,"-21"5"-13068"0"0,-65 17-43 0 0,83-21-614 0 0,-1 0 0 0 0,0 0 0 0 0,1 0 0 0 0,-1 1 0 0 0,1-1 0 0 0,-1 1 0 0 0,1 0 0 0 0,0 0 0 0 0,-1 0 0 0 0,1 0 0 0 0,0 1 0 0 0,0-1 0 0 0,1 1 0 0 0,-1 0 0 0 0,-3 3 0 0 0,-8 10 625 0 0,0-1-79 0 0,0 0-1 0 0,1 1 1 0 0,0 0 0 0 0,2 1-1 0 0,-14 25 1 0 0,11-15-55 0 0,1-1 1 0 0,2 2-1 0 0,-10 35 0 0 0,19-52-507 0 0,-1 0 0 0 0,2 0 0 0 0,0 1-1 0 0,0-1 1 0 0,1 1 0 0 0,2 18 0 0 0,-2-24-75 0 0,1 1 0 0 0,0-1 1 0 0,1 0-1 0 0,0 1 1 0 0,0-1-1 0 0,0 0 0 0 0,1 0 1 0 0,0 0-1 0 0,0-1 0 0 0,0 1 1 0 0,1-1-1 0 0,8 10 1 0 0,-5-8 1 0 0,1-1 0 0 0,0 0 1 0 0,1 0-1 0 0,0-1 0 0 0,0 0 1 0 0,0 0-1 0 0,0-1 0 0 0,0-1 1 0 0,1 0-1 0 0,0 0 0 0 0,0 0 1 0 0,0-1-1 0 0,0-1 0 0 0,0 0 1 0 0,18 0-1 0 0,-12-1 63 0 0,0-1 0 0 0,1-1 0 0 0,-1 0 0 0 0,0-1 0 0 0,0-1 0 0 0,0-1 0 0 0,0 0-1 0 0,-1-1 1 0 0,15-7 0 0 0,-18 6 62 0 0,-1-1 0 0 0,0 0 0 0 0,0 0-1 0 0,-1-1 1 0 0,0 0 0 0 0,-1-1 0 0 0,0 0-1 0 0,15-21 1 0 0,-7 4 137 0 0,-1-1 1 0 0,20-47-1 0 0,-30 62-207 0 0,-1-2 0 0 0,0 1-1 0 0,-1 0 1 0 0,-1-1 0 0 0,0 1 0 0 0,-1-1 0 0 0,-1 0-1 0 0,0 0 1 0 0,-2-18 0 0 0,0 26-26 0 0,1-1 1 0 0,-1 1 0 0 0,-1 0-1 0 0,0 0 1 0 0,0 0 0 0 0,0 1-1 0 0,-1-1 1 0 0,0 0-1 0 0,0 1 1 0 0,0 0 0 0 0,-1 0-1 0 0,0 0 1 0 0,0 0-1 0 0,-1 0 1 0 0,0 1 0 0 0,0 0-1 0 0,0 0 1 0 0,0 0 0 0 0,-1 1-1 0 0,-10-7 1 0 0,2 4 42 0 0,0 1 1 0 0,0 0-1 0 0,0 1 1 0 0,0 1 0 0 0,-1 0-1 0 0,0 1 1 0 0,0 0-1 0 0,-23 0 1 0 0,5 2-22 0 0,0 2-1 0 0,-58 9 1 0 0,89-10-302 0 0,-2 1 297 0 0,0-1 0 0 0,0 1 0 0 0,0 0 0 0 0,0 0 0 0 0,-8 4 0 0 0,4 3-3257 0 0,5 7-7903 0 0</inkml:trace>
</inkml:ink>
</file>

<file path=ppt/ink/ink1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0T13:03:35.01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962 348 0 0 0,'0'0'17281'0'0,"-4"-14"-16318"0"0,-11-39-144 0 0,14 51-711 0 0,1 0 0 0 0,-1 0 0 0 0,0 0 0 0 0,0 0 0 0 0,0 0-1 0 0,0 0 1 0 0,0 0 0 0 0,0 1 0 0 0,0-1 0 0 0,0 0 0 0 0,-1 1 0 0 0,1-1 0 0 0,0 1 0 0 0,-1-1 0 0 0,-2-1 0 0 0,-4-4 461 0 0,3 2-395 0 0,0 0-1 0 0,0 0 1 0 0,-1 0 0 0 0,0 1-1 0 0,1 0 1 0 0,-1 0 0 0 0,-1 0-1 0 0,-11-5 1 0 0,3 3-93 0 0,1 1 0 0 0,-1 0 0 0 0,-17-2 0 0 0,-3 2 86 0 0,-1 2 1 0 0,-70 4-1 0 0,75 2 46 0 0,-1 2 1 0 0,2 2-1 0 0,-1 0 1 0 0,1 2 0 0 0,0 2-1 0 0,-30 14 1 0 0,30-10 79 0 0,1 1 1 0 0,1 2 0 0 0,-44 34 0 0 0,59-40-211 0 0,0 1 0 0 0,1 0 1 0 0,0 1-1 0 0,1 0 0 0 0,1 0 1 0 0,0 2-1 0 0,1-1 0 0 0,0 1 1 0 0,-8 24-1 0 0,14-32-62 0 0,0 1 1 0 0,0 1-1 0 0,1-1 0 0 0,0 0 0 0 0,0 1 1 0 0,1 17-1 0 0,1-21-20 0 0,0 0 0 0 0,0 1 1 0 0,1-1-1 0 0,0 0 0 0 0,1 0 0 0 0,-1 0 1 0 0,1-1-1 0 0,0 1 0 0 0,0 0 1 0 0,1-1-1 0 0,5 9 0 0 0,0-2 4 0 0,1-1 0 0 0,1 0-1 0 0,0-1 1 0 0,0 0 0 0 0,1-1-1 0 0,0 0 1 0 0,1 0 0 0 0,0-1 0 0 0,0-1-1 0 0,0 0 1 0 0,1-1 0 0 0,0 0-1 0 0,1-1 1 0 0,-1-1 0 0 0,1 0-1 0 0,0 0 1 0 0,0-2 0 0 0,19 2 0 0 0,18 2 64 0 0,1-3 1 0 0,-1-2-1 0 0,1-3 1 0 0,61-9-1 0 0,-75 4-8 0 0,0-1-1 0 0,0-2 1 0 0,-1-1-1 0 0,0-2 1 0 0,-1-2-1 0 0,42-23 0 0 0,-48 21 77 0 0,0-2-1 0 0,39-31 0 0 0,-58 40-56 0 0,1-1-1 0 0,-2 0 0 0 0,0 0 1 0 0,0-1-1 0 0,-1 0 0 0 0,0-1 1 0 0,-1 0-1 0 0,8-17 0 0 0,-9 13 42 0 0,0-1 0 0 0,-1 0 0 0 0,-1 0 0 0 0,0 0 0 0 0,3-35 0 0 0,-7 42-95 0 0,-1-1 1 0 0,0 1 0 0 0,-1 0-1 0 0,0-1 1 0 0,0 1 0 0 0,-1 0-1 0 0,-1 0 1 0 0,0 0 0 0 0,0 0-1 0 0,-1 0 1 0 0,-6-10 0 0 0,3 8-32 0 0,-1 1 0 0 0,0 0 0 0 0,-1 1 1 0 0,0-1-1 0 0,0 2 0 0 0,-1-1 0 0 0,-1 1 0 0 0,0 1 1 0 0,-17-11-1 0 0,10 8-12 0 0,-1 2 0 0 0,0 0-1 0 0,-1 1 1 0 0,0 1 0 0 0,-34-9 0 0 0,30 12-2 0 0,-1 0 1 0 0,0 2-1 0 0,0 0 0 0 0,0 2 0 0 0,-1 1 1 0 0,1 1-1 0 0,0 1 0 0 0,0 1 0 0 0,0 2 1 0 0,-41 12-1 0 0,20-2 15 0 0,1 3 1 0 0,0 2-1 0 0,2 1 1 0 0,-65 44-1 0 0,78-45 20 0 0,2 1 0 0 0,0 2-1 0 0,2 0 1 0 0,0 2 0 0 0,2 0 0 0 0,1 2-1 0 0,1 1 1 0 0,1 1 0 0 0,2 0 0 0 0,-25 49-1 0 0,38-65-18 0 0,1 0-1 0 0,0 1 0 0 0,1-1 0 0 0,1 1 0 0 0,0 0 1 0 0,0 0-1 0 0,2 0 0 0 0,-1 0 0 0 0,2 0 0 0 0,0 0 0 0 0,2 16 1 0 0,0-19-19 0 0,0 0 0 0 0,1 0 0 0 0,0 0 0 0 0,0 0 0 0 0,1-1 1 0 0,0 1-1 0 0,1-1 0 0 0,1 0 0 0 0,-1-1 0 0 0,1 1 0 0 0,1-1 1 0 0,0-1-1 0 0,0 1 0 0 0,12 10 0 0 0,-2-5-70 0 0,1 0-1 0 0,1-2 1 0 0,0 0-1 0 0,1-1 1 0 0,0-1-1 0 0,0-1 1 0 0,24 8-1 0 0,54 10-1984 0 0,-2-8-4249 0 0,-56-12-5870 0 0</inkml:trace>
</inkml:ink>
</file>

<file path=ppt/ink/ink1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0T13:03:37.84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1 438 8658 0 0,'0'0'10510'0'0,"2"-9"-11406"0"0,0-1 915 0 0,0 1 1 0 0,1 0 0 0 0,1-1-1 0 0,-1 1 1 0 0,9-14-1 0 0,-6 12 5 0 0,0 0 0 0 0,1 1 0 0 0,1-1 0 0 0,-1 1-1 0 0,1 1 1 0 0,17-16 0 0 0,-25 24-38 0 0,1 1-1 0 0,-1-1 1 0 0,1 1 0 0 0,-1-1 0 0 0,1 1 0 0 0,-1-1-1 0 0,1 1 1 0 0,-1-1 0 0 0,1 1 0 0 0,0 0-1 0 0,-1-1 1 0 0,1 1 0 0 0,-1 0 0 0 0,1-1-1 0 0,0 1 1 0 0,-1 0 0 0 0,1 0 0 0 0,0 0-1 0 0,-1 0 1 0 0,1 0 0 0 0,0-1 0 0 0,-1 1-1 0 0,1 0 1 0 0,0 1 0 0 0,-1-1 0 0 0,1 0-1 0 0,0 0 1 0 0,0 0 0 0 0,-1 0 0 0 0,1 0-1 0 0,0 1 1 0 0,-1-1 0 0 0,1 0 0 0 0,-1 1 0 0 0,1-1-1 0 0,0 0 1 0 0,-1 1 0 0 0,1-1 0 0 0,-1 1-1 0 0,1-1 1 0 0,-1 1 0 0 0,1-1 0 0 0,-1 1-1 0 0,0-1 1 0 0,1 1 0 0 0,-1-1 0 0 0,1 1-1 0 0,-1 0 1 0 0,0-1 0 0 0,0 1 0 0 0,1-1-1 0 0,-1 2 1 0 0,20 39 138 0 0,-13-31 3115 0 0,-10-17-1789 0 0,2 5-1461 0 0,-1-1 0 0 0,0 1 0 0 0,1 0-1 0 0,-1 0 1 0 0,0 0 0 0 0,-1 0 0 0 0,1 0-1 0 0,0 0 1 0 0,0 0 0 0 0,-1 1 0 0 0,1-1 0 0 0,-1 1-1 0 0,0 0 1 0 0,1-1 0 0 0,-1 1 0 0 0,-3 0-1 0 0,3 1-34 0 0,1 1 0 0 0,-1-1 0 0 0,0 1-1 0 0,1 0 1 0 0,-1 0 0 0 0,1 0 0 0 0,0 0 0 0 0,-1 0-1 0 0,1 1 1 0 0,0-1 0 0 0,0 1 0 0 0,-1 0-1 0 0,1-1 1 0 0,1 1 0 0 0,-1 0 0 0 0,0 0-1 0 0,0 0 1 0 0,-1 3 0 0 0,-2 2 17 0 0,0 1 0 0 0,0-1-1 0 0,1 1 1 0 0,-4 10 0 0 0,5-11-5 0 0,1 0 1 0 0,0 0-1 0 0,0 0 0 0 0,0 1 0 0 0,1-1 0 0 0,0 0 0 0 0,1 1 1 0 0,-1-1-1 0 0,2 1 0 0 0,-1-1 0 0 0,2 8 0 0 0,-2-12 34 0 0,1 0 1 0 0,0 0-1 0 0,0 0 0 0 0,0-1 0 0 0,0 1 0 0 0,1 0 0 0 0,-1-1 0 0 0,1 1 1 0 0,0-1-1 0 0,-1 1 0 0 0,1-1 0 0 0,0 0 0 0 0,0 0 0 0 0,1 0 1 0 0,-1 0-1 0 0,0 0 0 0 0,1 0 0 0 0,-1-1 0 0 0,1 1 0 0 0,-1-1 0 0 0,1 0 1 0 0,0 0-1 0 0,0 0 0 0 0,-1 0 0 0 0,1 0 0 0 0,0 0 0 0 0,0-1 1 0 0,0 1-1 0 0,5-1 0 0 0,-1 1 50 0 0,1 0-1 0 0,0-1 1 0 0,-1 0 0 0 0,1 0 0 0 0,0 0 0 0 0,0-1-1 0 0,-1-1 1 0 0,1 1 0 0 0,-1-1 0 0 0,1-1 0 0 0,-1 1-1 0 0,0-1 1 0 0,0 0 0 0 0,0-1 0 0 0,0 0-1 0 0,0 0 1 0 0,-1 0 0 0 0,0-1 0 0 0,0 0 0 0 0,10-11-1 0 0,1-1 32 0 0,-5 6 5 0 0,0-1 0 0 0,-1-1 0 0 0,0 0 0 0 0,-1 0 0 0 0,9-18 0 0 0,64-168 413 0 0,-77 184-510 0 0,-3 7 294 0 0,-1 1 0 0 0,1-1 0 0 0,-1 1 0 0 0,-1-1 0 0 0,2-15 1 0 0,-25 59-435 0 0,14-21 17 0 0,-11 33 1 0 0,8-19 77 0 0,6-11 68 0 0,1 0 0 0 0,0 1 0 0 0,2-1 0 0 0,0 1 0 0 0,1 34 0 0 0,1-49-3 0 0,-1 1 0 0 0,1-1-1 0 0,1 1 1 0 0,-1-1 0 0 0,1 1-1 0 0,0-1 1 0 0,0 1 0 0 0,0-1-1 0 0,0 1 1 0 0,1-1 0 0 0,0 0-1 0 0,0 0 1 0 0,0 0 0 0 0,0 0-1 0 0,1 0 1 0 0,-1 0 0 0 0,6 5-1 0 0,-5-7 5 0 0,-1 0-1 0 0,1 0 1 0 0,0 0 0 0 0,0 0-1 0 0,-1-1 1 0 0,1 1-1 0 0,0-1 1 0 0,1 0-1 0 0,-1 0 1 0 0,0 0-1 0 0,0 0 1 0 0,4 0 0 0 0,-5-1 15 0 0,1-1 1 0 0,-1 1 0 0 0,0 0-1 0 0,0-1 1 0 0,1 1 0 0 0,-1-1 0 0 0,0 0-1 0 0,0 0 1 0 0,0 0 0 0 0,0 0-1 0 0,0 0 1 0 0,0 0 0 0 0,0 0-1 0 0,-1-1 1 0 0,1 1 0 0 0,0-1 0 0 0,-1 1-1 0 0,1-1 1 0 0,1-2 0 0 0,8-9 81 0 0,-3 5-73 0 0,0-1 1 0 0,-1 0-1 0 0,0 0 0 0 0,-1-1 1 0 0,6-11-1 0 0,17-33 97 0 0,-19 33 72 0 0,-5 16-195 0 0,-3 14-627 0 0,-1-1 617 0 0,0 0 1 0 0,0 0-1 0 0,1 0 0 0 0,0 0 1 0 0,0 0-1 0 0,1 0 0 0 0,0 0 1 0 0,0-1-1 0 0,1 1 0 0 0,0-1 1 0 0,0 0-1 0 0,1 0 0 0 0,7 8 1 0 0,-11-13 2 0 0,1-1 0 0 0,-1 0 0 0 0,1 0-1 0 0,-1 1 1 0 0,1-1 0 0 0,-1 0 0 0 0,1 0 0 0 0,0-1 0 0 0,0 1 0 0 0,-1 0 0 0 0,1-1 0 0 0,0 1 0 0 0,0-1 0 0 0,0 1 0 0 0,0-1-1 0 0,0 0 1 0 0,0 0 0 0 0,-1 1 0 0 0,1-2 0 0 0,0 1 0 0 0,0 0 0 0 0,3-1 0 0 0,0 0 20 0 0,-1 0 0 0 0,0 0 0 0 0,1 0 1 0 0,-1-1-1 0 0,0 0 0 0 0,0 0 0 0 0,0 0 1 0 0,7-5-1 0 0,0-3-5 0 0,0 0 1 0 0,0-1-1 0 0,-1 0 0 0 0,8-14 1 0 0,9-8-72 0 0,-14 10 21 0 0,-12 20 33 0 0,0 1-1 0 0,0 0 1 0 0,0-1-1 0 0,1 1 1 0 0,-1 0-1 0 0,1 0 1 0 0,-1 0-1 0 0,1 0 1 0 0,2-2-1 0 0,-3 4-64 0 0,-1 0 1 0 0,1 0-1 0 0,-1 0 0 0 0,1 0 0 0 0,-1 1 0 0 0,1-1 0 0 0,-1 0 1 0 0,1 0-1 0 0,-1 1 0 0 0,0-1 0 0 0,1 0 0 0 0,-1 1 0 0 0,1-1 1 0 0,-1 0-1 0 0,0 1 0 0 0,1-1 0 0 0,-1 1 0 0 0,0-1 1 0 0,1 0-1 0 0,-1 1 0 0 0,0-1 0 0 0,0 1 0 0 0,1-1 0 0 0,-1 1 1 0 0,0-1-1 0 0,0 1 0 0 0,1 2 53 0 0,1-1 1 0 0,-1 0-1 0 0,0 0 0 0 0,1 0 0 0 0,-1-1 0 0 0,1 1 1 0 0,0 0-1 0 0,0-1 0 0 0,2 3 0 0 0,1-1-68 0 0,2 1 197 0 0,-4-14 206 0 0,-3-52 334 0 0,0 61-650 0 0,0 0 1 0 0,-1 1-1 0 0,1-1 0 0 0,0 1 1 0 0,0-1-1 0 0,0 1 1 0 0,-1-1-1 0 0,1 1 1 0 0,0-1-1 0 0,-1 1 0 0 0,1-1 1 0 0,0 1-1 0 0,-1 0 1 0 0,1-1-1 0 0,0 1 1 0 0,-1-1-1 0 0,1 1 0 0 0,-1 0 1 0 0,1-1-1 0 0,-1 1 1 0 0,1 0-1 0 0,-1 0 1 0 0,1-1-1 0 0,-1 1 0 0 0,1 0 1 0 0,-1 0-1 0 0,1 0 1 0 0,-1 0-1 0 0,1 0 1 0 0,-1-1-1 0 0,1 1 0 0 0,-2 0 1 0 0,1 0-40 0 0,0 0 1 0 0,0 0-1 0 0,0 0 1 0 0,0 0-1 0 0,0 0 0 0 0,0 0 1 0 0,0 1-1 0 0,0-1 1 0 0,0 0-1 0 0,0 0 1 0 0,0 1-1 0 0,0-1 0 0 0,1 0 1 0 0,-1 1-1 0 0,0-1 1 0 0,0 1-1 0 0,0-1 1 0 0,-1 2-1 0 0,-11 12-180 0 0,11-12 196 0 0,-1 0-1 0 0,1 1 0 0 0,0-1 1 0 0,0 0-1 0 0,0 1 1 0 0,0 0-1 0 0,-2 4 0 0 0,-4 9-37 0 0,5-10 18 0 0,0 0 0 0 0,0 0 0 0 0,0 0 0 0 0,1 1 0 0 0,0-1 0 0 0,0 1 0 0 0,0 0 0 0 0,1 0 0 0 0,0-1 0 0 0,0 10-1 0 0,1-13 2 0 0,0 1 0 0 0,0 0 0 0 0,0-1-1 0 0,1 1 1 0 0,0-1 0 0 0,-1 1-1 0 0,1-1 1 0 0,1 1 0 0 0,-1-1-1 0 0,0 0 1 0 0,4 7 0 0 0,-3-8 34 0 0,-1-1 0 0 0,1 1 1 0 0,-1-1-1 0 0,1 1 0 0 0,0-1 0 0 0,-1 1 1 0 0,1-1-1 0 0,0 0 0 0 0,0 0 0 0 0,0 0 1 0 0,0 0-1 0 0,0 0 0 0 0,0 0 0 0 0,0-1 1 0 0,0 1-1 0 0,0-1 0 0 0,0 1 0 0 0,1-1 1 0 0,-1 0-1 0 0,4 0 0 0 0,2 0 36 0 0,0 0 0 0 0,-1-1 0 0 0,1 0 0 0 0,0 0 0 0 0,0-1 0 0 0,-1 0 0 0 0,1 0 0 0 0,-1-1 0 0 0,0 0 0 0 0,0 0 1 0 0,0 0-1 0 0,0-1 0 0 0,0 0 0 0 0,-1-1 0 0 0,0 1 0 0 0,0-1 0 0 0,9-9 0 0 0,3-6 106 0 0,-1-1 1 0 0,-1 0 0 0 0,-1-1-1 0 0,-1-1 1 0 0,17-35-1 0 0,-27 48-106 0 0,0 0 0 0 0,-1-1-1 0 0,0 1 1 0 0,2-21-1 0 0,5-14-4 0 0,-7 36 8 0 0,-1-1 0 0 0,0 0 0 0 0,0 0 0 0 0,0-11 0 0 0,-2 21 258 0 0,-8 19-821 0 0,-1-2 446 0 0,0 0 0 0 0,2 1 1 0 0,-10 33-1 0 0,11-31 41 0 0,3-7 28 0 0,0 1 0 0 0,1-1 1 0 0,1 1-1 0 0,0 0 0 0 0,3 23 0 0 0,-2-5 16 0 0,10-51 933 0 0,-5 8-883 0 0,17-28-66 0 0,-19 34-22 0 0,-1 1 0 0 0,1 0 1 0 0,1 0-1 0 0,-1 0 0 0 0,1 1 0 0 0,-1-1 0 0 0,1 1 0 0 0,0-1 0 0 0,0 1 0 0 0,1 1 0 0 0,-1-1 0 0 0,1 1 0 0 0,-1-1 1 0 0,1 1-1 0 0,0 0 0 0 0,0 1 0 0 0,-1-1 0 0 0,8 0 0 0 0,-10 2-21 0 0,-1 0 0 0 0,0 0 0 0 0,1 0 0 0 0,-1 1 0 0 0,0-1 0 0 0,1 0-1 0 0,-1 1 1 0 0,0-1 0 0 0,0 1 0 0 0,1-1 0 0 0,1 2 0 0 0,-3-2 53 0 0,0 1 1 0 0,0-1-1 0 0,1 0 1 0 0,-1 0-1 0 0,0 1 0 0 0,0-1 1 0 0,0 0-1 0 0,1 0 1 0 0,-1 1-1 0 0,0-1 1 0 0,0 0-1 0 0,0 1 0 0 0,0-1 1 0 0,0 0-1 0 0,0 1 1 0 0,1-1-1 0 0,-1 0 0 0 0,0 1 1 0 0,0-1-1 0 0,0 0 1 0 0,0 1-1 0 0,0-1 0 0 0,0 0 1 0 0,0 1-1 0 0,0-1 1 0 0,-1 0-1 0 0,1 1 1 0 0,0-1-1 0 0,0 0 0 0 0,0 1 1 0 0,0-1-1 0 0,0 0 1 0 0,-1 1-1 0 0,1-1 0 0 0,0 0 1 0 0,0 0-1 0 0,0 1 1 0 0,-1-1-1 0 0,1 0 1 0 0,0 0-1 0 0,0 1 0 0 0,-1-1 1 0 0,1 0-1 0 0,0 0 1 0 0,-1 0-1 0 0,1 1 0 0 0,0-1 1 0 0,-1 0-1 0 0,-30 30 429 0 0,26-26-391 0 0,1 0 1 0 0,-1 0-1 0 0,1 0 0 0 0,-7 8 0 0 0,10-10-25 0 0,0-1 1 0 0,0 1-1 0 0,0-1 0 0 0,0 1 1 0 0,1-1-1 0 0,-1 1 0 0 0,0 0 1 0 0,1-1-1 0 0,-1 1 0 0 0,1 0 1 0 0,0 0-1 0 0,0-1 0 0 0,-1 1 1 0 0,1 0-1 0 0,0 0 0 0 0,0-1 1 0 0,1 1-1 0 0,-1 0 0 0 0,0 0 1 0 0,1 2-1 0 0,0-3 4 0 0,0 0 0 0 0,0 0 0 0 0,0 0 0 0 0,1 0 0 0 0,-1 0 1 0 0,0 0-1 0 0,1 0 0 0 0,-1 0 0 0 0,0 0 0 0 0,1 0 0 0 0,-1-1 0 0 0,1 1 1 0 0,-1-1-1 0 0,1 1 0 0 0,-1-1 0 0 0,1 0 0 0 0,-1 1 0 0 0,1-1 0 0 0,2 0 0 0 0,34 2 350 0 0,-25-2-400 0 0,0 0 0 0 0,-1-1 1 0 0,1-1-1 0 0,-1 0 1 0 0,20-6-1 0 0,-13 0-3413 0 0,0-1-3416 0 0</inkml:trace>
</inkml:ink>
</file>

<file path=ppt/ink/ink1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0T13:03:38.05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0 25205 0 0,'0'0'761'0'0</inkml:trace>
</inkml:ink>
</file>

<file path=ppt/ink/ink1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0T13:03:39.62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0 389 20380 0 0,'0'0'1861'0'0,"23"1"-1434"0"0,75 1-103 0 0,-87-2-259 0 0,0 0 1 0 0,0-1-1 0 0,-1-1 1 0 0,1 0-1 0 0,0 0 1 0 0,18-7-1 0 0,-3 0 21 0 0,3 1 61 0 0,0-2 0 0 0,-1 0 0 0 0,-1-2 0 0 0,0-2 1 0 0,-1 0-1 0 0,0-2 0 0 0,23-18 0 0 0,-43 29-69 0 0,0 0-1 0 0,0-1 0 0 0,0 0 0 0 0,-1 0 1 0 0,0 0-1 0 0,0-1 0 0 0,-1 1 0 0 0,0-1 1 0 0,0 0-1 0 0,-1-1 0 0 0,1 1 0 0 0,-2-1 1 0 0,1 1-1 0 0,2-14 0 0 0,-1 4 50 0 0,-3 12-96 0 0,0 0 0 0 0,0 0 0 0 0,0 0 0 0 0,0 0 0 0 0,-1 0 0 0 0,0 0 0 0 0,0 0 0 0 0,0 0 0 0 0,-1 0 0 0 0,0 0 0 0 0,-2-10 0 0 0,1 9 54 0 0,-1 0 1 0 0,1-1-1 0 0,-1 1 1 0 0,-6-8 0 0 0,9 13-98 0 0,0 1 0 0 0,-1-1 1 0 0,1 0-1 0 0,-1 1 0 0 0,1-1 1 0 0,-1 0-1 0 0,1 1 0 0 0,-1-1 1 0 0,1 1-1 0 0,-1-1 0 0 0,0 1 1 0 0,1-1-1 0 0,-1 1 1 0 0,0-1-1 0 0,1 1 0 0 0,-1 0 1 0 0,0-1-1 0 0,1 1 0 0 0,-1 0 1 0 0,0 0-1 0 0,0-1 0 0 0,0 1 1 0 0,1 0-1 0 0,-1 0 1 0 0,0 0-1 0 0,0 0 0 0 0,0 0 1 0 0,1 0-1 0 0,-1 0 0 0 0,0 0 1 0 0,0 1-1 0 0,0-1 0 0 0,1 0 1 0 0,-1 0-1 0 0,0 1 1 0 0,0-1-1 0 0,1 0 0 0 0,-1 1 1 0 0,0-1-1 0 0,1 1 0 0 0,-1-1 1 0 0,0 1-1 0 0,1-1 0 0 0,-1 1 1 0 0,1-1-1 0 0,-1 1 1 0 0,1 0-1 0 0,-1 0 0 0 0,-2 3-47 0 0,0 1 0 0 0,0 0-1 0 0,0 0 1 0 0,1 0 0 0 0,0 0-1 0 0,0 0 1 0 0,0 0 0 0 0,1 1-1 0 0,0-1 1 0 0,-1 6 0 0 0,-6 25 18 0 0,1-9 47 0 0,1 0 0 0 0,-4 54 0 0 0,7-48 50 0 0,-12 52-1 0 0,11-44 40 0 0,4-36-49 0 0,0 0 0 0 0,0 0 0 0 0,0 0 0 0 0,-1 0 0 0 0,0 0 0 0 0,0-1 0 0 0,0 1 0 0 0,0 0 0 0 0,-4 8 0 0 0,8-65 730 0 0,-1 38-909 0 0,-1 7 70 0 0,1 0 1 0 0,-1 0-1 0 0,1 0 1 0 0,0 0-1 0 0,1 1 1 0 0,5-12-1 0 0,0 3-7 0 0,-6 11 48 0 0,0 0 0 0 0,1 0 0 0 0,-1 0-1 0 0,1 0 1 0 0,-1 0 0 0 0,1 1 0 0 0,6-6-1 0 0,-8 9-4 0 0,0 0-1 0 0,0 0 0 0 0,0 0 1 0 0,0 1-1 0 0,0-1 1 0 0,-1 0-1 0 0,1 1 0 0 0,0-1 1 0 0,0 1-1 0 0,-1-1 0 0 0,1 1 1 0 0,0-1-1 0 0,0 1 1 0 0,-1 0-1 0 0,1-1 0 0 0,-1 1 1 0 0,1 0-1 0 0,0-1 1 0 0,-1 1-1 0 0,0 0 0 0 0,1 0 1 0 0,0 1-1 0 0,12 19 131 0 0,-9-13-82 0 0,0 2-7 0 0,1-1 0 0 0,0 1 0 0 0,0-1 0 0 0,1 0 0 0 0,0-1 0 0 0,0 1 0 0 0,1-1 0 0 0,8 8 0 0 0,-12-14 2 0 0,0 0 1 0 0,0 1-1 0 0,0-1 1 0 0,0 0-1 0 0,1 0 1 0 0,-1 0 0 0 0,1-1-1 0 0,-1 1 1 0 0,1-1-1 0 0,-1 0 1 0 0,1 0-1 0 0,0 0 1 0 0,0-1-1 0 0,0 1 1 0 0,-1-1-1 0 0,1 0 1 0 0,0 0-1 0 0,0 0 1 0 0,0 0-1 0 0,-1-1 1 0 0,1 0-1 0 0,0 0 1 0 0,0 0-1 0 0,-1 0 1 0 0,1 0-1 0 0,-1-1 1 0 0,1 1-1 0 0,-1-1 1 0 0,0 0 0 0 0,1 0-1 0 0,-1 0 1 0 0,0-1-1 0 0,0 1 1 0 0,-1-1-1 0 0,4-3 1 0 0,3-4 3 0 0,-1 0 1 0 0,0 0 0 0 0,-1 0-1 0 0,0-1 1 0 0,-1 0 0 0 0,0 0-1 0 0,-1-1 1 0 0,0 0 0 0 0,-1 0-1 0 0,0 0 1 0 0,3-18 0 0 0,-3 13-19 0 0,-2 12 24 0 0,-1 1 0 0 0,0-1 1 0 0,0 0-1 0 0,1-10 0 0 0,-2 15-26 0 0,0-1 0 0 0,0 1-1 0 0,0 0 1 0 0,0-1 0 0 0,0 1 0 0 0,-1 0-1 0 0,1 0 1 0 0,0-1 0 0 0,0 1 0 0 0,0 0-1 0 0,0 0 1 0 0,0-1 0 0 0,0 1 0 0 0,0 0-1 0 0,0 0 1 0 0,-1-1 0 0 0,1 1-1 0 0,0 0 1 0 0,0 0 0 0 0,0 0 0 0 0,-1-1-1 0 0,1 1 1 0 0,0 0 0 0 0,0 0 0 0 0,0 0-1 0 0,-1 0 1 0 0,1-1 0 0 0,0 1 0 0 0,0 0-1 0 0,-1 0 1 0 0,1 0 0 0 0,0 0 0 0 0,-1 0-1 0 0,1 0 1 0 0,0 0 0 0 0,0 0 0 0 0,-1 0-1 0 0,1 0 1 0 0,0 0 0 0 0,0 0 0 0 0,-1 0-1 0 0,1 0 1 0 0,0 0 0 0 0,-1 0 0 0 0,1 0-1 0 0,0 0 1 0 0,0 0 0 0 0,-1 0 0 0 0,1 1-1 0 0,0-1 1 0 0,0 0 0 0 0,-1 0 0 0 0,1 0-1 0 0,0 0 1 0 0,0 1 0 0 0,-1-1 0 0 0,-12 10-338 0 0,8-2 294 0 0,0-1 1 0 0,1 1-1 0 0,0-1 0 0 0,1 1 1 0 0,-1 0-1 0 0,1 1 0 0 0,1-1 1 0 0,0 1-1 0 0,-2 14 0 0 0,3-19 42 0 0,1-1-1 0 0,0 0 0 0 0,0 0 1 0 0,0 0-1 0 0,0 1 0 0 0,0-1 0 0 0,0 0 1 0 0,1 0-1 0 0,0 0 0 0 0,-1 0 1 0 0,1 0-1 0 0,0 0 0 0 0,1 0 1 0 0,-1 0-1 0 0,1 0 0 0 0,-1 0 1 0 0,1-1-1 0 0,0 1 0 0 0,0 0 0 0 0,0-1 1 0 0,0 0-1 0 0,0 1 0 0 0,0-1 1 0 0,1 0-1 0 0,-1 0 0 0 0,1 0 1 0 0,0-1-1 0 0,0 1 0 0 0,4 2 1 0 0,0-1 32 0 0,1-1 1 0 0,-1 0 0 0 0,1 0 0 0 0,-1 0 0 0 0,1-1 0 0 0,0 0-1 0 0,0-1 1 0 0,0 1 0 0 0,-1-1 0 0 0,1-1 0 0 0,0 0 0 0 0,0 0-1 0 0,-1 0 1 0 0,1-1 0 0 0,-1 0 0 0 0,14-6 0 0 0,-9 2 30 0 0,0-1 0 0 0,-1-1 0 0 0,1 0 0 0 0,-2 0 1 0 0,1-1-1 0 0,-1 0 0 0 0,0-1 0 0 0,14-20 0 0 0,-20 26-52 0 0,-1 0-1 0 0,0 0 1 0 0,0 0-1 0 0,-1-1 1 0 0,1 1-1 0 0,-1-1 1 0 0,0 0-1 0 0,0 0 1 0 0,0 0-1 0 0,1-8 1 0 0,8-20 25 0 0,-8 29-24 0 0,-1-1-1 0 0,0 0 1 0 0,-1 0 0 0 0,3-9-1 0 0,-3 4-89 0 0,1-9 516 0 0,0 13-680 0 0,1 7-790 0 0,0 3 1027 0 0,1 0 1 0 0,-1-1 0 0 0,0 1-1 0 0,1-1 1 0 0,0 0 0 0 0,0 0-1 0 0,0-1 1 0 0,0 1 0 0 0,1-1 0 0 0,5 3-1 0 0,-8-4 7 0 0,0 0-1 0 0,0 0 1 0 0,-1 0-1 0 0,1 0 1 0 0,0 1-1 0 0,-1-1 1 0 0,1 1-1 0 0,-1-1 1 0 0,1 1-1 0 0,-1 0 1 0 0,2 1-1 0 0,4 6 50 0 0,-5-6 26 0 0,-1 0 0 0 0,0 0 0 0 0,0 0 0 0 0,0 0 0 0 0,-1 0 0 0 0,1 0 0 0 0,-1 0 0 0 0,0 0 0 0 0,1 0 0 0 0,-1 0 0 0 0,-1 0 0 0 0,1 0 0 0 0,-1 5 0 0 0,0 3-9 0 0,1-10-60 0 0,0 1 1 0 0,0-1-1 0 0,1 1 0 0 0,-1 0 1 0 0,0-1-1 0 0,1 1 0 0 0,-1-1 1 0 0,1 1-1 0 0,-1-1 0 0 0,1 1 1 0 0,-1-1-1 0 0,1 0 0 0 0,0 1 0 0 0,0-1 1 0 0,0 0-1 0 0,0 0 0 0 0,0 1 1 0 0,0-1-1 0 0,0 0 0 0 0,1 0 1 0 0,0 1-1 0 0,1 0 15 0 0,0-1 0 0 0,0 1 0 0 0,0-1-1 0 0,1 0 1 0 0,-1 0 0 0 0,0 0 0 0 0,1 0 0 0 0,-1 0 0 0 0,6 0 0 0 0,-2-1 13 0 0,0 1 0 0 0,0-1 0 0 0,-1-1 0 0 0,1 0 0 0 0,0 0 0 0 0,0 0 1 0 0,-1 0-1 0 0,1-1 0 0 0,-1 0 0 0 0,7-4 0 0 0,2-2 28 0 0,-1 0-1 0 0,16-14 1 0 0,-25 19-52 0 0,-1-1 0 0 0,0 0 0 0 0,0-1 1 0 0,0 1-1 0 0,0-1 0 0 0,-1 1 0 0 0,1-1 0 0 0,-1 0 1 0 0,4-10-1 0 0,2-4 23 0 0,7-18-25 0 0,-16 35-2 0 0,1 0 1 0 0,-1 0-1 0 0,1 0 1 0 0,-1 0-1 0 0,0 0 1 0 0,0 0-1 0 0,0 0 1 0 0,0 0-1 0 0,0 0 0 0 0,-1 0 1 0 0,1 0-1 0 0,0 1 1 0 0,-1-1-1 0 0,0 0 1 0 0,1 0-1 0 0,-1 0 1 0 0,-1-2-1 0 0,1 3 1 0 0,1 0 1 0 0,-1 1-1 0 0,1-1 1 0 0,-1 0-1 0 0,1 1 0 0 0,-1-1 1 0 0,0 0-1 0 0,1 1 1 0 0,-1-1-1 0 0,0 1 0 0 0,1-1 1 0 0,-1 1-1 0 0,0 0 1 0 0,0-1-1 0 0,0 1 0 0 0,1 0 1 0 0,-1-1-1 0 0,0 1 1 0 0,0 0-1 0 0,0 0 0 0 0,0 0 1 0 0,1 0-1 0 0,-1 0 0 0 0,-1 0 1 0 0,0 0-9 0 0,0 0 0 0 0,0 1 0 0 0,0-1 1 0 0,0 1-1 0 0,0 0 0 0 0,0 0 0 0 0,0 0 0 0 0,0 0 1 0 0,-3 2-1 0 0,-2 3-18 0 0,0-1 0 0 0,1 2 0 0 0,-9 9 0 0 0,12-13 42 0 0,1 1-1 0 0,-1-1 0 0 0,1 1 1 0 0,0 0-1 0 0,0-1 0 0 0,0 1 1 0 0,1 0-1 0 0,-1 0 0 0 0,1 0 1 0 0,0 0-1 0 0,0 1 0 0 0,1-1 1 0 0,-1 0-1 0 0,1 0 0 0 0,0 0 0 0 0,0 1 1 0 0,0-1-1 0 0,1 0 0 0 0,-1 0 1 0 0,1 1-1 0 0,2 5 0 0 0,-1-5-218 0 0,0 1 1 0 0,0-1-1 0 0,1 0 0 0 0,-1 1 0 0 0,1-1 0 0 0,6 7 1 0 0,-6-8-692 0 0,0-1 0 0 0,1 1 0 0 0,0 0 1 0 0,0-1-1 0 0,0 1 0 0 0,0-1 0 0 0,6 3 1 0 0,1 0-11290 0 0</inkml:trace>
</inkml:ink>
</file>

<file path=ppt/ink/ink1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0T13:03:41.32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17 0 0 0,'3'5'27622'0'0,"-2"-7"-27591"0"0,0 1 0 0 0,-1 0-1 0 0,1 0 1 0 0,0 0 0 0 0,0 0 0 0 0,0 1 0 0 0,0-1 0 0 0,0 0 0 0 0,0 0 0 0 0,0 0-1 0 0,0 1 1 0 0,0-1 0 0 0,0 1 0 0 0,0-1 0 0 0,0 1 0 0 0,3-1 0 0 0,19-7-251 0 0,-21 8 204 0 0,0 0 0 0 0,1 0 0 0 0,-1 0 0 0 0,0 1 0 0 0,0-1 0 0 0,0 0 0 0 0,0 1 0 0 0,0-1 0 0 0,0 1 0 0 0,0 0 0 0 0,0 0 0 0 0,0 0 0 0 0,0 0 0 0 0,0 0 0 0 0,-1 0 0 0 0,1 1 0 0 0,0-1 0 0 0,-1 0 0 0 0,1 1 0 0 0,-1-1 0 0 0,1 1 0 0 0,-1 0 0 0 0,0-1 0 0 0,2 5 0 0 0,-1-2 32 0 0,-1 0 0 0 0,1 0-1 0 0,-1 0 1 0 0,0 0 0 0 0,-1 0 0 0 0,1 0 0 0 0,-1 0 0 0 0,0 1-1 0 0,0-1 1 0 0,0 0 0 0 0,0 0 0 0 0,-2 5 0 0 0,1-3 10 0 0,-1 1 0 0 0,1-1 0 0 0,-2 1 0 0 0,1-1 0 0 0,-1 0 0 0 0,0 0 1 0 0,0 0-1 0 0,-1 0 0 0 0,-4 5 0 0 0,7-7-27 0 0,0-1 1 0 0,-1 1-1 0 0,2 0 1 0 0,-1 0-1 0 0,0-1 1 0 0,1 1-1 0 0,-1 0 0 0 0,1 0 1 0 0,0-1-1 0 0,1 1 1 0 0,-1 0-1 0 0,0 0 1 0 0,2 3-1 0 0,-1-6 7 0 0,-1 0 1 0 0,1 0-1 0 0,0 0 0 0 0,0-1 1 0 0,-1 1-1 0 0,1 0 1 0 0,0-1-1 0 0,0 1 0 0 0,0 0 1 0 0,0-1-1 0 0,0 1 0 0 0,0-1 1 0 0,0 0-1 0 0,0 1 0 0 0,0-1 1 0 0,0 0-1 0 0,0 0 1 0 0,0 1-1 0 0,0-1 0 0 0,2 0 1 0 0,27 0 191 0 0,-21 0-129 0 0,8-2-17 0 0,-1 0 0 0 0,0-1 0 0 0,1 0 0 0 0,-2-2-1 0 0,1 0 1 0 0,20-9 0 0 0,-25 10-48 0 0,-8 2-29 0 0,0 1 0 0 0,0 0 1 0 0,-1-1-1 0 0,1 0 0 0 0,-1 1 0 0 0,1-1 0 0 0,-1 0 0 0 0,0-1 0 0 0,1 1 1 0 0,-1 0-1 0 0,0-1 0 0 0,0 1 0 0 0,1-4 0 0 0,-1 4-346 0 0,-1-1 1 0 0,0 1-1 0 0,0-1 0 0 0,0 1 0 0 0,0-1 1 0 0,-1 1-1 0 0,1-1 0 0 0,-1 1 0 0 0,1-6 1 0 0,-1 3-782 0 0,0-1-1540 0 0,0 2-2661 0 0</inkml:trace>
</inkml:ink>
</file>

<file path=ppt/ink/ink1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0T13:03:41.74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236 167 5673 0 0,'0'0'8954'0'0,"-21"19"-6860"0"0,-68 60-124 0 0,83-73-1664 0 0,0-1 0 0 0,0 1 0 0 0,1 1-1 0 0,-1-1 1 0 0,2 1 0 0 0,-1-1 0 0 0,-5 12 0 0 0,1-2 263 0 0,-3 4-21 0 0,2 1-1 0 0,0 0 1 0 0,1 0-1 0 0,-8 30 1 0 0,14-40-475 0 0,1-1 0 0 0,0 2 0 0 0,0-1 1 0 0,1 0-1 0 0,0 0 0 0 0,1 0 1 0 0,1 0-1 0 0,-1 0 0 0 0,2 1 0 0 0,0-1 1 0 0,3 11-1 0 0,-2-16-56 0 0,0 0 0 0 0,0 1 1 0 0,1-1-1 0 0,-1-1 0 0 0,1 1 0 0 0,1-1 0 0 0,-1 1 1 0 0,1-1-1 0 0,0-1 0 0 0,0 1 0 0 0,1-1 0 0 0,-1 1 0 0 0,1-2 1 0 0,0 1-1 0 0,0-1 0 0 0,0 1 0 0 0,0-2 0 0 0,1 1 0 0 0,7 2 1 0 0,8 1 30 0 0,1 0 0 0 0,0-1 1 0 0,1-1-1 0 0,30 1 1 0 0,-21-3 23 0 0,0-2 1 0 0,0-1 0 0 0,0-1 0 0 0,0-2-1 0 0,54-13 1 0 0,-72 13-14 0 0,-1-1 1 0 0,1 0-1 0 0,-1-1 1 0 0,0-1-1 0 0,0 0 1 0 0,0-1-1 0 0,-1 0 1 0 0,-1-1-1 0 0,1-1 1 0 0,-1 0-1 0 0,-1 0 0 0 0,0-1 1 0 0,-1-1-1 0 0,12-15 1 0 0,-9 8 117 0 0,-1-2 1 0 0,19-41-1 0 0,-26 50-99 0 0,-1-1 0 0 0,0 1 0 0 0,-1-1 0 0 0,0 0 1 0 0,-2 0-1 0 0,2-25 0 0 0,-2 21-1 0 0,-2 0 1 0 0,0 0-1 0 0,0 1 1 0 0,-2-1-1 0 0,0 0 1 0 0,-1 1-1 0 0,-8-25 1 0 0,7 29-11 0 0,-1-1 1 0 0,0 1-1 0 0,0 1 1 0 0,-1-1-1 0 0,-1 1 1 0 0,0 0-1 0 0,0 1 1 0 0,-1 0-1 0 0,-1 0 1 0 0,1 1-1 0 0,-1 0 1 0 0,-1 1-1 0 0,0 0 1 0 0,0 1-1 0 0,-1 0 1 0 0,1 0-1 0 0,-1 2 1 0 0,-1-1-1 0 0,1 2 1 0 0,-1-1-1 0 0,0 2 1 0 0,-15-3-1 0 0,0 2 63 0 0,0 1 0 0 0,0 1 0 0 0,-42 4 0 0 0,55-1-173 0 0,-1 1 0 0 0,1 1 0 0 0,0 0 1 0 0,0 2-1 0 0,0-1 0 0 0,0 2 0 0 0,-24 12 1 0 0,34-15-105 0 0,1 0 0 0 0,-1 0 0 0 0,1 1 0 0 0,0 0 0 0 0,0-1 0 0 0,1 1 1 0 0,-1 0-1 0 0,1 1 0 0 0,0-1 0 0 0,0 1 0 0 0,-3 5 0 0 0,-2 11-3518 0 0,5 1-4280 0 0,3-8-4812 0 0</inkml:trace>
</inkml:ink>
</file>

<file path=ppt/ink/ink1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0T13:03:42.74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1081 189 11082 0 0,'0'0'7587'0'0,"-24"-13"-6082"0"0,-79-42-342 0 0,80 42-729 0 0,-1 1 0 0 0,-1 2 1 0 0,1 0-1 0 0,-2 2 1 0 0,1 0-1 0 0,-1 2 1 0 0,-47-5-1 0 0,39 7-189 0 0,0 2 1 0 0,-1 1-1 0 0,1 2 0 0 0,0 1 0 0 0,0 2 1 0 0,0 2-1 0 0,0 0 0 0 0,-54 20 1 0 0,64-17-132 0 0,0 1 1 0 0,1 1 0 0 0,0 1-1 0 0,1 1 1 0 0,0 1-1 0 0,1 1 1 0 0,1 0 0 0 0,0 2-1 0 0,1 1 1 0 0,1 0 0 0 0,1 1-1 0 0,-18 25 1 0 0,28-33-104 0 0,0 0 1 0 0,0 1-1 0 0,1-1 1 0 0,0 1-1 0 0,1 1 0 0 0,1-1 1 0 0,0 1-1 0 0,0 0 1 0 0,1 0-1 0 0,1 0 0 0 0,0 0 1 0 0,1 0-1 0 0,1 0 1 0 0,0 1-1 0 0,0-1 0 0 0,1 0 1 0 0,1 0-1 0 0,0 0 1 0 0,1 0-1 0 0,1 0 0 0 0,6 17 1 0 0,-3-15-28 0 0,-1-1 0 0 0,2 0 0 0 0,0 0 0 0 0,1-1 0 0 0,0 0 0 0 0,1 0 0 0 0,1-1 0 0 0,0-1 1 0 0,20 17-1 0 0,-13-13-6 0 0,2-2 0 0 0,0 0 0 0 0,1-1 0 0 0,0-1 0 0 0,42 15 0 0 0,-16-12-22 0 0,0-2 1 0 0,1-2-1 0 0,1-1 0 0 0,-1-3 0 0 0,82-1 0 0 0,-91-5 20 0 0,0-2-1 0 0,-1-2 0 0 0,40-9 0 0 0,-58 9 35 0 0,0-2-1 0 0,-1 0 1 0 0,0-1-1 0 0,0-1 1 0 0,-1-1-1 0 0,0 0 1 0 0,25-19 0 0 0,-19 10 41 0 0,0-1 1 0 0,-2-1-1 0 0,-1-1 1 0 0,0-1-1 0 0,-2-1 1 0 0,19-28-1 0 0,-25 31 3 0 0,-1-1 0 0 0,-1-1 0 0 0,-1 0-1 0 0,0 0 1 0 0,-2-1 0 0 0,0-1 0 0 0,7-47 0 0 0,-11 52-9 0 0,-2-1 1 0 0,-1 0 0 0 0,0 1 0 0 0,-2-1 0 0 0,0 0 0 0 0,-4-21 0 0 0,3 30-26 0 0,-1 0 0 0 0,-1 1 1 0 0,1-1-1 0 0,-2 1 1 0 0,1 0-1 0 0,-2 0 1 0 0,1 0-1 0 0,-1 1 1 0 0,0 0-1 0 0,-1 0 0 0 0,0 1 1 0 0,-13-13-1 0 0,9 12 29 0 0,1 0 0 0 0,-2 1 0 0 0,1 0 0 0 0,-1 1 0 0 0,-1 0 1 0 0,1 0-1 0 0,-1 2 0 0 0,-19-7 0 0 0,13 7 45 0 0,-1 1 1 0 0,1 0 0 0 0,-1 1 0 0 0,0 1-1 0 0,-27 2 1 0 0,8 2 19 0 0,0 2 0 0 0,1 2 0 0 0,0 2 0 0 0,0 1 0 0 0,-58 23 0 0 0,55-16-104 0 0,0 2-1 0 0,2 1 1 0 0,-67 46 0 0 0,82-48-74 0 0,1 1-1 0 0,1 2 1 0 0,0 0 0 0 0,1 1 0 0 0,2 1-1 0 0,-30 42 1 0 0,43-53-103 0 0,-1 0-1 0 0,1 0 1 0 0,1 1-1 0 0,0 0 1 0 0,0 0-1 0 0,2 0 1 0 0,-1 1-1 0 0,-2 19 1 0 0,5-22-456 0 0,1 0 0 0 0,0 0 1 0 0,0-1-1 0 0,1 1 0 0 0,0 0 0 0 0,1 0 1 0 0,2 9-1 0 0,6 14-7384 0 0,-2-10-4669 0 0</inkml:trace>
</inkml:ink>
</file>

<file path=ppt/ink/ink1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0T13:03:44.38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1 403 12947 0 0,'0'0'11676'0'0,"16"-21"-11167"0"0,54-66-53 0 0,-58 73-250 0 0,0-1-1 0 0,-1 0 0 0 0,-1-1 1 0 0,-1 0-1 0 0,0 0 0 0 0,0-1 1 0 0,-2 0-1 0 0,9-28 1 0 0,8-47 968 0 0,-24 92-1165 0 0,0-1 0 0 0,0 1-1 0 0,0 0 1 0 0,0 0-1 0 0,0 0 1 0 0,0 0-1 0 0,0-1 1 0 0,0 1-1 0 0,0 0 1 0 0,0 0-1 0 0,0 0 1 0 0,0 0-1 0 0,0 0 1 0 0,0-1 0 0 0,0 1-1 0 0,0 0 1 0 0,-1 0-1 0 0,1 0 1 0 0,0 0-1 0 0,0 0 1 0 0,0 0-1 0 0,0 0 1 0 0,0-1-1 0 0,0 1 1 0 0,0 0-1 0 0,0 0 1 0 0,-1 0-1 0 0,1 0 1 0 0,0 0 0 0 0,0 0-1 0 0,0 0 1 0 0,0 0-1 0 0,0 0 1 0 0,-1 0-1 0 0,1 0 1 0 0,0 0-1 0 0,0 0 1 0 0,0 0-1 0 0,0 0 1 0 0,0 0-1 0 0,-1 0 1 0 0,1 0 0 0 0,0 0-1 0 0,0 0 1 0 0,0 0-1 0 0,0 0 1 0 0,0 0-1 0 0,-1 0 1 0 0,1 0-1 0 0,0 0 1 0 0,0 0-1 0 0,0 0 1 0 0,0 0-1 0 0,0 0 1 0 0,0 0 0 0 0,-1 0-1 0 0,1 1 1 0 0,0-1-1 0 0,0 0 1 0 0,0 0-1 0 0,0 0 1 0 0,0 0-1 0 0,0 0 1 0 0,0 1-1 0 0,-11 6-188 0 0,4 6 70 0 0,1 1 0 0 0,-10 27-1 0 0,13-29 100 0 0,-39 146-175 0 0,36-125 124 0 0,1 1 0 0 0,-2 61 1 0 0,7-91 63 0 0,0-1-1 0 0,0 1 1 0 0,0-1 0 0 0,1 0 0 0 0,-1 1 0 0 0,1-1 0 0 0,0 0 0 0 0,0 1-1 0 0,1-1 1 0 0,-1 0 0 0 0,1 0 0 0 0,-1 0 0 0 0,1 0 0 0 0,0 0 0 0 0,0 0-1 0 0,0-1 1 0 0,0 1 0 0 0,1-1 0 0 0,-1 1 0 0 0,1-1 0 0 0,-1 0 0 0 0,1 0-1 0 0,0 0 1 0 0,0 0 0 0 0,0-1 0 0 0,0 1 0 0 0,0-1 0 0 0,0 0 0 0 0,1 1-1 0 0,-1-2 1 0 0,0 1 0 0 0,6 1 0 0 0,-1-1 14 0 0,0 0 0 0 0,0-1 0 0 0,0 0 0 0 0,0 0 0 0 0,1 0 0 0 0,-1-1 0 0 0,0-1 0 0 0,0 1 0 0 0,0-1 0 0 0,-1-1 0 0 0,1 1 0 0 0,14-8 0 0 0,-12 4 5 0 0,0-1-1 0 0,0-1 0 0 0,-1 0 1 0 0,0 0-1 0 0,0-1 1 0 0,-1 0-1 0 0,0 0 1 0 0,12-19-1 0 0,-7 6-5 0 0,-1 0 0 0 0,0-1 0 0 0,10-30 0 0 0,-21 50-14 0 0,42-126-98 0 0,-37 107 98 0 0,-2 1 0 0 0,0-1 0 0 0,-1 0 0 0 0,0-24 0 0 0,-3 45 10 0 0,0 0 0 0 0,0 0 1 0 0,0 0-1 0 0,0 0 0 0 0,0 0 0 0 0,0 0 0 0 0,0 0 0 0 0,0 0 0 0 0,-1 0 0 0 0,1 0 0 0 0,0 0 0 0 0,-1 0 0 0 0,1 0 0 0 0,-1 0 0 0 0,1 0 0 0 0,-1 0 0 0 0,0 0 0 0 0,-1-1 0 0 0,2 2-10 0 0,-1-1 1 0 0,0 1 0 0 0,1 0-1 0 0,-1 0 1 0 0,0-1-1 0 0,1 1 1 0 0,-1 0 0 0 0,0 0-1 0 0,0 0 1 0 0,1 0-1 0 0,-1 0 1 0 0,0 0-1 0 0,1 0 1 0 0,-1 0 0 0 0,0 0-1 0 0,0 0 1 0 0,1 0-1 0 0,-1 0 1 0 0,0 1 0 0 0,0-1-1 0 0,-3 2-15 0 0,0 0-1 0 0,1-1 1 0 0,0 2-1 0 0,-1-1 1 0 0,1 0-1 0 0,0 1 1 0 0,0-1-1 0 0,-4 5 0 0 0,-1 4-4 0 0,-1 1 0 0 0,1 0 0 0 0,1 0 0 0 0,0 1-1 0 0,-9 24 1 0 0,-17 71-13 0 0,30-98 27 0 0,-3 22-6 0 0,1 1-1 0 0,1-1 0 0 0,2 1 0 0 0,3 37 0 0 0,-1-35 9 0 0,0-33 7 0 0,0 0 1 0 0,0 1 0 0 0,0-1 0 0 0,1 0-1 0 0,-1 1 1 0 0,1-1 0 0 0,-1 0 0 0 0,1 0-1 0 0,0 0 1 0 0,0 1 0 0 0,0-1-1 0 0,0 0 1 0 0,2 3 0 0 0,-3-5-3 0 0,1 0 0 0 0,-1 0-1 0 0,0 1 1 0 0,0-1 0 0 0,1 0 0 0 0,-1 0 0 0 0,0 1 0 0 0,0-1 0 0 0,1 0-1 0 0,-1 0 1 0 0,0 0 0 0 0,1 0 0 0 0,-1 0 0 0 0,0 1 0 0 0,1-1 0 0 0,-1 0-1 0 0,1 0 1 0 0,-1 0 0 0 0,0 0 0 0 0,1 0 0 0 0,-1 0 0 0 0,0 0 0 0 0,1 0 0 0 0,-1 0-1 0 0,0 0 1 0 0,1-1 0 0 0,-1 1 0 0 0,0 0 0 0 0,1 0 0 0 0,-1 0 0 0 0,2-1 2 0 0,-1 0 0 0 0,0 0 0 0 0,0 0 0 0 0,0 0 0 0 0,0 0 0 0 0,0 0 0 0 0,-1-1 0 0 0,1 1 0 0 0,0 0 0 0 0,0 0 0 0 0,-1-1 0 0 0,1-1 0 0 0,9-19 67 0 0,-2 6-98 0 0,-1-1 0 0 0,6-23 0 0 0,-8 25-33 0 0,0 0-1 0 0,10-18 0 0 0,-6 12-2 0 0,-8 21-123 0 0,1 5 93 0 0,-1 17 94 0 0,1 27 114 0 0,-2-44-114 0 0,0-1 0 0 0,0 1 0 0 0,1-1 1 0 0,-1 1-1 0 0,1-1 0 0 0,0 1 0 0 0,1-1 0 0 0,-1 0 0 0 0,1 0 0 0 0,-1 1 0 0 0,1-1 0 0 0,1 0 0 0 0,-1 0 0 0 0,1-1 0 0 0,-1 1 0 0 0,1-1 0 0 0,0 1 0 0 0,0-1 0 0 0,0 0 0 0 0,1 0 0 0 0,-1 0 0 0 0,1 0 0 0 0,0-1 0 0 0,0 1 0 0 0,0-1 0 0 0,0 0 0 0 0,0 0 0 0 0,0-1 0 0 0,0 1 0 0 0,8 1 0 0 0,-6-3 11 0 0,0 0 0 0 0,-1 0 0 0 0,1-1 0 0 0,-1 0 0 0 0,1 0 0 0 0,-1 0 0 0 0,0-1 0 0 0,1 0 0 0 0,-1 0-1 0 0,0 0 1 0 0,0 0 0 0 0,0-1 0 0 0,0 0 0 0 0,-1 0 0 0 0,1 0 0 0 0,-1-1 0 0 0,0 1 0 0 0,0-1 0 0 0,0 0 0 0 0,0 0-1 0 0,-1-1 1 0 0,1 1 0 0 0,-1-1 0 0 0,0 0 0 0 0,0 0 0 0 0,-1 0 0 0 0,4-10 0 0 0,1-8 66 0 0,-2 5 8 0 0,0 1-1 0 0,-1-1 1 0 0,-1 0-1 0 0,2-29 0 0 0,-5 47-81 0 0,0 0 0 0 0,0 0 0 0 0,0 0 0 0 0,0-1 0 0 0,0 1 0 0 0,0 0 0 0 0,0 0 0 0 0,0 0 0 0 0,0 0 0 0 0,0 0 0 0 0,0 0 0 0 0,0-1 0 0 0,0 1 0 0 0,0 0 0 0 0,0 0 0 0 0,0 0 0 0 0,0 0 0 0 0,0 0 0 0 0,0 0 0 0 0,0 0 0 0 0,0-1 0 0 0,-1 1 0 0 0,1 0 0 0 0,0 0 0 0 0,0 0 0 0 0,0 0 0 0 0,0 0 0 0 0,0 0 0 0 0,0 0 0 0 0,0 0 0 0 0,0 0 0 0 0,-1 0 0 0 0,1 0 0 0 0,0 0-1 0 0,0-1 1 0 0,0 1 0 0 0,0 0 0 0 0,0 0 0 0 0,0 0 0 0 0,-1 0 0 0 0,1 0 0 0 0,0 0 0 0 0,0 0 0 0 0,0 0 0 0 0,-8 4-89 0 0,-5 8-145 0 0,8-2 206 0 0,0 0 0 0 0,1 0 1 0 0,0 1-1 0 0,0 0 0 0 0,1 0 0 0 0,1 0 0 0 0,0 0 0 0 0,0 0 0 0 0,0 19 0 0 0,2-27 23 0 0,0 0 0 0 0,0 1 0 0 0,1-1-1 0 0,-1 0 1 0 0,0 0 0 0 0,1 0-1 0 0,0 0 1 0 0,0 0 0 0 0,0 0-1 0 0,0 0 1 0 0,0-1 0 0 0,1 1-1 0 0,-1 0 1 0 0,1-1 0 0 0,0 1-1 0 0,0-1 1 0 0,0 1 0 0 0,0-1-1 0 0,0 0 1 0 0,0 0 0 0 0,1 0 0 0 0,-1 0-1 0 0,1 0 1 0 0,-1 0 0 0 0,4 1-1 0 0,-2-2 8 0 0,-1 0-1 0 0,1 1 0 0 0,0-2 1 0 0,-1 1-1 0 0,1 0 0 0 0,0-1 0 0 0,0 0 1 0 0,0 0-1 0 0,-1 0 0 0 0,1 0 1 0 0,0 0-1 0 0,0-1 0 0 0,0 0 1 0 0,-1 0-1 0 0,1 0 0 0 0,0 0 1 0 0,-1-1-1 0 0,1 1 0 0 0,-1-1 1 0 0,5-2-1 0 0,2-3 10 0 0,0-1 1 0 0,0-1-1 0 0,0 1 1 0 0,-1-1-1 0 0,0-1 1 0 0,-1 0-1 0 0,0 0 1 0 0,0 0-1 0 0,9-20 1 0 0,-7 19 6 0 0,-9 10-10 0 0,1-1 0 0 0,-1 1 1 0 0,0 0-1 0 0,1-1 0 0 0,-1 1 0 0 0,0-1 1 0 0,0 1-1 0 0,0-1 0 0 0,0 0 1 0 0,1-2-1 0 0,-2 3 59 0 0,0 13-171 0 0,-7 141 368 0 0,7-153-268 0 0,0 0 1 0 0,0 0-1 0 0,0 1 1 0 0,0-1 0 0 0,0 0-1 0 0,0 0 1 0 0,0 1-1 0 0,0-1 1 0 0,0 0 0 0 0,0 0-1 0 0,0 1 1 0 0,0-1-1 0 0,0 0 1 0 0,0 0 0 0 0,0 1-1 0 0,1-1 1 0 0,-1 0-1 0 0,0 0 1 0 0,0 1-1 0 0,0-1 1 0 0,0 0 0 0 0,0 0-1 0 0,1 0 1 0 0,-1 1-1 0 0,0-1 1 0 0,0 0 0 0 0,0 0-1 0 0,1 0 1 0 0,-1 0-1 0 0,0 0 1 0 0,0 1 0 0 0,1-1-1 0 0,-1 0 1 0 0,0 0-1 0 0,0 0 1 0 0,1 0 0 0 0,-1 0-1 0 0,0 0 1 0 0,0 0-1 0 0,1 0 1 0 0,-1 0-1 0 0,0 0 1 0 0,0 0 0 0 0,1 0-1 0 0,-1 0 1 0 0,0 0-1 0 0,0 0 1 0 0,1 0 0 0 0,-1 0-1 0 0,0 0 1 0 0,0-1-1 0 0,1 1 1 0 0,-1 0 0 0 0,0 0-1 0 0,0 0 1 0 0,1 0-1 0 0,-1 0 1 0 0,0-1 0 0 0,0 1-1 0 0,0 0 1 0 0,1 0-1 0 0,-1-1 1 0 0,13-10 60 0 0,29-37 22 0 0,-24 25-67 0 0,-17 20-7 0 0,0 1-1 0 0,1-1 0 0 0,-1 1 1 0 0,1-1-1 0 0,0 1 0 0 0,0 0 1 0 0,0 0-1 0 0,0 0 1 0 0,0 0-1 0 0,0 0 0 0 0,0 1 1 0 0,1-1-1 0 0,-1 0 0 0 0,0 1 1 0 0,1 0-1 0 0,0 0 1 0 0,-1 0-1 0 0,1 0 0 0 0,0 0 1 0 0,3-1-1 0 0,-3 5 10 0 0,-1 0-1 0 0,1 1 1 0 0,-1-1 0 0 0,0 0-1 0 0,0 1 1 0 0,0-1 0 0 0,3 8-1 0 0,-2 4-55 0 0,0 1 0 0 0,-1-1 0 0 0,0 18-1 0 0,-2-2-2523 0 0</inkml:trace>
</inkml:ink>
</file>

<file path=ppt/ink/ink1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0T13:03:44.61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125 0 17924 0 0,'0'0'6481'0'0,"-21"2"-5686"0"0,-62 4-299 0 0,64 0-274 0 0,19-6-221 0 0,-1 0 0 0 0,1 0 0 0 0,0 0 1 0 0,0 1-1 0 0,0-1 0 0 0,0 0 0 0 0,0 0 1 0 0,0 0-1 0 0,-1 1 0 0 0,1-1 0 0 0,0 0 1 0 0,0 0-1 0 0,0 0 0 0 0,0 1 1 0 0,0-1-1 0 0,0 0 0 0 0,0 0 0 0 0,0 1 1 0 0,0-1-1 0 0,0 0 0 0 0,0 0 0 0 0,0 1 1 0 0,0-1-1 0 0,0 0 0 0 0,0 0 1 0 0,0 0-1 0 0,0 1 0 0 0,1-1 0 0 0,-1 0 1 0 0,0 0-1 0 0,0 1 0 0 0,0-1 0 0 0,0 0 1 0 0,0 0-1 0 0,1 1 0 0 0,14 10 78 0 0,-15-11-73 0 0,13 6 92 0 0,-1-1 1 0 0,1-1-1 0 0,0 0 0 0 0,0-1 1 0 0,0 0-1 0 0,20 1 0 0 0,87 0-7 0 0,-98-4-111 0 0,173-18-2354 0 0,-161 14-78 0 0,4-2-6398 0 0</inkml:trace>
</inkml:ink>
</file>

<file path=ppt/ink/ink1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0T13:03:45.95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1 231 19356 0 0,'0'0'5131'0'0,"22"3"-4658"0"0,69 11-112 0 0,-86-13-283 0 0,1 0 0 0 0,0-1 0 0 0,0 0 0 0 0,-1 0 0 0 0,1 0 0 0 0,0-1 0 0 0,0 0 0 0 0,-1 0 0 0 0,1-1 0 0 0,-1 1 0 0 0,1-1 0 0 0,-1 0 0 0 0,0-1 0 0 0,6-2 0 0 0,-3-1 71 0 0,0 0 0 0 0,0-1 0 0 0,-1 0 0 0 0,0 0 0 0 0,8-11 0 0 0,-10 13-103 0 0,6-8 76 0 0,-1 0 1 0 0,-1-1-1 0 0,0-1 0 0 0,-1 1 1 0 0,-1-1-1 0 0,12-31 0 0 0,-18 41-35 0 0,0 0-1 0 0,0 0 0 0 0,-1 1 0 0 0,1-1 0 0 0,-1-9 0 0 0,0 7 175 0 0,0 7-112 0 0,-4 6-86 0 0,-17 22-127 0 0,-29 54 0 0 0,-32 98 115 0 0,58-119 9 0 0,4 2 0 0 0,-17 77 1 0 0,34-93 60 0 0,3-47-83 0 0,1 0-14 0 0,0 0 1 0 0,0-1 0 0 0,0 1 0 0 0,0 0 0 0 0,0-1-1 0 0,-1 1 1 0 0,1-1 0 0 0,0 1 0 0 0,0-1-1 0 0,0 0 1 0 0,0 1 0 0 0,0-1 0 0 0,-1 0 0 0 0,1 0-1 0 0,0 1 1 0 0,-1-1 0 0 0,1 0 0 0 0,0 0 0 0 0,0-1-1 0 0,12-24 170 0 0,-6 12-142 0 0,68-113-151 0 0,-70 117 64 0 0,1 1-1 0 0,1-1 0 0 0,0 1 0 0 0,0 0 0 0 0,0 1 0 0 0,1-1 1 0 0,16-12-1 0 0,-23 21-14 0 0,7 109 1 0 0,-8-104 51 0 0,1-1-1 0 0,0 1 1 0 0,1-1 0 0 0,-1 1-1 0 0,1-1 1 0 0,-1 0-1 0 0,1 0 1 0 0,1 0 0 0 0,-1 0-1 0 0,0 0 1 0 0,1 0 0 0 0,0 0-1 0 0,0-1 1 0 0,0 1-1 0 0,1-1 1 0 0,-1 0 0 0 0,1 0-1 0 0,-1 0 1 0 0,1-1 0 0 0,0 1-1 0 0,0-1 1 0 0,0 0-1 0 0,0 0 1 0 0,1 0 0 0 0,-1-1-1 0 0,8 2 1 0 0,-5-1 5 0 0,1 0 1 0 0,-1-1-1 0 0,0 0 1 0 0,1-1-1 0 0,-1 1 1 0 0,1-2-1 0 0,0 1 1 0 0,-1-1 0 0 0,1 0-1 0 0,-1 0 1 0 0,0-1-1 0 0,0 0 1 0 0,1 0-1 0 0,-1-1 1 0 0,11-6-1 0 0,-12 5 8 0 0,0 0-1 0 0,0-1 1 0 0,0 0 0 0 0,0 0-1 0 0,-1-1 1 0 0,0 1 0 0 0,0-1-1 0 0,0 0 1 0 0,-1-1 0 0 0,0 1 0 0 0,0-1-1 0 0,4-10 1 0 0,-3 5 14 0 0,-1 1 0 0 0,-1-1-1 0 0,0 0 1 0 0,-1 0 0 0 0,0 0 0 0 0,-1 0 0 0 0,0-15-1 0 0,-1 26-27 0 0,0 1 0 0 0,1-1 0 0 0,-1 0 0 0 0,0 1 0 0 0,0-1 0 0 0,-1 0 0 0 0,1 1 0 0 0,0-1 0 0 0,0 0 0 0 0,0 1 0 0 0,0-1 0 0 0,-1 0 0 0 0,1 1 0 0 0,0-1 0 0 0,0 0 0 0 0,-1 1 0 0 0,1-1 0 0 0,0 1-1 0 0,-1-1 1 0 0,1 1 0 0 0,-1-1 0 0 0,1 1 0 0 0,-1-1 0 0 0,1 1 0 0 0,-1-1 0 0 0,1 1 0 0 0,-1 0 0 0 0,0-1 0 0 0,1 1 0 0 0,-1 0 0 0 0,1-1 0 0 0,-1 1 0 0 0,0 0 0 0 0,1 0 0 0 0,-1 0 0 0 0,0-1 0 0 0,1 1-1 0 0,-1 0 1 0 0,0 0 0 0 0,1 0 0 0 0,-1 0 0 0 0,0 0 0 0 0,0 0 0 0 0,1 1 0 0 0,-1-1 0 0 0,0 0 0 0 0,1 0 0 0 0,-1 0 0 0 0,1 1 0 0 0,-1-1 0 0 0,-1 1 0 0 0,-2 0-29 0 0,0 1 0 0 0,0 0 0 0 0,0 0 0 0 0,0 1 0 0 0,0-1 0 0 0,-4 4 0 0 0,4-2 21 0 0,1 0 1 0 0,-1-1-1 0 0,1 1 1 0 0,0 0-1 0 0,0 1 1 0 0,0-1-1 0 0,1 1 1 0 0,0-1-1 0 0,-1 1 1 0 0,2 0-1 0 0,-1-1 1 0 0,-2 11-1 0 0,2-5-16 0 0,1 1-1 0 0,0 0 0 0 0,1-1 0 0 0,0 1 1 0 0,2 13-1 0 0,-1-21 20 0 0,0 0 1 0 0,0 0-1 0 0,0-1 0 0 0,0 1 1 0 0,1 0-1 0 0,-1 0 0 0 0,1-1 0 0 0,-1 1 1 0 0,1 0-1 0 0,0-1 0 0 0,0 0 1 0 0,0 1-1 0 0,1-1 0 0 0,-1 0 1 0 0,1 0-1 0 0,-1 0 0 0 0,1-1 0 0 0,-1 1 1 0 0,1-1-1 0 0,6 3 0 0 0,-1 0 1 0 0,0-1-1 0 0,0 0 0 0 0,1-1 0 0 0,-1 1 1 0 0,1-2-1 0 0,12 2 0 0 0,-10-3 3 0 0,0 0 0 0 0,1 0 0 0 0,-1-2 0 0 0,0 1 1 0 0,1-2-1 0 0,-1 1 0 0 0,0-1 0 0 0,15-7 0 0 0,-20 7 7 0 0,0 1 1 0 0,-1-1 0 0 0,1 0-1 0 0,-1 0 1 0 0,0-1-1 0 0,0 0 1 0 0,0 0 0 0 0,0 0-1 0 0,0 0 1 0 0,-1-1-1 0 0,0 1 1 0 0,0-1 0 0 0,0-1-1 0 0,-1 1 1 0 0,0 0-1 0 0,5-10 1 0 0,2-9 39 0 0,-7 17-27 0 0,0 0 0 0 0,0 1 0 0 0,-1-1 0 0 0,2-9 0 0 0,-1-16 314 0 0,-3 32-288 0 0,-1 3-119 0 0,0-1 34 0 0,0 1-1 0 0,1 0 1 0 0,-1 0-1 0 0,1 0 1 0 0,0 0-1 0 0,0 0 0 0 0,0 3 1 0 0,0-5 27 0 0,0 5 11 0 0,0 13-17 0 0,0 0 0 0 0,7 36-1 0 0,-4-24 35 0 0,-4-27-13 0 0,1 0 1 0 0,0 0-1 0 0,1-1 1 0 0,-1 1-1 0 0,1 0 1 0 0,0-1 0 0 0,0 1-1 0 0,0-1 1 0 0,0 1-1 0 0,0-1 1 0 0,3 5-1 0 0,-3-7 1 0 0,0 1-1 0 0,-1-1 0 0 0,1 1 1 0 0,0-1-1 0 0,0 1 0 0 0,0-1 0 0 0,0 0 1 0 0,1 0-1 0 0,-1 1 0 0 0,0-1 1 0 0,0 0-1 0 0,1 0 0 0 0,-1 0 0 0 0,1 0 1 0 0,-1-1-1 0 0,1 1 0 0 0,-1 0 0 0 0,1-1 1 0 0,-1 1-1 0 0,1 0 0 0 0,0-1 1 0 0,-1 0-1 0 0,1 1 0 0 0,0-1 0 0 0,-1 0 1 0 0,1 0-1 0 0,0 0 0 0 0,-1 0 1 0 0,1 0-1 0 0,0-1 0 0 0,-1 1 0 0 0,1 0 1 0 0,0-1-1 0 0,-1 1 0 0 0,1-1 1 0 0,-1 0-1 0 0,3 0 0 0 0,3-3 7 0 0,0 1-1 0 0,0-1 1 0 0,-1-1 0 0 0,1 1 0 0 0,-1-1-1 0 0,0 0 1 0 0,0 0 0 0 0,6-8-1 0 0,-1 0-15 0 0,0 0 0 0 0,14-25-1 0 0,-4-14-32 0 0,-19 49 42 0 0,-1 0 0 0 0,0 0-1 0 0,1-1 1 0 0,-1 1 0 0 0,-1-1-1 0 0,1 1 1 0 0,0-1 0 0 0,-1 1 0 0 0,0-1-1 0 0,0 1 1 0 0,0-1 0 0 0,0 1-1 0 0,-1-5 1 0 0,0 7 0 0 0,1 1-1 0 0,0-1 1 0 0,-1 1-1 0 0,1-1 1 0 0,-1 1-1 0 0,1 0 1 0 0,-1-1 0 0 0,1 1-1 0 0,-1-1 1 0 0,1 1-1 0 0,-1 0 1 0 0,1-1-1 0 0,-1 1 1 0 0,1 0 0 0 0,-1 0-1 0 0,0 0 1 0 0,1-1-1 0 0,-1 1 1 0 0,1 0-1 0 0,-1 0 1 0 0,0 0-1 0 0,1 0 1 0 0,-1 0 0 0 0,0 0-1 0 0,1 0 1 0 0,-1 0-1 0 0,0 0 1 0 0,1 1-1 0 0,-1-1 1 0 0,1 0 0 0 0,-1 0-1 0 0,0 0 1 0 0,1 1-1 0 0,-1-1 1 0 0,1 0-1 0 0,-2 1 1 0 0,-20 12-16 0 0,11-4 25 0 0,1 0 0 0 0,1 1 0 0 0,0 0 0 0 0,0 1 0 0 0,1 0-1 0 0,0 0 1 0 0,1 1 0 0 0,0 0 0 0 0,1 0 0 0 0,1 0 0 0 0,-6 19 0 0 0,9-24-16 0 0,0 0 1 0 0,1 0 0 0 0,0 1-1 0 0,1-1 1 0 0,0 15-1 0 0,0-19-17 0 0,1 0 1 0 0,-1 0-1 0 0,1 0 0 0 0,-1 0 0 0 0,1 0 0 0 0,0 0 1 0 0,0 0-1 0 0,0 0 0 0 0,0 0 0 0 0,1-1 0 0 0,-1 1 0 0 0,1-1 1 0 0,0 1-1 0 0,0-1 0 0 0,0 1 0 0 0,3 2 0 0 0,-2-3-156 0 0,0 0 0 0 0,0 0 0 0 0,0 0 0 0 0,1 0 0 0 0,-1-1 0 0 0,0 1 0 0 0,5 0 0 0 0,15 3-6323 0 0,-12-5-5706 0 0</inkml:trace>
</inkml:ink>
</file>

<file path=ppt/ink/ink1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0T13:03:56.26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6293 1672 9570 0 0,'0'0'6037'0'0,"-19"-16"-6175"0"0,-59-50 30 0 0,73 63 76 0 0,0-1-1 0 0,1 0 1 0 0,0 0 0 0 0,0 0 0 0 0,0 0 0 0 0,0-1 0 0 0,1 1 0 0 0,-4-6 0 0 0,-2-5-119 0 0,-1-1 148 0 0,0-1 1 0 0,2 1-1 0 0,0-2 1 0 0,0 1 0 0 0,2-1-1 0 0,-4-19 1 0 0,-19-46 1640 0 0,9 30-231 0 0,13 32-488 0 0,-19-39 0 0 0,7 25-239 0 0,-2 0 1 0 0,-31-40 0 0 0,2 16-462 0 0,-113-104 0 0 0,-125-55-213 0 0,222 173 48 0 0,-34-24 285 0 0,-156-79 0 0 0,136 94-211 0 0,-2 6-1 0 0,-1 4 1 0 0,-3 6 0 0 0,-237-39 0 0 0,91 42 217 0 0,-1 11 0 0 0,-361 14 0 0 0,475 20-20 0 0,2 7 0 0 0,0 7 0 0 0,-221 62 0 0 0,207-33-179 0 0,2 7 0 0 0,-292 149-1 0 0,350-149-89 0 0,-206 150 0 0 0,259-164-30 0 0,2 3 0 0 0,2 2 0 0 0,3 3 0 0 0,-81 108 0 0 0,69-68-72 0 0,5 3 1 0 0,-64 145-1 0 0,60-92-21 0 0,-46 168 0 0 0,20 45-25 0 0,77-297 86 0 0,3 1 1 0 0,3 0-1 0 0,5 103 0 0 0,5-122 45 0 0,2-1-1 0 0,2 0 1 0 0,1-1-1 0 0,3 0 0 0 0,2 0 1 0 0,2-2-1 0 0,2 0 1 0 0,2-1-1 0 0,1-1 1 0 0,49 68-1 0 0,-14-35 56 0 0,3-2 1 0 0,111 103-1 0 0,-71-87-36 0 0,140 94 0 0 0,-114-102-69 0 0,3-5 0 0 0,4-5 0 0 0,216 81 0 0 0,-188-96 14 0 0,3-7 1 0 0,2-7-1 0 0,1-8 0 0 0,2-6 1 0 0,173 4-1 0 0,-110-25 40 0 0,0-11 0 0 0,-1-9 0 0 0,266-51 0 0 0,-217 8 48 0 0,-2-11 1 0 0,-4-14-1 0 0,-4-10 1 0 0,495-245-1 0 0,-625 263-42 0 0,-2-6-1 0 0,-4-6 0 0 0,124-104 0 0 0,-189 130 1 0 0,-2-3 0 0 0,78-96 0 0 0,-101 103-25 0 0,-3-3 0 0 0,-2-1 0 0 0,51-103 0 0 0,-73 122 48 0 0,-1-1 0 0 0,-2-1 0 0 0,-2 0 0 0 0,12-74 0 0 0,-16 49 51 0 0,-3 0 1 0 0,-4-93 0 0 0,-5 106-32 0 0,-2 1-1 0 0,-26-101 0 0 0,-54-99 87 0 0,45 160-150 0 0,-4 2-1 0 0,-4 3 1 0 0,-4 1 0 0 0,-4 3-1 0 0,-128-145 1 0 0,124 164 48 0 0,-3 2 0 0 0,-96-72 0 0 0,57 60 56 0 0,-119-65 0 0 0,128 88-81 0 0,-3 4 0 0 0,-2 4 0 0 0,-1 5 0 0 0,-2 4 0 0 0,-2 4 0 0 0,0 5 0 0 0,-210-24 0 0 0,170 42-37 0 0,-1 6 0 0 0,1 6-1 0 0,0 7 1 0 0,0 6 0 0 0,2 6 0 0 0,-145 43 0 0 0,92-8-30 0 0,3 8-1 0 0,3 9 1 0 0,-307 170 0 0 0,326-143-121 0 0,4 7 0 0 0,6 7 0 0 0,4 7 0 0 0,7 7 0 0 0,-216 240 0 0 0,284-274-679 0 0,4 5 0 0 0,-68 115 0 0 0,122-176-326 0 0,1 1 1 0 0,-26 71-1 0 0,37-79-1287 0 0,-7 37-1 0 0,13-45-2841 0 0,-3 52 0 0 0,8-29-3049 0 0</inkml:trace>
</inkml:ink>
</file>

<file path=ppt/ink/ink1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0T13:03:58.80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199 163 0 0 0,'0'0'17661'0'0,"10"-3"-11450"0"0,-7-4-5366 0 0,0 0-500 0 0,0 1 0 0 0,0-1-1 0 0,-1 0 1 0 0,0 0 0 0 0,0-1 0 0 0,-1 1-1 0 0,2-13 1 0 0,-3 14-251 0 0,-1-1-1 0 0,1 1 1 0 0,-1 0-1 0 0,0-1 1 0 0,-3-5-1 0 0,4 9-81 0 0,-1 1 0 0 0,0-1-1 0 0,0 1 1 0 0,0 0 0 0 0,-1-1-1 0 0,1 1 1 0 0,0 0 0 0 0,-1 0-1 0 0,0 0 1 0 0,1 0 0 0 0,-1 0-1 0 0,0 0 1 0 0,0 0 0 0 0,-4-2-1 0 0,4 3-32 0 0,0 0 0 0 0,0 1 0 0 0,1-1 0 0 0,-1 0 0 0 0,0 1 0 0 0,0 0 0 0 0,0-1 0 0 0,0 1 0 0 0,0 0 0 0 0,0 0 0 0 0,0 0 0 0 0,0 0 0 0 0,0 1 0 0 0,0-1 0 0 0,1 0 0 0 0,-1 1 0 0 0,0-1 0 0 0,0 1 0 0 0,0 0 0 0 0,0 0 0 0 0,1 0 0 0 0,-1 0 0 0 0,0 0-1 0 0,1 0 1 0 0,-1 0 0 0 0,-1 2 0 0 0,-6 5-58 0 0,0 0 0 0 0,1 0 0 0 0,-9 13 0 0 0,7-9 75 0 0,-1 0-19 0 0,2 0 0 0 0,-1 0 0 0 0,2 1 0 0 0,0 0 0 0 0,0 0 0 0 0,1 1 0 0 0,1 0 0 0 0,0 0 0 0 0,1 1 0 0 0,0 0 0 0 0,2 0 0 0 0,-1 0-1 0 0,-1 29 1 0 0,5-42 14 0 0,0 0-1 0 0,0-1 0 0 0,0 1 0 0 0,1 0 0 0 0,-1-1 0 0 0,1 1 0 0 0,-1-1 0 0 0,1 1 1 0 0,-1-1-1 0 0,1 1 0 0 0,0-1 0 0 0,-1 1 0 0 0,1-1 0 0 0,0 0 0 0 0,0 1 1 0 0,0-1-1 0 0,0 0 0 0 0,1 0 0 0 0,-1 1 0 0 0,0-1 0 0 0,0 0 0 0 0,1 0 0 0 0,-1-1 1 0 0,0 1-1 0 0,1 0 0 0 0,-1 0 0 0 0,1-1 0 0 0,-1 1 0 0 0,1-1 0 0 0,0 1 0 0 0,-1-1 1 0 0,1 0-1 0 0,1 1 0 0 0,1-1 23 0 0,0 1-1 0 0,0-1 1 0 0,0 0 0 0 0,0 0 0 0 0,1-1 0 0 0,-1 1 0 0 0,0-1-1 0 0,0 0 1 0 0,-1 0 0 0 0,1 0 0 0 0,0-1 0 0 0,0 1 0 0 0,4-4-1 0 0,1 0 32 0 0,-1-1-1 0 0,0 0 1 0 0,-1-1-1 0 0,1 0 1 0 0,-1 0-1 0 0,-1-1 1 0 0,1 0-1 0 0,-1 0 0 0 0,-1 0 1 0 0,1-1-1 0 0,-2 0 1 0 0,1 0-1 0 0,-1 0 1 0 0,0 0-1 0 0,-1-1 1 0 0,0 0-1 0 0,-1 1 0 0 0,3-18 1 0 0,-1-17 493 0 0,-4 44-451 0 0,0 17-958 0 0,-4 219 858 0 0,5-219 83 0 0,-2 1-1 0 0,0-1 0 0 0,-1 0 1 0 0,-1 0-1 0 0,0 0 0 0 0,-1-1 1 0 0,-11 27-1 0 0,9-29 161 0 0,-1 1 0 0 0,-1-1 0 0 0,-17 22 0 0 0,23-34-211 0 0,1 0 0 0 0,-1-1 0 0 0,0 1-1 0 0,0-1 1 0 0,1 1 0 0 0,-1-1 0 0 0,0 0 0 0 0,0 0-1 0 0,0 0 1 0 0,-1 0 0 0 0,1 0 0 0 0,0 0-1 0 0,0 0 1 0 0,0-1 0 0 0,-1 1 0 0 0,1-1 0 0 0,0 0-1 0 0,-1 1 1 0 0,1-1 0 0 0,0 0 0 0 0,-1-1 0 0 0,1 1-1 0 0,0 0 1 0 0,-1-1 0 0 0,1 1 0 0 0,0-1 0 0 0,0 1-1 0 0,0-1 1 0 0,-1 0 0 0 0,1 0 0 0 0,0 0 0 0 0,0-1-1 0 0,0 1 1 0 0,0 0 0 0 0,1-1 0 0 0,-1 1-1 0 0,0-1 1 0 0,1 1 0 0 0,-1-1 0 0 0,1 0 0 0 0,-1 0-1 0 0,1 0 1 0 0,-2-4 0 0 0,-3-5-93 0 0,4 7 52 0 0,0 0 0 0 0,0 0-1 0 0,0 0 1 0 0,0 0 0 0 0,1 0 0 0 0,0-1-1 0 0,-1 1 1 0 0,2 0 0 0 0,-1-1-1 0 0,0 1 1 0 0,1 0 0 0 0,0-1-1 0 0,0 1 1 0 0,0-1 0 0 0,1 1 0 0 0,1-6-1 0 0,2 0 9 0 0,0 1 0 0 0,1 0 0 0 0,0 1 0 0 0,1-1 0 0 0,0 1 0 0 0,1 0 0 0 0,-1 1 0 0 0,1 0 0 0 0,1 0 0 0 0,14-11 0 0 0,8-2 0 0 0,56-29-1 0 0,-53 31 10 0 0,33-22-1 0 0,-34 17-44 0 0,-1-1 0 0 0,-1-2 0 0 0,33-35 0 0 0,-59 57 90 0 0,-1-1 0 0 0,1 1-1 0 0,-1 0 1 0 0,0-1 0 0 0,0 0 0 0 0,0 0 0 0 0,-1 0 0 0 0,0 0 0 0 0,0 0-1 0 0,0 0 1 0 0,0-1 0 0 0,-1 1 0 0 0,1-9 0 0 0,-2 14 156 0 0,-8 14-626 0 0,2-6 387 0 0,1 0 0 0 0,0 0 1 0 0,1 1-1 0 0,0 0 0 0 0,-4 11 0 0 0,0 0 8 0 0,5-11 30 0 0,0 1 0 0 0,1-1 0 0 0,0 1 0 0 0,1 0 0 0 0,0 0 0 0 0,0 0 0 0 0,1 0 0 0 0,0 0 0 0 0,4 19 0 0 0,-4-28 8 0 0,1 1-1 0 0,-1-1 0 0 0,1 1 1 0 0,0-1-1 0 0,-1 0 1 0 0,1 1-1 0 0,0-1 1 0 0,0 0-1 0 0,0 0 1 0 0,0 1-1 0 0,0-1 0 0 0,0 0 1 0 0,0 0-1 0 0,0 0 1 0 0,0 0-1 0 0,1 0 1 0 0,-1 0-1 0 0,0-1 0 0 0,1 1 1 0 0,-1 0-1 0 0,0-1 1 0 0,1 1-1 0 0,-1-1 1 0 0,1 1-1 0 0,-1-1 1 0 0,1 0-1 0 0,-1 0 0 0 0,1 1 1 0 0,-1-1-1 0 0,1 0 1 0 0,0 0-1 0 0,-1-1 1 0 0,1 1-1 0 0,1 0 0 0 0,1-1 33 0 0,1 0-1 0 0,-1 1 0 0 0,1-1 0 0 0,-1-1 0 0 0,0 1 0 0 0,0-1 0 0 0,0 1 1 0 0,0-1-1 0 0,0 0 0 0 0,0-1 0 0 0,4-2 0 0 0,-3 0 11 0 0,0 0-1 0 0,-1-1 1 0 0,1 0-1 0 0,-1 1 1 0 0,-1-2-1 0 0,1 1 1 0 0,-1 0-1 0 0,0 0 1 0 0,0-1-1 0 0,-1 0 1 0 0,0 0-1 0 0,0 1 1 0 0,0-1-1 0 0,-1 0 1 0 0,0 0 0 0 0,-1-1-1 0 0,0 1 1 0 0,-1-14-1 0 0,0 17-38 0 0,0-1-1 0 0,-1 0 1 0 0,0 0 0 0 0,0 0-1 0 0,0 1 1 0 0,0-1-1 0 0,-1 1 1 0 0,0 0 0 0 0,0 0-1 0 0,0 0 1 0 0,0 0-1 0 0,-1 0 1 0 0,1 1 0 0 0,-1-1-1 0 0,0 1 1 0 0,0 0-1 0 0,0 0 1 0 0,-1 1 0 0 0,1-1-1 0 0,0 1 1 0 0,-6-2-1 0 0,8 4-1 0 0,-1-1-1 0 0,0 1 1 0 0,1 0 0 0 0,-1-1-1 0 0,0 1 1 0 0,1 1-1 0 0,-1-1 1 0 0,0 0-1 0 0,1 1 1 0 0,-1-1-1 0 0,1 1 1 0 0,-1 0-1 0 0,1-1 1 0 0,-1 2-1 0 0,1-1 1 0 0,-1 0-1 0 0,1 0 1 0 0,0 1-1 0 0,0-1 1 0 0,0 1 0 0 0,0-1-1 0 0,-4 5 1 0 0,4-4-371 0 0,0 1 1 0 0,0 0-1 0 0,0 0 1 0 0,0 0-1 0 0,0 0 1 0 0,-2 7-1 0 0,2-6-1206 0 0,1 0 0 0 0,0-1 0 0 0,1 1 0 0 0,-1 0-1 0 0,0 0 1 0 0,1 5 0 0 0</inkml:trace>
</inkml:ink>
</file>

<file path=ppt/ink/ink1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0T13:03:59.77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0 549 12755 0 0,'0'0'15562'0'0,"6"-9"-15430"0"0,57-100 557 0 0,-26 45-364 0 0,-2-1-1 0 0,-4-2 0 0 0,25-75 1 0 0,-45 116-251 0 0,-8 19 125 0 0,-1 0-1 0 0,1 0 1 0 0,-1 0 0 0 0,0 0 0 0 0,0-1 0 0 0,-1 1-1 0 0,1-10 1 0 0,-3 20-207 0 0,0 0-1 0 0,0 0 1 0 0,0 0-1 0 0,0-1 1 0 0,-1 1-1 0 0,1-1 1 0 0,-1 1-1 0 0,0-1 1 0 0,1 1-1 0 0,-1-1 1 0 0,-3 2-1 0 0,-6 12-44 0 0,-10 24 41 0 0,2 2-1 0 0,2 0 0 0 0,-18 68 1 0 0,30-89 12 0 0,1 0 0 0 0,1 0 0 0 0,1 1 0 0 0,1-1 0 0 0,1 24 0 0 0,0-39 0 0 0,1 1-1 0 0,1-1 1 0 0,-1 0 0 0 0,1 1 0 0 0,0-1 0 0 0,0 0 0 0 0,1 0-1 0 0,-1 0 1 0 0,2 0 0 0 0,-1-1 0 0 0,0 1 0 0 0,1-1 0 0 0,0 0-1 0 0,0 0 1 0 0,1 0 0 0 0,0-1 0 0 0,-1 1 0 0 0,1-1 0 0 0,1 0-1 0 0,-1-1 1 0 0,0 1 0 0 0,8 2 0 0 0,-8-3-1 0 0,1-1 0 0 0,-1 0 1 0 0,1 0-1 0 0,0 0 0 0 0,-1-1 0 0 0,1 0 0 0 0,0 0 1 0 0,0-1-1 0 0,0 0 0 0 0,0 0 0 0 0,0 0 1 0 0,0 0-1 0 0,0-1 0 0 0,-1 0 0 0 0,1 0 1 0 0,0-1-1 0 0,0 0 0 0 0,-1 0 0 0 0,1 0 0 0 0,-1 0 1 0 0,0-1-1 0 0,0 0 0 0 0,0 0 0 0 0,0-1 1 0 0,5-3-1 0 0,0-2-6 0 0,0 0 0 0 0,0-1 0 0 0,0 0 0 0 0,-1-1-1 0 0,-1 0 1 0 0,0 0 0 0 0,0-1 0 0 0,-1 0 0 0 0,10-24 0 0 0,-9 17 251 0 0,-9 19-250 0 0,1 0 0 0 0,-1 0 0 0 0,1 0 0 0 0,-1 0 0 0 0,0 0 0 0 0,1 0 0 0 0,-1 1 0 0 0,1-1 0 0 0,-1 0 1 0 0,1 0-1 0 0,-1 1 0 0 0,1-1 0 0 0,-1 0 0 0 0,1 0 0 0 0,0 1 0 0 0,-1-1 0 0 0,1 1 0 0 0,-1-1 0 0 0,1 0 0 0 0,0 1 0 0 0,-1-1 0 0 0,1 1 0 0 0,0-1 0 0 0,-1 1 0 0 0,1-1 0 0 0,0 1 0 0 0,0-1 0 0 0,0 1 0 0 0,-1-1 0 0 0,1 1 0 0 0,0 0 0 0 0,0-1 0 0 0,0 1 0 0 0,0-1 0 0 0,0 2 0 0 0,-3 28-69 0 0,2-20 70 0 0,0-7 1 0 0,1 0 0 0 0,0 0 0 0 0,-1 0 0 0 0,1 0 0 0 0,1 0 0 0 0,-1 0 0 0 0,0 0 0 0 0,1 0 0 0 0,-1 0 0 0 0,1 0 0 0 0,0-1 0 0 0,0 1 0 0 0,0 0 0 0 0,0-1 0 0 0,1 1 0 0 0,-1 0 0 0 0,1-1 0 0 0,0 1 0 0 0,-1-1 0 0 0,5 4 0 0 0,-4-5 8 0 0,-1 0 1 0 0,1 1 0 0 0,0-1-1 0 0,0 0 1 0 0,-1 0-1 0 0,1-1 1 0 0,0 1-1 0 0,0 0 1 0 0,0 0-1 0 0,0-1 1 0 0,0 0 0 0 0,0 1-1 0 0,0-1 1 0 0,1 0-1 0 0,-1 0 1 0 0,0 0-1 0 0,0 0 1 0 0,0 0-1 0 0,0 0 1 0 0,0-1-1 0 0,0 1 1 0 0,0-1 0 0 0,0 0-1 0 0,0 1 1 0 0,0-1-1 0 0,0 0 1 0 0,0 0-1 0 0,-1 0 1 0 0,4-3-1 0 0,0-1 20 0 0,0 0 0 0 0,-1-1-1 0 0,0 0 1 0 0,0 0 0 0 0,0 0-1 0 0,-1-1 1 0 0,0 1 0 0 0,0-1-1 0 0,0 0 1 0 0,2-13 0 0 0,-4 17-63 0 0,0-1 1 0 0,0 0 0 0 0,0 0 0 0 0,-1 0 0 0 0,1 0 0 0 0,-1 0-1 0 0,0 0 1 0 0,-1 0 0 0 0,1 0 0 0 0,-1 1 0 0 0,1-1 0 0 0,-1 0 0 0 0,0 0-1 0 0,-1 0 1 0 0,1 1 0 0 0,-1-1 0 0 0,1 1 0 0 0,-1-1 0 0 0,0 1 0 0 0,0-1-1 0 0,-1 1 1 0 0,1 0 0 0 0,-1 0 0 0 0,1 0 0 0 0,-1 1 0 0 0,0-1 0 0 0,0 0-1 0 0,0 1 1 0 0,-1 0 0 0 0,1 0 0 0 0,0 0 0 0 0,-1 0 0 0 0,1 1 0 0 0,-1-1-1 0 0,0 1 1 0 0,0 0 0 0 0,1 0 0 0 0,-1 0 0 0 0,0 0 0 0 0,0 1-1 0 0,0 0 1 0 0,-8 0 0 0 0,-19 3-2726 0 0,10 2-5097 0 0</inkml:trace>
</inkml:ink>
</file>

<file path=ppt/ink/ink1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0T13:04:00.00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60 17588 0 0,'0'0'10741'0'0,"21"3"-10589"0"0,66 9-36 0 0,-72-11-101 0 0,0 0 0 0 0,1-1 1 0 0,-1-1-1 0 0,0-1 0 0 0,0 0 0 0 0,15-5 1 0 0,7 0-27 0 0,27-4-695 0 0,57-10 340 0 0,-82 12-3956 0 0,-2-2-4095 0 0,-24 5-4145 0 0</inkml:trace>
</inkml:ink>
</file>

<file path=ppt/ink/ink1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0T13:04:03.52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1 585 7658 0 0,'0'0'15496'0'0,"1"-6"-15020"0"0,1 0-270 0 0,0 0 0 0 0,0-1 0 0 0,1 1 0 0 0,-1 1 0 0 0,1-1 0 0 0,7-9 0 0 0,11-23 1036 0 0,-14 26-922 0 0,0-1 0 0 0,11-14 0 0 0,16-22 227 0 0,-27 41-480 0 0,-1 0 1 0 0,0 0 0 0 0,7-14 0 0 0,-10 16-35 0 0,1-1 0 0 0,-1 1 1 0 0,2 0-1 0 0,-1 0 0 0 0,1 1 0 0 0,0-1 1 0 0,6-5-1 0 0,-11 11-5 0 0,0 26-307 0 0,-1 42 533 0 0,-18 117-1 0 0,17-178-348 0 0,0 7 552 0 0,4-13-46 0 0,3-8 20 0 0,-1 0-365 0 0,0-1-1 0 0,0 1 1 0 0,-1-1-1 0 0,3-12 0 0 0,-3 10-75 0 0,0 0-1 0 0,9-17 0 0 0,-3 7 0 0 0,-6 15 7 0 0,-1 0-1 0 0,1 0 0 0 0,-1 0 0 0 0,1 0 0 0 0,7-7 0 0 0,4-6-15 0 0,10-8-23 0 0,-23 26 25 0 0,6 17-370 0 0,-5-10 401 0 0,1 1 1 0 0,0 0-1 0 0,0-1 1 0 0,5 10 0 0 0,5 12-20 0 0,-9-19 4 0 0,1-1-1 0 0,0 1 0 0 0,7 8 0 0 0,-10-14 3 0 0,1-1 0 0 0,-1 1-1 0 0,1-1 1 0 0,0 0 0 0 0,0 0 0 0 0,0 0 0 0 0,0 0 0 0 0,1-1-1 0 0,-1 1 1 0 0,7 3 0 0 0,-7-6 9 0 0,0 1 0 0 0,0 0-1 0 0,0-1 1 0 0,0 0 0 0 0,0 1 0 0 0,1-1-1 0 0,-1 0 1 0 0,0-1 0 0 0,0 1 0 0 0,0-1 0 0 0,0 1-1 0 0,0-1 1 0 0,0 0 0 0 0,0 0 0 0 0,0 0-1 0 0,0 0 1 0 0,0-1 0 0 0,0 1 0 0 0,-1-1-1 0 0,1 0 1 0 0,0 0 0 0 0,-1 0 0 0 0,0 0 0 0 0,1 0-1 0 0,2-4 1 0 0,7-7 26 0 0,-1-1-1 0 0,0 0 1 0 0,11-20 0 0 0,-13 20-55 0 0,-1-1 23 0 0,0 1-1 0 0,-2-1 1 0 0,9-25 0 0 0,1-2-5 0 0,-15 41 9 0 0,-1 0 0 0 0,0 0 0 0 0,1 0 0 0 0,-1 0 0 0 0,0 0 0 0 0,1 0 0 0 0,-1 0 0 0 0,0 0 1 0 0,0 0-1 0 0,0 0 0 0 0,0 0 0 0 0,0 0 0 0 0,0 0 0 0 0,0 0 0 0 0,0 0 0 0 0,0 0 0 0 0,-1-2 0 0 0,1 3-17 0 0,0-1 0 0 0,-1 1 0 0 0,1 0 0 0 0,0-1 0 0 0,-1 1-1 0 0,1 0 1 0 0,-1-1 0 0 0,1 1 0 0 0,0 0 0 0 0,-1-1 0 0 0,1 1 0 0 0,-1 0 0 0 0,1 0 0 0 0,-1 0 0 0 0,1-1 0 0 0,-1 1 0 0 0,1 0-1 0 0,-1 0 1 0 0,1 0 0 0 0,-1 0 0 0 0,1 0 0 0 0,-1 0 0 0 0,1 0 0 0 0,-2 0 0 0 0,0 0-20 0 0,1 1 0 0 0,-1-1 0 0 0,0 0 0 0 0,0 1 1 0 0,1 0-1 0 0,-1-1 0 0 0,0 1 0 0 0,1 0 0 0 0,-1 0 0 0 0,1 0 1 0 0,-1 0-1 0 0,1 0 0 0 0,-1 0 0 0 0,1 0 0 0 0,0 1 0 0 0,-1-1 1 0 0,1 0-1 0 0,-2 4 0 0 0,-3 5 24 0 0,0 0 1 0 0,1 0-1 0 0,0 0 0 0 0,1 1 0 0 0,0 0 1 0 0,1 0-1 0 0,0 0 0 0 0,1 0 1 0 0,0 0-1 0 0,-1 16 0 0 0,3-21 9 0 0,0-1 0 0 0,0 0 1 0 0,1 1-1 0 0,-1-1 0 0 0,1 0 0 0 0,0 0 0 0 0,1 0 0 0 0,-1 0 0 0 0,1 0 0 0 0,3 7 0 0 0,-2-9 0 0 0,0 1 0 0 0,-1-1 0 0 0,1 1 0 0 0,0-1 0 0 0,1 0 0 0 0,-1 0 0 0 0,1-1 0 0 0,-1 1 0 0 0,1-1-1 0 0,0 1 1 0 0,0-1 0 0 0,6 2 0 0 0,-5-2 7 0 0,-1-1-1 0 0,0 0 0 0 0,0 0 0 0 0,1 0 0 0 0,-1 0 1 0 0,1-1-1 0 0,-1 0 0 0 0,1 0 0 0 0,-1 0 1 0 0,1 0-1 0 0,-1-1 0 0 0,8-2 0 0 0,-4 1 17 0 0,0-1-1 0 0,0 1 0 0 0,-1-2 1 0 0,0 1-1 0 0,14-9 0 0 0,-5 0-8 0 0,-1-1 1 0 0,-1-1-1 0 0,19-21 0 0 0,-23 24 8 0 0,-6 6-12 0 0,0-1 0 0 0,-1 1 1 0 0,1-1-1 0 0,-1 0 0 0 0,-1 0 1 0 0,1 0-1 0 0,1-7 0 0 0,13-24 174 0 0,-18 44-274 0 0,0 0-1 0 0,1 1 1 0 0,0-1-1 0 0,1 10 1 0 0,0 5 89 0 0,-1-19 5 0 0,1 0-1 0 0,-1 0 1 0 0,0-1 0 0 0,1 1-1 0 0,0 0 1 0 0,-1 0-1 0 0,1-1 1 0 0,0 1-1 0 0,0 0 1 0 0,1-1-1 0 0,-1 1 1 0 0,1-1-1 0 0,-1 1 1 0 0,1-1 0 0 0,0 0-1 0 0,0 0 1 0 0,0 0-1 0 0,0 0 1 0 0,0 0-1 0 0,0 0 1 0 0,0 0-1 0 0,1-1 1 0 0,-1 1 0 0 0,1-1-1 0 0,-1 0 1 0 0,1 1-1 0 0,0-1 1 0 0,-1 0-1 0 0,1-1 1 0 0,0 1-1 0 0,0 0 1 0 0,-1-1-1 0 0,6 1 1 0 0,1-2 30 0 0,1-1 1 0 0,-1 0-1 0 0,1 0 0 0 0,-1-1 1 0 0,0 0-1 0 0,0-1 0 0 0,0 0 1 0 0,-1 0-1 0 0,1-1 0 0 0,9-6 1 0 0,20-19 140 0 0,-28 22-125 0 0,0-1-1 0 0,-1 0 0 0 0,0 0 0 0 0,10-14 0 0 0,-10 10-5 0 0,-1-1 0 0 0,0 0 0 0 0,10-26-1 0 0,3-5-4 0 0,8-31-39 0 0,13-41-11 0 0,-40 111 83 0 0,0 0-1 0 0,-1-1 1 0 0,0 1 0 0 0,1-10 0 0 0,-2 15 304 0 0,-8 21-464 0 0,-21 48 93 0 0,-2-5-34 0 0,13-17 40 0 0,13-35-7 0 0,0 0-1 0 0,1 0 1 0 0,0 0 0 0 0,1 1-1 0 0,-3 20 1 0 0,4-12 4 0 0,1-14-6 0 0,0 1 0 0 0,0 0 0 0 0,1-1 0 0 0,0 1 0 0 0,1-1 0 0 0,-1 1 0 0 0,3 8-1 0 0,-1-8 3 0 0,0 0-1 0 0,1 0 1 0 0,0 0-1 0 0,1-1 1 0 0,-1 1-1 0 0,1-1 1 0 0,1 0-1 0 0,-1 0 1 0 0,1 0-1 0 0,0 0 1 0 0,0-1-1 0 0,1 0 1 0 0,-1 0-1 0 0,1-1 1 0 0,0 1-1 0 0,1-1 1 0 0,-1 0-1 0 0,1-1 1 0 0,12 5-1 0 0,-9-4 3 0 0,0-1-1 0 0,1-1 1 0 0,-1 1-1 0 0,0-2 1 0 0,1 0-1 0 0,-1 0 0 0 0,1-1 1 0 0,-1 0-1 0 0,1 0 1 0 0,-1-1-1 0 0,0-1 1 0 0,1 0-1 0 0,19-7 0 0 0,-4-1-72 0 0,1-2 0 0 0,-2-1-1 0 0,36-23 1 0 0,-58 35 43 0 0,-1-1 1 0 0,0 0-1 0 0,0 0 0 0 0,0 0 0 0 0,0 0 0 0 0,0 0 1 0 0,-1-1-1 0 0,1 1 0 0 0,-1 0 0 0 0,3-5 1 0 0,0-9-3619 0 0,-8 2-9840 0 0</inkml:trace>
</inkml:ink>
</file>

<file path=ppt/ink/ink1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0T13:04:03.76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99 23229 0 0,'0'0'6193'0'0,"25"-6"-6041"0"0,82-19-8 0 0,82-8 93 0 0,-96 18-250 0 0,-82 13-712 0 0,78-11 2076 0 0,-60 10-4629 0 0,-1 2-5497 0 0</inkml:trace>
</inkml:ink>
</file>

<file path=ppt/ink/ink1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0T13:04:04.16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196 0 15979 0 0,'0'0'12222'0'0,"-1"8"-11953"0"0,0 4-192 0 0,0 6 242 0 0,0 0 0 0 0,-2 0 0 0 0,-5 24-1 0 0,-71 169 1024 0 0,41-111-1074 0 0,17-48-201 0 0,-14 40 51 0 0,31-79-108 0 0,2-2 216 0 0,0-24-291 0 0,3 7-202 0 0,-1 1 0 0 0,0-1 0 0 0,1 0 0 0 0,0 0 0 0 0,1 1 0 0 0,2-11 0 0 0,10-14-5720 0 0,-12 27 5023 0 0,2-6-8793 0 0</inkml:trace>
</inkml:ink>
</file>

<file path=ppt/ink/ink1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0T13:04:06.12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1 537 15291 0 0,'0'0'8981'0'0,"5"-12"-8716"0"0,15-37 69 0 0,-18 45-230 0 0,1-1 0 0 0,-1 1 0 0 0,1 0 0 0 0,0 0 0 0 0,0 0 1 0 0,0 0-1 0 0,0 0 0 0 0,1 1 0 0 0,5-5 0 0 0,7-7 378 0 0,96-111 1998 0 0,-106 115-1836 0 0,-5 9-58 0 0,-1 6-269 0 0,0 3-470 0 0,-6 142 61 0 0,1-80 129 0 0,5-69 273 0 0,-1-1-260 0 0,-1-1 1 0 0,1 1 0 0 0,-1 0-1 0 0,1-1 1 0 0,-1 1 0 0 0,1-1-1 0 0,0 0 1 0 0,0 1 0 0 0,-1-1 0 0 0,1 0-1 0 0,0 0 1 0 0,-1-3 0 0 0,2 4-41 0 0,-8-12-10 0 0,0 0 0 0 0,-2 0-1 0 0,1 0 1 0 0,-1 1 0 0 0,-19-16 0 0 0,28 26-13 0 0,-1 1 1 0 0,0-1 0 0 0,1 1 0 0 0,-1-1 0 0 0,0 1-1 0 0,0 0 1 0 0,0-1 0 0 0,0 1 0 0 0,0 0 0 0 0,0 1-1 0 0,-1-1 1 0 0,1 0 0 0 0,0 0 0 0 0,-3 0 0 0 0,4 2-3 0 0,-1-1 0 0 0,1 0 0 0 0,0 0 0 0 0,0 0 0 0 0,0 1 1 0 0,0-1-1 0 0,0 1 0 0 0,0-1 0 0 0,0 1 0 0 0,0-1 0 0 0,0 1 1 0 0,0-1-1 0 0,0 1 0 0 0,0 0 0 0 0,0 0 0 0 0,1-1 0 0 0,-1 1 1 0 0,0 0-1 0 0,0 0 0 0 0,1 0 0 0 0,-1 0 0 0 0,1 0 0 0 0,-1 0 1 0 0,0 0-1 0 0,1 0 0 0 0,0 0 0 0 0,-1 0 0 0 0,1 0 0 0 0,-1 2 1 0 0,-1 3-7 0 0,1 0 0 0 0,-1 0 0 0 0,1 1 0 0 0,0-1 0 0 0,0 1 1 0 0,1-1-1 0 0,0 11 0 0 0,0-14 16 0 0,0-1 1 0 0,1 0-1 0 0,-1 1 1 0 0,1-1-1 0 0,0 0 0 0 0,0 0 1 0 0,0 1-1 0 0,0-1 1 0 0,0 0-1 0 0,0 0 0 0 0,0 0 1 0 0,1 0-1 0 0,-1-1 1 0 0,1 1-1 0 0,-1 0 1 0 0,1 0-1 0 0,0-1 0 0 0,0 1 1 0 0,-1-1-1 0 0,1 0 1 0 0,0 1-1 0 0,4 1 0 0 0,7 2 7 0 0,0-1 0 0 0,1 0-1 0 0,-1-1 1 0 0,1 0 0 0 0,0-1-1 0 0,-1 0 1 0 0,1-1-1 0 0,0-1 1 0 0,0 0 0 0 0,0-1-1 0 0,0-1 1 0 0,18-4 0 0 0,-7 1 15 0 0,-1-2 1 0 0,0-1-1 0 0,-1 0 1 0 0,0-2 0 0 0,42-25-1 0 0,-53 27-7 0 0,-1-1 0 0 0,0 0 0 0 0,0-1 0 0 0,-1 0 0 0 0,-1-1 0 0 0,0 0 0 0 0,0 0 0 0 0,-1-1 0 0 0,0 0 0 0 0,-1 0 0 0 0,-1-1 0 0 0,0 0 0 0 0,0 0 0 0 0,3-16 0 0 0,-3 7 4 0 0,0 1-8 0 0,0 0 0 0 0,2-25 0 0 0,-5 3 176 0 0,-3 43-181 0 0,0 0-1 0 0,0 0 1 0 0,0 0-1 0 0,0 0 1 0 0,0 0 0 0 0,0 0-1 0 0,0 0 1 0 0,0-1-1 0 0,0 1 1 0 0,0 0-1 0 0,0 0 1 0 0,0 0-1 0 0,0 0 1 0 0,0 0-1 0 0,0 0 1 0 0,0 0-1 0 0,0 0 1 0 0,0 0 0 0 0,0-1-1 0 0,0 1 1 0 0,-1 0-1 0 0,1 0 1 0 0,0 0-1 0 0,0 0 1 0 0,0 0-1 0 0,0 0 1 0 0,0 0-1 0 0,0 0 1 0 0,0 0 0 0 0,0 0-1 0 0,0 0 1 0 0,0 0-1 0 0,0 0 1 0 0,0 0-1 0 0,0-1 1 0 0,0 1-1 0 0,-1 0 1 0 0,1 0-1 0 0,0 0 1 0 0,0 0 0 0 0,0 0-1 0 0,0 0 1 0 0,0 0-1 0 0,0 0 1 0 0,0 0-1 0 0,0 0 1 0 0,0 0-1 0 0,-1 0 1 0 0,1 0-1 0 0,0 0 1 0 0,0 0-1 0 0,0 0 1 0 0,0 0 0 0 0,0 0-1 0 0,0 0 1 0 0,0 0-1 0 0,0 1 1 0 0,-7 4-78 0 0,-4 9-64 0 0,-11 34 33 0 0,17-35 109 0 0,0 0 1 0 0,1 0-1 0 0,0 1 1 0 0,1-1-1 0 0,1 1 1 0 0,0-1-1 0 0,0 22 1 0 0,1-28-1 0 0,0 3-1 0 0,1 0-1 0 0,0 0 1 0 0,0 0 0 0 0,1-1 0 0 0,1 1 0 0 0,-1 0-1 0 0,2 0 1 0 0,-1-1 0 0 0,1 1 0 0 0,1-1 0 0 0,0 0-1 0 0,0 0 1 0 0,0 0 0 0 0,1 0 0 0 0,1-1 0 0 0,0 0-1 0 0,0 0 1 0 0,0 0 0 0 0,12 10 0 0 0,-17-17 2 0 0,1 0 1 0 0,-1 1-1 0 0,0-1 0 0 0,1 0 1 0 0,-1-1-1 0 0,1 1 0 0 0,-1 0 1 0 0,1 0-1 0 0,0-1 0 0 0,-1 1 1 0 0,1-1-1 0 0,0 1 0 0 0,-1-1 0 0 0,1 0 1 0 0,0 1-1 0 0,0-1 0 0 0,-1 0 1 0 0,1 0-1 0 0,0 0 0 0 0,0-1 1 0 0,-1 1-1 0 0,1 0 0 0 0,0-1 1 0 0,-1 1-1 0 0,1-1 0 0 0,0 1 1 0 0,-1-1-1 0 0,1 0 0 0 0,-1 0 1 0 0,1 0-1 0 0,-1 0 0 0 0,1 0 1 0 0,-1 0-1 0 0,0 0 0 0 0,2-2 1 0 0,5-4 18 0 0,0-1 0 0 0,-1 0 0 0 0,0 0 0 0 0,7-13 0 0 0,-10 16-37 0 0,31-48 2 0 0,-22 32 6 0 0,-13 19 10 0 0,1 0-1 0 0,0 0 0 0 0,0 0 0 0 0,1 0 0 0 0,-1 0 0 0 0,0 1 1 0 0,1-1-1 0 0,-1 0 0 0 0,1 0 0 0 0,-1 1 0 0 0,1-1 0 0 0,2-1 1 0 0,1 1-32 0 0,-4 5-146 0 0,1 7 105 0 0,1-3 65 0 0,1 0 0 0 0,-1 0-1 0 0,1 0 1 0 0,1 0 0 0 0,-1-1-1 0 0,1 0 1 0 0,1 0-1 0 0,10 11 1 0 0,-11-14 11 0 0,-1 0 1 0 0,1 0-1 0 0,-1 0 0 0 0,1 0 0 0 0,0-1 1 0 0,0 0-1 0 0,0 0 0 0 0,1 0 0 0 0,-1-1 1 0 0,0 1-1 0 0,1-1 0 0 0,-1-1 0 0 0,1 1 1 0 0,5-1-1 0 0,-4 0-8 0 0,-1 0 0 0 0,1 0 0 0 0,0-1 0 0 0,0 0 1 0 0,-1 0-1 0 0,1-1 0 0 0,-1 0 0 0 0,1 0 0 0 0,-1 0 0 0 0,0-1 0 0 0,0 0 0 0 0,0 0 1 0 0,0-1-1 0 0,0 0 0 0 0,-1 0 0 0 0,0 0 0 0 0,0 0 0 0 0,0-1 0 0 0,7-8 0 0 0,0-1-4 0 0,60-81-130 0 0,-66 90-189 0 0,-3 14-506 0 0,3 7 764 0 0,15 27 30 0 0,-19-39 61 0 0,7 13-73 0 0,-9-17 57 0 0,1 1 0 0 0,-1-1-1 0 0,0 1 1 0 0,0-1 0 0 0,1 0 0 0 0,-1 0 0 0 0,0 1-1 0 0,0-1 1 0 0,1 0 0 0 0,-1 1 0 0 0,0-1 0 0 0,1 0-1 0 0,-1 0 1 0 0,0 0 0 0 0,1 1 0 0 0,-1-1-1 0 0,1 0 1 0 0,-1 0 0 0 0,0 0 0 0 0,1 0 0 0 0,-1 0-1 0 0,0 0 1 0 0,1 0 0 0 0,-1 0 0 0 0,1 0-1 0 0,-1 0 1 0 0,1 0 0 0 0,-1 0 0 0 0,0 0 0 0 0,1 0-1 0 0,-1 0 1 0 0,0 0 0 0 0,1 0 0 0 0,-1 0-1 0 0,1-1 1 0 0,-1 1 0 0 0,0 0 0 0 0,1 0 0 0 0,0-3 54 0 0,0 0 1 0 0,0 0-1 0 0,0 0 1 0 0,-1-1 0 0 0,1 1-1 0 0,-1 0 1 0 0,0 0-1 0 0,0 0 1 0 0,0 0 0 0 0,0 0-1 0 0,-1-4 1 0 0,0-4 39 0 0,1 8-97 0 0,-1 0 0 0 0,1 0-1 0 0,-1 0 1 0 0,1 0 0 0 0,-1 0 0 0 0,0 1 0 0 0,0-1 0 0 0,0 0 0 0 0,-1 1 0 0 0,1-1 0 0 0,-1 1 0 0 0,1-1 0 0 0,-1 1 0 0 0,0 0-1 0 0,0 0 1 0 0,0-1 0 0 0,0 1 0 0 0,0 1 0 0 0,0-1 0 0 0,-1 0 0 0 0,1 0 0 0 0,-1 1 0 0 0,1 0 0 0 0,-1-1 0 0 0,-3 0-1 0 0,3 1-13 0 0,0-1-1 0 0,0 1 0 0 0,0 0 0 0 0,0 1 0 0 0,-1-1 0 0 0,1 0 0 0 0,0 1 0 0 0,-1 0 0 0 0,1 0 0 0 0,0 0 0 0 0,-1 0 0 0 0,1 0 0 0 0,0 1 0 0 0,-1-1 0 0 0,1 1 0 0 0,0 0 0 0 0,0 0 0 0 0,0 0 0 0 0,0 1 0 0 0,0-1 0 0 0,-5 4 0 0 0,-1 2-1 0 0,0 1-1 0 0,0 0 1 0 0,1 0 0 0 0,0 1 0 0 0,1 0 0 0 0,-10 13 0 0 0,13-15 5 0 0,1 0 1 0 0,0-1-1 0 0,0 1 1 0 0,0 0-1 0 0,1 1 1 0 0,0-1 0 0 0,0 0-1 0 0,0 1 1 0 0,1-1-1 0 0,0 14 1 0 0,1-18 6 0 0,0-1-1 0 0,0 1 1 0 0,1 0 0 0 0,-1-1 0 0 0,0 1 0 0 0,1-1 0 0 0,0 1 0 0 0,0-1 0 0 0,0 1 0 0 0,0-1 0 0 0,0 1-1 0 0,0-1 1 0 0,0 0 0 0 0,1 1 0 0 0,-1-1 0 0 0,1 0 0 0 0,0 0 0 0 0,0 0 0 0 0,0 0 0 0 0,0-1 0 0 0,0 1-1 0 0,0 0 1 0 0,0-1 0 0 0,0 1 0 0 0,1-1 0 0 0,-1 0 0 0 0,0 0 0 0 0,1 0 0 0 0,-1 0 0 0 0,1 0 0 0 0,-1-1-1 0 0,1 1 1 0 0,0-1 0 0 0,-1 1 0 0 0,1-1 0 0 0,0 0 0 0 0,-1 0 0 0 0,4-1 0 0 0,3 1 19 0 0,-1-1 0 0 0,1 0-1 0 0,-1 0 1 0 0,0-1 0 0 0,0 0 0 0 0,1 0 0 0 0,-1-1 0 0 0,-1 0 0 0 0,1-1 0 0 0,0 0 0 0 0,-1 0 0 0 0,0 0 0 0 0,0-1 0 0 0,0 0 0 0 0,11-12-1 0 0,1-1 17 0 0,-2-1 0 0 0,0 0 0 0 0,-1-2 0 0 0,-1 0 0 0 0,-1-1 0 0 0,0 0 0 0 0,-2-1 0 0 0,-1 0-1 0 0,-1-1 1 0 0,-1-1 0 0 0,11-46 0 0 0,-14 43 3 0 0,-2 13 50 0 0,-1 0 0 0 0,-1 0 0 0 0,1-24 0 0 0,-2 38-73 0 0,-1 0-1 0 0,0 1 1 0 0,0-1 0 0 0,0 0 0 0 0,0 1 0 0 0,0-1 0 0 0,0 0 0 0 0,0 1 0 0 0,-1-1 0 0 0,1 0 0 0 0,0 1 0 0 0,0-1 0 0 0,0 0 0 0 0,-1 1 0 0 0,1-1 0 0 0,0 1 0 0 0,-1-1 0 0 0,1 1 0 0 0,0-1 0 0 0,-1 0 0 0 0,0 1-15 0 0,1 0 1 0 0,-1 0-1 0 0,1 0 1 0 0,0 0 0 0 0,-1 0-1 0 0,1 0 1 0 0,0 0-1 0 0,-1 0 1 0 0,1 0 0 0 0,-1 0-1 0 0,1 0 1 0 0,0 0-1 0 0,-1 1 1 0 0,1-1 0 0 0,0 0-1 0 0,-1 0 1 0 0,1 0-1 0 0,0 1 1 0 0,-1-1-1 0 0,1 0 1 0 0,0 0 0 0 0,0 1-1 0 0,-1-1 1 0 0,1 1 0 0 0,-17 22-145 0 0,-14 32 72 0 0,16-21 68 0 0,8-19 6 0 0,0 0 1 0 0,1 1-1 0 0,1 0 0 0 0,0-1 1 0 0,1 1-1 0 0,1 1 0 0 0,-2 25 1 0 0,5-32-7 0 0,0 0 1 0 0,1 0 0 0 0,0-1-1 0 0,1 1 1 0 0,0 0 0 0 0,4 12 0 0 0,-4-18 1 0 0,-1 0 0 0 0,1 0 0 0 0,0-1 1 0 0,0 1-1 0 0,1 0 0 0 0,-1-1 0 0 0,1 0 1 0 0,0 0-1 0 0,0 0 0 0 0,0 0 0 0 0,0 0 1 0 0,0 0-1 0 0,0-1 0 0 0,1 1 1 0 0,0-1-1 0 0,-1 0 0 0 0,1 0 0 0 0,4 1 1 0 0,0 0-4 0 0,0-1 0 0 0,1 0 0 0 0,-1-1 0 0 0,0 0 0 0 0,1 0 0 0 0,-1-1-1 0 0,1 0 1 0 0,-1 0 0 0 0,1-1 0 0 0,-1 0 0 0 0,0-1 0 0 0,1 1 0 0 0,-1-2 0 0 0,0 1 0 0 0,0-1 0 0 0,0 0 0 0 0,10-7 0 0 0,-1 1 5 0 0,-1-1 1 0 0,0-1-1 0 0,-1 0 0 0 0,0-1 0 0 0,0-1 0 0 0,21-25 0 0 0,-31 31 23 0 0,0-1 1 0 0,0 0-1 0 0,0 0 0 0 0,-1 0 0 0 0,0-1 0 0 0,-1 0 0 0 0,4-13 1 0 0,-7 22-20 0 0,1 0 0 0 0,-1-1 0 0 0,0 1 0 0 0,0 0 0 0 0,0-1 0 0 0,0 1 0 0 0,0-1 0 0 0,1 1 0 0 0,-1 0 0 0 0,0-1 0 0 0,0 1 0 0 0,0-1 0 0 0,0 1 0 0 0,0 0 0 0 0,0-1 0 0 0,0 1 0 0 0,0-1 0 0 0,0 1 0 0 0,-1-1 1 0 0,1 1-1 0 0,0 0 0 0 0,0-1 0 0 0,0 1 0 0 0,0 0 0 0 0,-1-1 0 0 0,1 1 0 0 0,0 0 0 0 0,0-1 0 0 0,-1 1 0 0 0,1 0 0 0 0,0-1 0 0 0,0 1 0 0 0,-1 0 0 0 0,1-1 0 0 0,0 1 0 0 0,-1 0 0 0 0,1 0 0 0 0,0 0 0 0 0,-1-1 0 0 0,1 1 0 0 0,-1 0 1 0 0,1 0-1 0 0,0 0 0 0 0,-1 0 0 0 0,1 0 0 0 0,-1 0 0 0 0,1 0 0 0 0,0 0 0 0 0,-1 0 0 0 0,1 0 0 0 0,-1 0 0 0 0,1 0 0 0 0,0 0 0 0 0,-1 0 0 0 0,1 0 0 0 0,-1 0 0 0 0,1 0 0 0 0,0 0 0 0 0,-1 1 0 0 0,1-1 0 0 0,-1 0 0 0 0,-24 13 199 0 0,21-10-202 0 0,0 1 0 0 0,1 0-1 0 0,0 0 1 0 0,0 0 0 0 0,0 0 0 0 0,0 0 0 0 0,1 0-1 0 0,0 1 1 0 0,-1-1 0 0 0,2 1 0 0 0,-1 0 0 0 0,-2 7-1 0 0,3-8 3 0 0,0-1-1 0 0,1 1 0 0 0,-1 0 0 0 0,1 0 0 0 0,-1-1 0 0 0,1 1 0 0 0,0 0 1 0 0,1-1-1 0 0,-1 1 0 0 0,1 0 0 0 0,-1 0 0 0 0,1-1 0 0 0,0 1 0 0 0,1-1 0 0 0,-1 1 1 0 0,4 6-1 0 0,-1-5-6 0 0,1 0 0 0 0,0 0 1 0 0,0 0-1 0 0,0 0 0 0 0,0-1 1 0 0,1 0-1 0 0,0 0 0 0 0,0-1 0 0 0,0 0 1 0 0,0 0-1 0 0,1 0 0 0 0,-1 0 1 0 0,1-1-1 0 0,8 2 0 0 0,-1-2-137 0 0,-1 1-1 0 0,1-2 0 0 0,0 0 1 0 0,0 0-1 0 0,0-2 0 0 0,19-2 1 0 0,-27 2-329 0 0,0 0 0 0 0,0-1 1 0 0,-1 1-1 0 0,1-1 0 0 0,8-5 0 0 0,4-3-9622 0 0</inkml:trace>
</inkml:ink>
</file>

<file path=ppt/ink/ink1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0T13:04:06.31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 28358 0 0,'0'0'1248'0'0</inkml:trace>
</inkml:ink>
</file>

<file path=ppt/ink/ink1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0T13:04:08.73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19 86 16347 0 0,'0'0'11158'0'0,"-3"-5"-11064"0"0,1 2-89 0 0,1 2-2 0 0,1 1 0 0 0,-1-1 1 0 0,0 0-1 0 0,0 0 0 0 0,1 0 0 0 0,-1 0 1 0 0,1 0-1 0 0,-1 0 0 0 0,1 0 0 0 0,-1 0 1 0 0,1 0-1 0 0,0 0 0 0 0,-1 0 0 0 0,1-1 1 0 0,0 1-1 0 0,0 0 0 0 0,0 0 0 0 0,0 0 1 0 0,0 0-1 0 0,0 0 0 0 0,0 0 1 0 0,0-1-1 0 0,1 1 0 0 0,-1 0 0 0 0,0 0 1 0 0,1 0-1 0 0,-1 0 0 0 0,1 0 0 0 0,-1 0 1 0 0,1 0-1 0 0,-1 0 0 0 0,1 0 0 0 0,-1 0 1 0 0,1 0-1 0 0,0 1 0 0 0,0-1 0 0 0,0 0 1 0 0,-1 0-1 0 0,1 1 0 0 0,0-1 0 0 0,1 0 1 0 0,10-8 40 0 0,-9 7-28 0 0,0-1 0 0 0,0 1 1 0 0,0 0-1 0 0,0 1 1 0 0,1-1-1 0 0,4-2 0 0 0,41-7 148 0 0,-45 11-148 0 0,0-1 1 0 0,0 1 0 0 0,0 0 0 0 0,0 0 0 0 0,0 1-1 0 0,0-1 1 0 0,0 1 0 0 0,0 0 0 0 0,0 0 0 0 0,5 2-1 0 0,-6-1-3 0 0,0 0 0 0 0,0 1 0 0 0,0-1 0 0 0,-1 1 0 0 0,1-1 0 0 0,-1 1 0 0 0,0 0 0 0 0,0 0 0 0 0,0 0 0 0 0,0 0-1 0 0,-1 0 1 0 0,1 0 0 0 0,-1 1 0 0 0,0-1 0 0 0,1 1 0 0 0,-2-1 0 0 0,1 1 0 0 0,1 6 0 0 0,-2 2-2 0 0,0-8 5 0 0,1-1-1 0 0,-1 1 1 0 0,0 0-1 0 0,0-1 1 0 0,0 1-1 0 0,-1-1 1 0 0,1 1 0 0 0,-1 0-1 0 0,0-1 1 0 0,0 1-1 0 0,0-1 1 0 0,0 1-1 0 0,-1-1 1 0 0,1 0 0 0 0,-1 0-1 0 0,-3 5 1 0 0,-5 7 127 0 0,9-14-134 0 0,1 1-1 0 0,-1-1 1 0 0,0 1 0 0 0,0-1 0 0 0,0 0 0 0 0,0 0-1 0 0,0 1 1 0 0,0-1 0 0 0,0 0 0 0 0,0 0 0 0 0,0 0-1 0 0,-3 1 1 0 0,3-1-15 0 0,-1 0 0 0 0,0 0 0 0 0,0 1 0 0 0,0-1 0 0 0,1 0-1 0 0,-1 0 1 0 0,1 1 0 0 0,-1-1 0 0 0,1 1 0 0 0,-1 0 0 0 0,1-1 0 0 0,0 1 0 0 0,0 0-1 0 0,0 0 1 0 0,0 0 0 0 0,0 0 0 0 0,0 0 0 0 0,0 0 0 0 0,1 0 0 0 0,-1 0 0 0 0,1 0-1 0 0,-1 0 1 0 0,1 0 0 0 0,0 0 0 0 0,0 0 0 0 0,0 4 0 0 0,0-6 0 0 0,1 1 0 0 0,-1 0 0 0 0,0 0 0 0 0,1-1 0 0 0,-1 1 0 0 0,0 0 0 0 0,1-1 0 0 0,-1 1 0 0 0,1 0 0 0 0,-1-1 0 0 0,1 1 0 0 0,-1-1 0 0 0,1 1 0 0 0,0-1 0 0 0,-1 1 0 0 0,1-1 0 0 0,0 1 0 0 0,-1-1 0 0 0,1 0-1 0 0,0 1 1 0 0,0-1 0 0 0,-1 0 0 0 0,1 0 0 0 0,1 1 0 0 0,21 4 30 0 0,-19-4-15 0 0,24 4 81 0 0,-20-4-91 0 0,1 1 0 0 0,-1-1 0 0 0,0 1 1 0 0,0 1-1 0 0,13 5 0 0 0,-19-7 9 0 0,0 0 0 0 0,0 1-1 0 0,0-1 1 0 0,-1 1 0 0 0,1-1 0 0 0,0 1 0 0 0,-1 0 0 0 0,1 0-1 0 0,-1-1 1 0 0,1 1 0 0 0,-1 0 0 0 0,0 0 0 0 0,0 0-1 0 0,0 1 1 0 0,0-1 0 0 0,0 0 0 0 0,0 0 0 0 0,-1 1 0 0 0,1-1-1 0 0,-1 0 1 0 0,1 1 0 0 0,-1-1 0 0 0,0 0 0 0 0,0 4 0 0 0,0-3 47 0 0,0 1 1 0 0,-1-1 0 0 0,1 1 0 0 0,-1-1 0 0 0,1 1 0 0 0,-1-1-1 0 0,0 0 1 0 0,0 0 0 0 0,-1 1 0 0 0,1-1 0 0 0,-1 0 0 0 0,1 0 0 0 0,-1 0-1 0 0,0 0 1 0 0,0-1 0 0 0,0 1 0 0 0,-1 0 0 0 0,1-1 0 0 0,-1 0 0 0 0,1 1-1 0 0,-1-1 1 0 0,0 0 0 0 0,0 0 0 0 0,-4 2 0 0 0,-3 1-19 0 0,0 1 1 0 0,-1-2-1 0 0,1 0 0 0 0,-1 0 1 0 0,0-1-1 0 0,0 0 0 0 0,-1-1 1 0 0,1 0-1 0 0,0 0 0 0 0,-1-2 1 0 0,1 1-1 0 0,0-2 0 0 0,-1 1 1 0 0,1-1-1 0 0,-1-1 0 0 0,1 0 1 0 0,-18-6-1 0 0,28 7-93 0 0,0 1 1 0 0,0-1-1 0 0,0 1 1 0 0,-1-1-1 0 0,1 1 1 0 0,0-1-1 0 0,0 0 1 0 0,0 0-1 0 0,0 0 1 0 0,0 1-1 0 0,0-1 1 0 0,0 0-1 0 0,0 0 1 0 0,1 0-1 0 0,-1 0 1 0 0,0-1-1 0 0,1 1 1 0 0,-1 0-1 0 0,0 0 1 0 0,1 0-1 0 0,-1-2 1 0 0,-1-7-3353 0 0,2-1-4259 0 0</inkml:trace>
</inkml:ink>
</file>

<file path=ppt/ink/ink1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0T13:04:09.18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446 4 6321 0 0,'0'0'11735'0'0,"-20"-1"-10087"0"0,-65-1-360 0 0,80 2-1139 0 0,-1 0 0 0 0,1 0-1 0 0,-1 1 1 0 0,1 0-1 0 0,0 0 1 0 0,-1 0-1 0 0,1 1 1 0 0,0 0-1 0 0,0 0 1 0 0,0 0-1 0 0,0 0 1 0 0,0 1-1 0 0,0 0 1 0 0,-7 5-1 0 0,1 0 120 0 0,-2 2-53 0 0,0 0 1 0 0,1 1-1 0 0,0 1 1 0 0,1-1-1 0 0,-15 22 1 0 0,6-5-3 0 0,-26 49 0 0 0,29-42-125 0 0,1 1 1 0 0,-21 66-1 0 0,31-80-92 0 0,1 1 0 0 0,1 0 0 0 0,1 0-1 0 0,0 0 1 0 0,3 46 0 0 0,0-61 2 0 0,1 0 0 0 0,1 0 0 0 0,-1 0 0 0 0,1 0 0 0 0,1 0 0 0 0,-1-1 0 0 0,1 1 0 0 0,1-1 0 0 0,-1 1 0 0 0,1-1 0 0 0,1-1 0 0 0,-1 1 1 0 0,8 8-1 0 0,-5-8 14 0 0,1 0 0 0 0,0 0 1 0 0,0 0-1 0 0,1-1 1 0 0,-1-1-1 0 0,1 1 1 0 0,1-2-1 0 0,-1 1 1 0 0,13 4-1 0 0,3-2 17 0 0,0-1-1 0 0,1-1 1 0 0,-1-1 0 0 0,1-1-1 0 0,0-1 1 0 0,0-2 0 0 0,40-4 0 0 0,-42 2 25 0 0,0-2 1 0 0,0 0 0 0 0,0-2 0 0 0,0-1-1 0 0,-1 0 1 0 0,0-2 0 0 0,0-1 0 0 0,-1-1 0 0 0,-1 0-1 0 0,36-26 1 0 0,-43 26 84 0 0,-1 0 1 0 0,0-1-1 0 0,-1-1 0 0 0,0 0 1 0 0,-1 0-1 0 0,0-1 0 0 0,-1-1 0 0 0,0 0 1 0 0,-2 0-1 0 0,0-1 0 0 0,0 0 1 0 0,-2 0-1 0 0,0-1 0 0 0,-1 1 0 0 0,6-30 1 0 0,-9 32-1 0 0,0-1 0 0 0,-1 1 0 0 0,-1-1 0 0 0,0 0 0 0 0,-1 1 1 0 0,0-1-1 0 0,-1 1 0 0 0,-1-1 0 0 0,0 1 0 0 0,-9-22 0 0 0,7 24-72 0 0,-1 1 0 0 0,0 0 0 0 0,-1 0 0 0 0,0 0 0 0 0,0 1 0 0 0,-1 0 0 0 0,0 1 1 0 0,-1 0-1 0 0,0 0 0 0 0,-1 1 0 0 0,0 0 0 0 0,-18-11 0 0 0,11 9 23 0 0,-1 1 1 0 0,-1 0 0 0 0,1 2-1 0 0,-1 0 1 0 0,0 1 0 0 0,-34-6-1 0 0,16 7-20 0 0,0 1-1 0 0,-65 2 0 0 0,79 3 149 0 0,0 2-1 0 0,-30 5 1 0 0,4 7-2778 0 0,42-12 70 0 0,-1 1-1 0 0,1 0 1 0 0,1 0 0 0 0,-8 5-1 0 0</inkml:trace>
</inkml:ink>
</file>

<file path=ppt/ink/ink1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0T13:04:27.14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70 1 0 0 0,'0'0'8316'0'0,"-6"4"-7173"0"0,-17 14-85 0 0,6-3 4581 0 0,11-10-4839 0 0,1 1-1 0 0,0 0 0 0 0,-3 14 7570 0 0,22-18-6647 0 0,15-2-3154 0 0,-27 0 2076 0 0,562-8-514 0 0,255 3-24 0 0,-531 4-80 0 0,-36 0-30 0 0,-87-1 6 0 0,463 0 95 0 0,-467 1-28 0 0,155 2 57 0 0,-96-2-78 0 0,-85-1-50 0 0,1064 0 93 0 0,-751-1-28 0 0,-23 0-3 0 0,-287 0 118 0 0,-138 3-104 0 0,-5 0-2568 0 0,-2 0-2384 0 0,-19 0-10431 0 0,18 0 9069 0 0</inkml:trace>
</inkml:ink>
</file>

<file path=ppt/ink/ink1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0T13:04:30.14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32 0 0 0 0,'0'0'9289'0'0,"-3"5"-8356"0"0,0-2-324 0 0,-16 23 903 0 0,14-16 2697 0 0,3 1 3890 0 0,2-11-7882 0 0,423 3 1414 0 0,410 2-1022 0 0,-10-2-442 0 0,294 2-37 0 0,-473-2-8 0 0,-53 0 6 0 0,-142-2-30 0 0,0 1 68 0 0,-127 0 28 0 0,-321-2-194 0 0,-10 0-3935 0 0,-34 0-17170 0 0,31 0 18032 0 0</inkml:trace>
</inkml:ink>
</file>

<file path=ppt/ink/ink1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0T13:04:32.54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479 1 0 0 0,'0'0'22226'0'0,"-28"0"-18848"0"0,24 1-3292 0 0,-1 0 1 0 0,1 0-1 0 0,-1 1 0 0 0,1 0 0 0 0,0 0 0 0 0,0 0 0 0 0,-5 3 1 0 0,4 1 68 0 0,0 0 0 0 0,0-1-1 0 0,-1 1 1 0 0,0-1 0 0 0,-9 6 0 0 0,-14 12 219 0 0,17-13-260 0 0,11-9-100 0 0,-1 0-1 0 0,1 0 1 0 0,0 0-1 0 0,-1 0 0 0 0,1 0 1 0 0,0 0-1 0 0,0 0 1 0 0,0 1-1 0 0,0-1 1 0 0,-1 3-1 0 0,-33 35 249 0 0,-86 125-25 0 0,98-131-157 0 0,15-23-46 0 0,0 1 0 0 0,0 1 0 0 0,1 0 0 0 0,-6 14-1 0 0,-1 3 15 0 0,-4 13 28 0 0,6-11-37 0 0,8-22-22 0 0,1-1 1 0 0,0 0-1 0 0,-3 15 0 0 0,-7 42 103 0 0,7-40-73 0 0,1-1-1 0 0,1 1 1 0 0,0 28 0 0 0,14 228 309 0 0,-7-247-186 0 0,-1-8-110 0 0,1-1-1 0 0,1 1 1 0 0,1-1 0 0 0,1 0 0 0 0,10 25-1 0 0,-6-23-5 0 0,-9-21-47 0 0,1-1-1 0 0,0 0 0 0 0,0 0 1 0 0,0 0-1 0 0,1 0 0 0 0,0 0 0 0 0,0 0 1 0 0,5 6-1 0 0,6 7 32 0 0,6 5 12 0 0,-13-17-44 0 0,-1 0-1 0 0,0 0 1 0 0,9 12 0 0 0,9 9 4 0 0,8 8 30 0 0,0-4 3 0 0,-3-9 29 0 0,5 2-9 0 0,-2 1-31 0 0,-7-3-17 0 0,-15-12 16 0 0,-2-1-21 0 0,-7-6-5 0 0,-1-1-2 0 0,3 1 4 0 0,5 1-172 0 0,8 5 315 0 0,-11-3-5795 0 0</inkml:trace>
</inkml:ink>
</file>

<file path=ppt/ink/ink1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0T13:04:34.29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25 14 0 0 0,'0'0'7200'0'0,"-20"-13"7914"0"0,23 14-12773 0 0,9 2-889 0 0,-11-3-1812 0 0,2 2 370 0 0,1 0 1 0 0,-1 0-1 0 0,1 0 0 0 0,-1 0 1 0 0,0 0-1 0 0,0 1 0 0 0,5 4 1 0 0,5 5 53 0 0,-3-3-2 0 0,0 0 0 0 0,-1 1 0 0 0,0 1 1 0 0,0-1-1 0 0,-1 2 0 0 0,-1-1 1 0 0,0 1-1 0 0,0 0 0 0 0,-1 0 1 0 0,4 14-1 0 0,18 31 245 0 0,-21-42-242 0 0,0-1 0 0 0,1 0 0 0 0,0 0 0 0 0,19 22 0 0 0,11 19 74 0 0,0 7 18 0 0,-29-48-132 0 0,-6-10-6 0 0,0 0 1 0 0,-1 0-1 0 0,1 1 0 0 0,3 8 1 0 0,9 26 157 0 0,-10-29-104 0 0,0 0 1 0 0,-1 1 0 0 0,3 12 0 0 0,3 15 112 0 0,-6-29-140 0 0,-2 1 0 0 0,1 0 0 0 0,-1 0 0 0 0,0-1 0 0 0,0 14 0 0 0,6 86 110 0 0,1 2-13 0 0,-9-87-122 0 0,1-5 15 0 0,-1 0 0 0 0,-1 1 0 0 0,-1-1-1 0 0,-6 27 1 0 0,0 7 46 0 0,7-40-47 0 0,-1 0 0 0 0,-4 18 0 0 0,-43 105 393 0 0,24-78-324 0 0,22-53-97 0 0,1 0 1 0 0,0 0-1 0 0,1 0 0 0 0,-1 0 1 0 0,0 7-1 0 0,1-7-1 0 0,0 1 0 0 0,-1-1 0 0 0,1 0 0 0 0,-5 10-1 0 0,-19 39 52 0 0,17-36-9 0 0,0-1 0 0 0,-19 32-1 0 0,-10 8 83 0 0,18-27-65 0 0,13-21-30 0 0,0 1 0 0 0,0-1-1 0 0,-12 12 1 0 0,15-18-25 0 0,-1 2 16 0 0,-1 0 1 0 0,1-1-1 0 0,-1 0 1 0 0,-11 8 0 0 0,-3-2 123 0 0,-13 5 108 0 0,14-9-286 0 0,-5 2-80 0 0,14-6-10521 0 0</inkml:trace>
</inkml:ink>
</file>

<file path=ppt/ink/ink1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0T13:04:38.32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116 4 0 0 0,'0'0'7462'0'0,"-15"-1"-6884"0"0,-79-1 728 0 0,87 3 1379 0 0,11 1 1605 0 0,7 0-1195 0 0,-5-2-4647 0 0,752 3 6436 0 0,1064 3-3695 0 0,-1232-4-1896 0 0,-589-2 786 0 0,4-1 87 0 0,-1 0 1 0 0,1 1 0 0 0,0-1-1 0 0,0 1 1 0 0,0 0-1 0 0,7 0 1 0 0,-8 1-27 0 0,39-1 304 0 0,-42 0-412 0 0,5-3-1897 0 0,-15-3-7399 0 0</inkml:trace>
</inkml:ink>
</file>

<file path=ppt/ink/ink1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0T13:04:40.50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124 25 0 0 0,'0'0'2607'0'0,"-17"0"-396"0"0,-53 0-365 0 0,52 0 3987 0 0,0 0 5770 0 0,848 8-7825 0 0,80-20-2405 0 0,-852 11-1308 0 0,484-8 177 0 0,-189 6-554 0 0,-300 3 122 0 0,262 3 1122 0 0,-323-10-4036 0 0,-1 4-2433 0 0</inkml:trace>
</inkml:ink>
</file>

<file path=ppt/ink/ink1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0T13:04:42.04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526 76 0 0 0,'0'0'16251'0'0,"2"-6"-15502"0"0,-1 3-1919 0 0,5-20 5953 0 0,-5 22-4504 0 0,-1 0 0 0 0,0 0 0 0 0,0 0 1 0 0,0 0-1 0 0,0 0 0 0 0,0 0 0 0 0,0 0 1 0 0,0 0-1 0 0,0 0 0 0 0,0 0 0 0 0,-1 0 1 0 0,1 0-1 0 0,0 0 0 0 0,-1 0 0 0 0,1 0 0 0 0,-1 0 1 0 0,1 0-1 0 0,-1 0 0 0 0,1 0 0 0 0,-1 1 1 0 0,1-1-1 0 0,-2-1 0 0 0,-2-1-167 0 0,0 1 0 0 0,1 0 0 0 0,-1 0 1 0 0,-1 0-1 0 0,1 0 0 0 0,0 0 0 0 0,0 1 0 0 0,-1 0 0 0 0,1 0 0 0 0,-1 0 0 0 0,1 0 0 0 0,-1 1 0 0 0,1 0 1 0 0,-1 0-1 0 0,-7 1 0 0 0,2 0-77 0 0,0 1 0 0 0,1 0 1 0 0,-1 1-1 0 0,1 0 0 0 0,0 1 0 0 0,-18 9 1 0 0,-6 7 159 0 0,2 1 0 0 0,0 1 0 0 0,1 1 1 0 0,-48 50-1 0 0,61-56-138 0 0,2 1 1 0 0,0 1 0 0 0,1 1-1 0 0,0 0 1 0 0,2 0-1 0 0,1 1 1 0 0,0 1 0 0 0,2 0-1 0 0,-10 31 1 0 0,10-22-51 0 0,5-17 3 0 0,0 0 1 0 0,1 0-1 0 0,-2 19 0 0 0,5-33-10 0 0,-4 124 34 0 0,5-110-23 0 0,0 0-1 0 0,1 0 0 0 0,0 0 1 0 0,1 0-1 0 0,1-1 0 0 0,9 23 1 0 0,-4-13-8 0 0,-5-14-2 0 0,0-1 0 0 0,0 1-1 0 0,6 8 1 0 0,4 5 19 0 0,-6-11-3 0 0,-1 1 1 0 0,2-1-1 0 0,0 0 0 0 0,0-1 0 0 0,11 9 0 0 0,0-5 19 0 0,0 0 0 0 0,1-2-1 0 0,1 0 1 0 0,0-2 0 0 0,0 0 0 0 0,1-1 0 0 0,27 6 0 0 0,33 14-135 0 0,-74-28-388 0 0</inkml:trace>
</inkml:ink>
</file>

<file path=ppt/ink/ink1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0T13:04:43.07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85 33 5625 0 0,'0'0'18940'0'0,"-8"-1"-18530"0"0,-33-3 1957 0 0,66-4-11 0 0,-17 4-2315 0 0,-1 1 0 0 0,1 0 0 0 0,-1 1-1 0 0,1 0 1 0 0,0 0 0 0 0,0 0 0 0 0,0 1 0 0 0,0 1-1 0 0,0-1 1 0 0,1 1 0 0 0,-1 1 0 0 0,0-1-1 0 0,0 1 1 0 0,0 1 0 0 0,0-1 0 0 0,0 2-1 0 0,-1-1 1 0 0,1 1 0 0 0,-1 0 0 0 0,12 6 0 0 0,5 6-28 0 0,0 1 1 0 0,-1 2-1 0 0,30 29 1 0 0,55 67-1 0 0,-85-88-20 0 0,-11-12 15 0 0,-1 2 1 0 0,0-1-1 0 0,-1 2 1 0 0,0-1 0 0 0,-2 1-1 0 0,13 33 1 0 0,-7-4 38 0 0,14 71 0 0 0,-23-75-23 0 0,-1 1 1 0 0,-4 81-1 0 0,-1-51-6 0 0,1-58 26 0 0,0 1 0 0 0,-1-1 0 0 0,0 1 0 0 0,-2-1 0 0 0,1 0 0 0 0,-2 0 0 0 0,0 0 0 0 0,-1 0 0 0 0,-12 25 0 0 0,13-34-10 0 0,1-1 0 0 0,-2 0 0 0 0,1 0 0 0 0,0 0 0 0 0,-1-1 0 0 0,0 1-1 0 0,0-1 1 0 0,0 0 0 0 0,-1-1 0 0 0,0 1 0 0 0,-7 3 0 0 0,-9 3 98 0 0,-39 13 0 0 0,41-17-102 0 0,-1-2 0 0 0,1 0 0 0 0,-42 2-1 0 0,-62-6-9 0 0,104-1-115 0 0,0-1 0 0 0,1-1 0 0 0,-29-8 0 0 0,35 8-670 0 0,1-2 0 0 0,-1 0 0 0 0,-13-7 0 0 0,15 7-4103 0 0,0 0-7604 0 0</inkml:trace>
</inkml:ink>
</file>

<file path=ppt/ink/ink1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0T13:04:47.05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312 20 0 0 0,'-81'-6'7477'0'0,"6"1"-335"0"0,-20-1 2668 0 0,94 6-9602 0 0,-23 0 1701 0 0,-11-2 1106 0 0,35 2-2948 0 0,20-1 239 0 0,47 4-224 0 0,72 13 1 0 0,-49-4-56 0 0,926 91 258 0 0,-88-10-80 0 0,-280-25 63 0 0,-122-10-164 0 0,-16-7-69 0 0,62 7 19 0 0,-158-16-62 0 0,80 6-134 0 0,-462-44 152 0 0,70 4 60 0 0,-13 0-47 0 0,-35-2-14 0 0,-41-5-10 0 0,154 19-21 0 0,-139-16 32 0 0,1-1 0 0 0,32-1 1 0 0,-59-2-291 0 0,-5 0-518 0 0,-12 0-2112 0 0,-21-1-6471 0 0</inkml:trace>
</inkml:ink>
</file>

<file path=ppt/ink/ink1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0T13:04:48.45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99 145 11506 0 0,'0'0'14465'0'0,"-4"-1"-14224"0"0,-17-1 659 0 0,40 4 657 0 0,-14-1-1357 0 0,0-1-1 0 0,0 1 1 0 0,0-1-1 0 0,0 0 1 0 0,9-1-1 0 0,17-7 5 0 0,0 0 0 0 0,44-20 0 0 0,0 0-139 0 0,-5 4-27 0 0,-24 8 20 0 0,72-17 0 0 0,-141 40 147 0 0,-42 19 1 0 0,-44 15 251 0 0,-197 51 190 0 0,242-67-576 0 0,64-25-71 0 0,-1 0-1 0 0,0 1 1 0 0,1-1 0 0 0,-1 0 0 0 0,1 0 0 0 0,-1 1-1 0 0,1-1 1 0 0,-1 0 0 0 0,1 0 0 0 0,-1 1 0 0 0,1-1-1 0 0,-1 1 1 0 0,1-1 0 0 0,0 0 0 0 0,-1 1 0 0 0,1-1-1 0 0,-1 1 1 0 0,1-1 0 0 0,0 1 0 0 0,0-1 0 0 0,-1 1-1 0 0,1 0 1 0 0,0-1 0 0 0,0 1 0 0 0,0-1-1 0 0,-1 1 1 0 0,1-1 0 0 0,0 1 0 0 0,0 0 0 0 0,0-1-1 0 0,0 1 1 0 0,0-1 0 0 0,0 1 0 0 0,0 0 0 0 0,0-1-1 0 0,1 1 1 0 0,-1-1 0 0 0,0 1 0 0 0,0-1 0 0 0,0 1-1 0 0,1-1 1 0 0,-1 1 0 0 0,0-1 0 0 0,0 1-1 0 0,1-1 1 0 0,-1 1 0 0 0,1-1 0 0 0,-1 1 0 0 0,0-1-1 0 0,1 1 1 0 0,-1-1 0 0 0,1 0 0 0 0,-1 1 0 0 0,1-1-1 0 0,27 22 16 0 0,-28-22-14 0 0,26 15 66 0 0,1-1 1 0 0,56 19-1 0 0,12 5 107 0 0,-70-28-140 0 0,-21-9-28 0 0,1 1-1 0 0,0-1 0 0 0,-1 1 1 0 0,0 0-1 0 0,1 0 0 0 0,-1 1 1 0 0,0-1-1 0 0,0 1 1 0 0,0 0-1 0 0,0 0 0 0 0,-1 0 1 0 0,7 7-1 0 0,7 7-5 0 0,-20-63-3017 0 0,3 40-2186 0 0</inkml:trace>
</inkml:ink>
</file>

<file path=ppt/ink/ink1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0T13:04:52.75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14 491 0 0 0,'0'0'13217'0'0,"-2"0"-11367"0"0,1 0-1770 0 0,1 0 0 0 0,0 1-1 0 0,0-1 1 0 0,-1 0 0 0 0,1 0-1 0 0,0 0 1 0 0,-1 0 0 0 0,1 0 0 0 0,0 0-1 0 0,-1 0 1 0 0,1 0 0 0 0,0 0-1 0 0,-1 0 1 0 0,1 0 0 0 0,0 0 0 0 0,-1 0-1 0 0,1 0 1 0 0,0 0 0 0 0,-1 0-1 0 0,1-1 1 0 0,0 1 0 0 0,-1 0 0 0 0,1 0-1 0 0,0 0 1 0 0,0 0 0 0 0,-1-1-1 0 0,1 1 1 0 0,0 0 0 0 0,0 0-1 0 0,-1-1 1 0 0,1 1 0 0 0,0 0 0 0 0,0 0-1 0 0,0-1 1 0 0,-1 1 0 0 0,1 0-1 0 0,0-1 1 0 0,0 1 0 0 0,0 0 0 0 0,0-1-1 0 0,2-18 2984 0 0,-1 12-2855 0 0,3-4 323 0 0,0-1 0 0 0,1 1 0 0 0,0 1 0 0 0,0-1 0 0 0,2 1 0 0 0,13-20 0 0 0,-11 18-242 0 0,15-22-37 0 0,1 1-1 0 0,2 1 1 0 0,1 1-1 0 0,55-45 1 0 0,-74 68-228 0 0,-8 7-35 0 0,0 0 0 0 0,0 0 0 0 0,0 1 0 0 0,0-1 1 0 0,0 0-1 0 0,0 0 0 0 0,0 1 0 0 0,0-1 0 0 0,0 1 1 0 0,0-1-1 0 0,0 1 0 0 0,1 0 0 0 0,-1-1 0 0 0,0 1 1 0 0,0 0-1 0 0,1 0 0 0 0,-1 0 0 0 0,0-1 0 0 0,3 2 1 0 0,-3 0-2 0 0,0 0 0 0 0,0 0 1 0 0,0 0-1 0 0,0 0 1 0 0,0 0-1 0 0,-1 1 0 0 0,1-1 1 0 0,0 0-1 0 0,-1 0 1 0 0,1 1-1 0 0,-1-1 0 0 0,1 1 1 0 0,-1-1-1 0 0,1 1 1 0 0,-1 2-1 0 0,6 24 30 0 0,-3-4 12 0 0,-1 0 0 0 0,-1-1 1 0 0,0 1-1 0 0,-6 40 1 0 0,-2-18 45 0 0,-5 25 198 0 0,12-66 424 0 0,2-7-250 0 0,7-18-78 0 0,8-15-307 0 0,-8 20-55 0 0,-1 0-8 0 0,0 1 1 0 0,2 0-1 0 0,0 0 0 0 0,0 1 0 0 0,1 0 1 0 0,22-19-1 0 0,-25 28-203 0 0,-6 11-159 0 0,-1 1 420 0 0,0 7-37 0 0,-1-1-1 0 0,0 1 1 0 0,-1-1-1 0 0,-5 30 1 0 0,2-24 11 0 0,0 32 1 0 0,0-19-110 0 0,4-33 77 0 0,1 0 26 0 0,0-1 1 0 0,0 1-1 0 0,0-1 0 0 0,0 1 1 0 0,0-1-1 0 0,0 0 1 0 0,0 0-1 0 0,0 1 1 0 0,0-1-1 0 0,0 0 0 0 0,-1 0 1 0 0,1 0-1 0 0,0 0 1 0 0,-1 0-1 0 0,1 0 1 0 0,-1 0-1 0 0,1 0 0 0 0,-1 0 1 0 0,0 0-1 0 0,1-1 1 0 0,-1 1-1 0 0,1-2 1 0 0,5-11 69 0 0,28-40-44 0 0,-23 37-71 0 0,0-1 1 0 0,0 1-1 0 0,25-26 0 0 0,-27 31 10 0 0,-8 11 5 0 0,-1 0 1 0 0,0 1-1 0 0,1-1 0 0 0,-1 0 0 0 0,1 0 0 0 0,-1 1 0 0 0,1-1 0 0 0,0 0 1 0 0,-1 1-1 0 0,1-1 0 0 0,-1 0 0 0 0,1 1 0 0 0,0-1 0 0 0,0 1 0 0 0,-1-1 1 0 0,1 1-1 0 0,0 0 0 0 0,0-1 0 0 0,0 1 0 0 0,-1 0 0 0 0,1-1 0 0 0,0 1 1 0 0,0 0-1 0 0,1 0 0 0 0,-1 22-330 0 0,4 19 424 0 0,-5-30-88 0 0,2 1 0 0 0,-1 0 0 0 0,2-1 0 0 0,6 22 0 0 0,-8-31 2 0 0,0-1-1 0 0,-1 1 1 0 0,1 0-1 0 0,0-1 1 0 0,0 1-1 0 0,0-1 1 0 0,0 1-1 0 0,1-1 1 0 0,-1 0-1 0 0,0 1 1 0 0,1-1-1 0 0,-1 0 1 0 0,1 0-1 0 0,-1 0 1 0 0,1 0-1 0 0,-1 0 1 0 0,1 0-1 0 0,0 0 1 0 0,-1-1-1 0 0,1 1 1 0 0,0-1-1 0 0,0 1 1 0 0,-1-1-1 0 0,1 0 1 0 0,0 1-1 0 0,0-1 1 0 0,0 0-1 0 0,-1 0 1 0 0,1 0-1 0 0,0-1 1 0 0,0 1-1 0 0,0 0 1 0 0,0-1-1 0 0,-1 1 1 0 0,1-1-1 0 0,0 1 1 0 0,2-2-1 0 0,3-2 21 0 0,0 1 0 0 0,0-1 0 0 0,-1 0 0 0 0,1 0 0 0 0,-1-1 0 0 0,0 0 0 0 0,9-9 0 0 0,75-86-141 0 0,-67 76-11 0 0,-23 23 67 0 0,11 45-578 0 0,-11-41 633 0 0,0 11-7 0 0,0 0 0 0 0,3 16-1 0 0,-2-27 13 0 0,0 0 0 0 0,-1 0 0 0 0,1 1 0 0 0,0-1 0 0 0,0 0 0 0 0,1 0 0 0 0,-1 0 0 0 0,0 0 0 0 0,1-1 0 0 0,0 1 0 0 0,0 0 0 0 0,0-1 0 0 0,0 1 0 0 0,4 3 0 0 0,-3-5-3 0 0,-1-1 18 0 0,-1 0 0 0 0,0-1 0 0 0,1 1 0 0 0,-1-1 0 0 0,0 0 0 0 0,1 1 0 0 0,-1-1 0 0 0,0 0 0 0 0,0 0 0 0 0,0 0 1 0 0,0 0-1 0 0,0 1 0 0 0,0-2 0 0 0,0 1 0 0 0,0 0 0 0 0,0 0 0 0 0,0 0 0 0 0,0 0 0 0 0,-1 0 0 0 0,1-1 0 0 0,0 1 0 0 0,-1 0 0 0 0,0-1 0 0 0,1 1 0 0 0,0-3 0 0 0,1-2 5 0 0,-1 0-1 0 0,0 0 1 0 0,0 0-1 0 0,1-12 0 0 0,-1-10 28 0 0,1-24-24 0 0,-2 48-16 0 0,0 0 1 0 0,-1 0-1 0 0,1 0 0 0 0,-1 0 1 0 0,0 0-1 0 0,0 0 0 0 0,0 1 0 0 0,-1-1 1 0 0,-2-5-1 0 0,3 8-5 0 0,1-1-1 0 0,-1 1 1 0 0,0 0-1 0 0,0 0 1 0 0,0 0-1 0 0,-1-1 0 0 0,1 1 1 0 0,0 0-1 0 0,0 0 1 0 0,0 1-1 0 0,-1-1 1 0 0,1 0-1 0 0,-1 0 1 0 0,1 1-1 0 0,0-1 1 0 0,-1 1-1 0 0,1-1 1 0 0,-1 1-1 0 0,1-1 1 0 0,-1 1-1 0 0,1 0 1 0 0,-1 0-1 0 0,0 0 1 0 0,1 0-1 0 0,-1 0 1 0 0,1 0-1 0 0,-1 0 1 0 0,1 1-1 0 0,-1-1 1 0 0,1 0-1 0 0,-3 2 1 0 0,0-1-11 0 0,1 1 0 0 0,0-1 0 0 0,0 1 1 0 0,0 0-1 0 0,0 0 0 0 0,0 0 1 0 0,1 1-1 0 0,-1-1 0 0 0,0 1 0 0 0,1-1 1 0 0,0 1-1 0 0,-4 6 0 0 0,-8 13 1 0 0,7-11-1 0 0,0 0 0 0 0,1 1 0 0 0,0-1 1 0 0,-4 14-1 0 0,8-19-2 0 0,1 0 1 0 0,-1 0-1 0 0,1 1 1 0 0,0-1-1 0 0,0 0 1 0 0,1 0-1 0 0,0 1 1 0 0,0-1-1 0 0,0 0 1 0 0,3 11-1 0 0,-3-15 10 0 0,1 0-1 0 0,0 1 0 0 0,0-1 0 0 0,0 0 1 0 0,0 0-1 0 0,0 0 0 0 0,1 0 1 0 0,-1 0-1 0 0,1 0 0 0 0,-1 0 0 0 0,1 0 1 0 0,0 0-1 0 0,0-1 0 0 0,-1 1 1 0 0,1-1-1 0 0,0 1 0 0 0,0-1 0 0 0,1 0 1 0 0,-1 0-1 0 0,0 0 0 0 0,0 0 0 0 0,1 0 1 0 0,-1 0-1 0 0,0-1 0 0 0,1 1 1 0 0,-1-1-1 0 0,0 1 0 0 0,1-1 0 0 0,-1 0 1 0 0,5 0-1 0 0,-4-1 11 0 0,-1 1-1 0 0,0 0 1 0 0,0-1-1 0 0,0 1 1 0 0,0-1 0 0 0,0 1-1 0 0,0-1 1 0 0,0 0 0 0 0,0 0-1 0 0,0 0 1 0 0,0 0-1 0 0,0 0 1 0 0,0-1 0 0 0,0 1-1 0 0,-1-1 1 0 0,3-1-1 0 0,22-31 116 0 0,-11 13-75 0 0,-13 18-23 0 0,0 0 0 0 0,-1 0 0 0 0,1-1 0 0 0,-1 1 0 0 0,1-1 0 0 0,-1 1 0 0 0,0-1 0 0 0,0 0 0 0 0,-1 1 0 0 0,1-1 0 0 0,-1 0 0 0 0,1 0 0 0 0,-2-4-1 0 0,-17 25-232 0 0,14-12 197 0 0,1 1-1 0 0,-1-1 1 0 0,1 1 0 0 0,0-1-1 0 0,1 1 1 0 0,-1 0-1 0 0,1 0 1 0 0,0 0-1 0 0,1 1 1 0 0,-1-1-1 0 0,1 0 1 0 0,1 1-1 0 0,-1-1 1 0 0,1 13-1 0 0,1-18 11 0 0,-1 1-1 0 0,0-1 1 0 0,1 0-1 0 0,-1 0 0 0 0,1 0 1 0 0,-1 1-1 0 0,1-1 1 0 0,-1 0-1 0 0,1 0 1 0 0,0 0-1 0 0,0 0 0 0 0,-1 0 1 0 0,1 0-1 0 0,0 0 1 0 0,0 0-1 0 0,0-1 1 0 0,0 1-1 0 0,0 0 0 0 0,0 0 1 0 0,0-1-1 0 0,2 1 1 0 0,-1 0 5 0 0,1 0 1 0 0,-1-1 0 0 0,1 1 0 0 0,-1-1 0 0 0,1 1 0 0 0,0-1 0 0 0,-1 0 0 0 0,1 0-1 0 0,4-1 1 0 0,1 0 18 0 0,-1-1 0 0 0,0 0 0 0 0,0 0-1 0 0,0-1 1 0 0,0 0 0 0 0,9-5 0 0 0,7-10 32 0 0,-1 0 0 0 0,0-1 0 0 0,-2-1 0 0 0,0-1-1 0 0,20-29 1 0 0,-29 37-40 0 0,9-15 28 0 0,-1 0-1 0 0,24-50 1 0 0,-12 21-30 0 0,-23 41 54 0 0,-1 0 0 0 0,0 0 0 0 0,-1 0 0 0 0,6-29 0 0 0,-11 37 82 0 0,-3 7-95 0 0,-7 11-130 0 0,-8 22-66 0 0,-3 11 96 0 0,3-5 2 0 0,-15 47 0 0 0,4-12 61 0 0,18-51-7 0 0,2 1 1 0 0,-6 23 0 0 0,1-11-15 0 0,11-28 6 0 0,-1-1 0 0 0,1 1 0 0 0,0 0 0 0 0,0 0 1 0 0,0 0-1 0 0,1 0 0 0 0,0 8 0 0 0,1-14 41 0 0,2-16 240 0 0,9-1-234 0 0,11-20-54 0 0,2 1-1 0 0,1 1 1 0 0,35-35 0 0 0,-24 35 33 0 0,-35 72-463 0 0,-27-23 851 0 0,20-10-417 0 0,0 1 1 0 0,-1 0-1 0 0,2 0 1 0 0,-1 1-1 0 0,1-1 1 0 0,0 1-1 0 0,-6 12 1 0 0,10-17 1 0 0,0-1-1 0 0,1 1 1 0 0,-1 0-1 0 0,0 0 1 0 0,1 0-1 0 0,0 0 1 0 0,-1 0 0 0 0,1-1-1 0 0,0 1 1 0 0,0 0-1 0 0,0 0 1 0 0,0 0-1 0 0,0 0 1 0 0,1 0 0 0 0,-1 0-1 0 0,1 0 1 0 0,-1-1-1 0 0,1 1 1 0 0,-1 0-1 0 0,1 0 1 0 0,0-1 0 0 0,0 1-1 0 0,0 0 1 0 0,0-1-1 0 0,0 1 1 0 0,0-1-1 0 0,1 1 1 0 0,-1-1 0 0 0,0 1-1 0 0,1-1 1 0 0,-1 0-1 0 0,1 0 1 0 0,-1 0-1 0 0,4 1 1 0 0,0 2 15 0 0,1-1 0 0 0,-1 0 0 0 0,1 0 0 0 0,0-1-1 0 0,0 0 1 0 0,0 0 0 0 0,0 0 0 0 0,0-1 0 0 0,8 1 0 0 0,2-2 14 0 0,0 0 1 0 0,1-1-1 0 0,-1-1 1 0 0,0 0-1 0 0,0-1 1 0 0,0-1-1 0 0,0-1 0 0 0,-1 0 1 0 0,0-1-1 0 0,0 0 1 0 0,0-1-1 0 0,14-10 1 0 0,-11 7-14 0 0,-1-1 1 0 0,28-21 0 0 0,-42 29-5 0 0,1-1 1 0 0,0 1 0 0 0,-1 0 0 0 0,0-1-1 0 0,0 0 1 0 0,0 0 0 0 0,0 0-1 0 0,0 0 1 0 0,-1 0 0 0 0,0 0 0 0 0,0-1-1 0 0,0 1 1 0 0,0-1 0 0 0,-1 1 0 0 0,0-1-1 0 0,0 0 1 0 0,1-6 0 0 0,-2 10-2 0 0,0 0 0 0 0,0 0 1 0 0,0 0-1 0 0,0 0 0 0 0,0 0 1 0 0,0 0-1 0 0,0 0 0 0 0,0 0 0 0 0,-1 0 1 0 0,1 0-1 0 0,0 1 0 0 0,-1-1 1 0 0,1 0-1 0 0,0 0 0 0 0,-1 0 0 0 0,1 0 1 0 0,-1 1-1 0 0,0-1 0 0 0,1 0 1 0 0,-1 1-1 0 0,1-1 0 0 0,-1 0 0 0 0,0 1 1 0 0,0-1-1 0 0,1 1 0 0 0,-2-2 1 0 0,0 2-4 0 0,0-1 0 0 0,0 1 1 0 0,1 0-1 0 0,-1 0 1 0 0,0-1-1 0 0,0 1 0 0 0,0 0 1 0 0,1 1-1 0 0,-1-1 1 0 0,0 0-1 0 0,0 0 0 0 0,-3 2 1 0 0,-2 0-4 0 0,1 1 0 0 0,-1 0 0 0 0,0 0 0 0 0,1 0 0 0 0,-10 7 1 0 0,14-8-8 0 0,-1 0 0 0 0,1-1 0 0 0,0 1 0 0 0,0 0 0 0 0,0 0 0 0 0,0 1 0 0 0,1-1 0 0 0,-1 0 0 0 0,0 1 0 0 0,1-1 0 0 0,0 1 0 0 0,-1-1 0 0 0,1 1 0 0 0,0 0 0 0 0,0 2 0 0 0,1-3-4 0 0,-1 0 1 0 0,1 0 0 0 0,1 0-1 0 0,-1-1 1 0 0,0 1 0 0 0,0 0 0 0 0,1 0-1 0 0,-1 0 1 0 0,1-1 0 0 0,-1 1 0 0 0,1 0-1 0 0,0-1 1 0 0,0 1 0 0 0,0-1-1 0 0,0 1 1 0 0,0-1 0 0 0,0 1 0 0 0,0-1-1 0 0,0 1 1 0 0,1-1 0 0 0,-1 0-1 0 0,0 0 1 0 0,3 2 0 0 0,2 1-26 0 0,0 0-1 0 0,0-1 1 0 0,1 0 0 0 0,-1 0-1 0 0,1-1 1 0 0,-1 1 0 0 0,1-2 0 0 0,0 1-1 0 0,11 1 1 0 0,11 0-1709 0 0,29-1-1 0 0,-18-2-5440 0 0,-17 3-5681 0 0</inkml:trace>
</inkml:ink>
</file>

<file path=ppt/ink/ink1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0T13:04:54.36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1 381 0 0 0,'0'0'22411'0'0,"21"-8"-21474"0"0,69-27-111 0 0,-53 14 4 0 0,-24 6-229 0 0,-2 0-154 0 0,10-11 225 0 0,-2-2 1 0 0,0-1-1 0 0,29-61 0 0 0,-48 89-664 0 0,32-81 625 0 0,-24 52 18 0 0,-8 30-590 0 0,-4 18-326 0 0,-47 117 126 0 0,42-107 117 0 0,2-1 0 0 0,1 2-1 0 0,-5 56 1 0 0,10-77 23 0 0,1-1-1 0 0,0 0 1 0 0,1 0-1 0 0,0 0 1 0 0,0 0 0 0 0,0 0-1 0 0,1 0 1 0 0,0 0-1 0 0,1-1 1 0 0,-1 1 0 0 0,1-1-1 0 0,0 1 1 0 0,1-1 0 0 0,0 0-1 0 0,0 0 1 0 0,5 6-1 0 0,-5-8 17 0 0,0 0 0 0 0,0 0 0 0 0,0-1 0 0 0,1 1 0 0 0,0-1 0 0 0,-1 0 0 0 0,1-1 0 0 0,0 1 0 0 0,1-1 0 0 0,-1 0 0 0 0,0 0 0 0 0,1 0 0 0 0,-1-1 0 0 0,1 1 0 0 0,-1-2 0 0 0,1 1 0 0 0,0 0 0 0 0,-1-1 0 0 0,1 0 0 0 0,0-1 0 0 0,5 0 0 0 0,-6 0 9 0 0,1-1-1 0 0,-1 1 0 0 0,0-1 1 0 0,1-1-1 0 0,-1 1 1 0 0,0-1-1 0 0,-1 1 0 0 0,1-1 1 0 0,0-1-1 0 0,-1 1 1 0 0,5-6-1 0 0,8-7 44 0 0,20-25-1 0 0,-30 32-47 0 0,13-17-14 0 0,-2-1-1 0 0,-2 0 1 0 0,15-30 0 0 0,9-16-22 0 0,-21 37-8 0 0,22-56-1 0 0,-24 51 50 0 0,-17 41-28 0 0,0 0 0 0 0,0 0 0 0 0,0 0 1 0 0,-1-1-1 0 0,1 1 0 0 0,0 0 0 0 0,0 0 1 0 0,0-1-1 0 0,0 1 0 0 0,0 0 1 0 0,-1 0-1 0 0,1 0 0 0 0,0 0 0 0 0,0-1 1 0 0,0 1-1 0 0,-1 0 0 0 0,1 0 0 0 0,0 0 1 0 0,0 0-1 0 0,-1 0 0 0 0,1 0 1 0 0,0 0-1 0 0,0 0 0 0 0,-1 0 0 0 0,1-1 1 0 0,0 1-1 0 0,0 0 0 0 0,-1 0 1 0 0,1 0-1 0 0,0 0 0 0 0,0 0 0 0 0,-1 1 1 0 0,1-1-1 0 0,0 0 0 0 0,0 0 0 0 0,-1 0 1 0 0,1 0-1 0 0,0 0 0 0 0,0 0 1 0 0,0 0-1 0 0,-1 0 0 0 0,1 1 0 0 0,0-1 1 0 0,0 0-1 0 0,0 0 0 0 0,-1 0 1 0 0,1 1-1 0 0,-16 17-43 0 0,1 0-1 0 0,0 2 1 0 0,-20 35 0 0 0,-27 69 94 0 0,28-28 26 0 0,28-76-57 0 0,1-5-2 0 0,2 0-1 0 0,0 1 1 0 0,0 0 0 0 0,2-1-1 0 0,0 1 1 0 0,0 0 0 0 0,3 22 0 0 0,-2-37-7 0 0,1 1 1 0 0,-1-1-1 0 0,0 0 1 0 0,0 1 0 0 0,0-1-1 0 0,1 1 1 0 0,-1-1 0 0 0,1 0-1 0 0,-1 1 1 0 0,1-1 0 0 0,0 0-1 0 0,-1 0 1 0 0,1 0 0 0 0,0 1-1 0 0,0-1 1 0 0,0 0 0 0 0,0 0-1 0 0,0 0 1 0 0,0 0 0 0 0,1 1-1 0 0,-1-2 2 0 0,-1 0-1 0 0,0 0 0 0 0,1 0 0 0 0,-1 0 1 0 0,1 0-1 0 0,-1 0 0 0 0,1 0 0 0 0,-1 0 0 0 0,0 0 1 0 0,1 0-1 0 0,-1 0 0 0 0,1 0 0 0 0,-1 0 0 0 0,1 0 1 0 0,-1-1-1 0 0,0 1 0 0 0,1 0 0 0 0,-1 0 1 0 0,1 0-1 0 0,-1-1 0 0 0,0 1 0 0 0,1 0 0 0 0,-1-1 1 0 0,11-15 217 0 0,33-90-91 0 0,-23 60-136 0 0,-23 58-49 0 0,1 0-1 0 0,1 1 0 0 0,1 17 0 0 0,0 4 36 0 0,-1-31 14 0 0,1-1 0 0 0,-1 1 1 0 0,1-1-1 0 0,-1 1 0 0 0,1-1 0 0 0,0 1 0 0 0,0-1 0 0 0,0 0 0 0 0,0 1 0 0 0,1-1 0 0 0,-1 0 0 0 0,1 0 0 0 0,-1 0 0 0 0,1 0 0 0 0,0 0 0 0 0,-1 0 1 0 0,1 0-1 0 0,0 0 0 0 0,0-1 0 0 0,1 1 0 0 0,-1-1 0 0 0,0 0 0 0 0,0 1 0 0 0,1-1 0 0 0,-1 0 0 0 0,0 0 0 0 0,5 0 0 0 0,-2 1 4 0 0,1-1 1 0 0,-1 1-1 0 0,0-2 0 0 0,0 1 0 0 0,1 0 0 0 0,-1-1 0 0 0,0 0 0 0 0,1-1 0 0 0,-1 1 0 0 0,0-1 0 0 0,1 0 0 0 0,-1 0 1 0 0,7-3-1 0 0,0-1 6 0 0,-2-1-1 0 0,1 0 1 0 0,-1-1 0 0 0,0 0 0 0 0,0-1 0 0 0,-1 0 0 0 0,0 0 0 0 0,0-1-1 0 0,-1 0 1 0 0,14-20 0 0 0,-13 15-7 0 0,-1 0-1 0 0,0 0 0 0 0,-1-1 1 0 0,0 0-1 0 0,-2 0 1 0 0,0 0-1 0 0,6-31 0 0 0,-10 44 2 0 0,-1 1-1 0 0,0 0 0 0 0,0-1 1 0 0,0 1-1 0 0,0-1 1 0 0,0 1-1 0 0,0 0 0 0 0,0-1 1 0 0,0 1-1 0 0,0 0 0 0 0,0-1 1 0 0,-1 1-1 0 0,0-2 0 0 0,1 3-6 0 0,0-1-1 0 0,-1 1 0 0 0,1 0 0 0 0,0 0 1 0 0,0-1-1 0 0,-1 1 0 0 0,1 0 0 0 0,0 0 1 0 0,-1 0-1 0 0,1 0 0 0 0,0-1 0 0 0,0 1 0 0 0,-1 0 1 0 0,1 0-1 0 0,0 0 0 0 0,-1 0 0 0 0,1 0 1 0 0,-1 0-1 0 0,1 0 0 0 0,0 0 0 0 0,-1 0 1 0 0,1 0-1 0 0,0 0 0 0 0,-1 0 0 0 0,1 0 1 0 0,0 0-1 0 0,-1 0 0 0 0,1 0 0 0 0,0 0 1 0 0,-1 0-1 0 0,1 1 0 0 0,-3 0-20 0 0,0 1 1 0 0,0 0-1 0 0,0 0 1 0 0,0 0-1 0 0,1 0 0 0 0,-1 1 1 0 0,1-1-1 0 0,-4 5 1 0 0,3-3 19 0 0,0 0 0 0 0,0 1-1 0 0,1 0 1 0 0,-1-1 0 0 0,1 1 0 0 0,0 0 0 0 0,0 0 0 0 0,1 0 0 0 0,-1 1 0 0 0,1-1 0 0 0,0 0 0 0 0,1 0 0 0 0,-1 1 0 0 0,1-1 0 0 0,0 0 0 0 0,1 1-1 0 0,-1-1 1 0 0,2 6 0 0 0,-1-7 2 0 0,0 0-1 0 0,0-1 0 0 0,0 1 0 0 0,0-1 1 0 0,1 1-1 0 0,0-1 0 0 0,-1 1 1 0 0,1-1-1 0 0,1 0 0 0 0,-1 0 1 0 0,0 0-1 0 0,1 0 0 0 0,-1 0 0 0 0,1-1 1 0 0,0 1-1 0 0,0-1 0 0 0,0 1 1 0 0,0-1-1 0 0,1 0 0 0 0,-1 0 0 0 0,0-1 1 0 0,1 1-1 0 0,-1-1 0 0 0,1 0 1 0 0,6 2-1 0 0,-4-2 6 0 0,1 0 0 0 0,0-1 0 0 0,-1 0 0 0 0,1 0 0 0 0,0-1 0 0 0,-1 1 0 0 0,1-1-1 0 0,-1-1 1 0 0,1 1 0 0 0,-1-1 0 0 0,0-1 0 0 0,1 1 0 0 0,-1-1 0 0 0,0 0 0 0 0,6-4 0 0 0,9-7 27 0 0,-2-1 0 0 0,33-31 0 0 0,-9 7-18 0 0,-21 20-47 0 0,30-35 0 0 0,-52 54 34 0 0,0-1-1 0 0,0 1 1 0 0,0 0-1 0 0,0 0 1 0 0,0 0-1 0 0,0 0 1 0 0,0 0-1 0 0,0-1 1 0 0,0 1-1 0 0,1 0 0 0 0,-1 0 1 0 0,0 0-1 0 0,0 0 1 0 0,0 0-1 0 0,0 0 1 0 0,0-1-1 0 0,0 1 1 0 0,0 0-1 0 0,0 0 1 0 0,1 0-1 0 0,-1 0 1 0 0,0 0-1 0 0,0 0 1 0 0,0 0-1 0 0,0 0 1 0 0,0 0-1 0 0,1 0 0 0 0,-1 0 1 0 0,0-1-1 0 0,0 1 1 0 0,0 0-1 0 0,0 0 1 0 0,0 0-1 0 0,1 0 1 0 0,-1 0-1 0 0,0 0 1 0 0,0 0-1 0 0,0 0 1 0 0,0 1-1 0 0,1-1 1 0 0,-1 0-1 0 0,0 0 1 0 0,0 0-1 0 0,0 0 0 0 0,0 0 1 0 0,0 0-1 0 0,1 0 1 0 0,-1 0-1 0 0,0 0 1 0 0,0 0-1 0 0,0 0 1 0 0,0 0-1 0 0,0 1 1 0 0,0-1-1 0 0,1 12-78 0 0,-6 13-42 0 0,-6 34 122 0 0,9-47 0 0 0,0 1 0 0 0,-1-1 0 0 0,0 0 0 0 0,0 0 0 0 0,-9 18 0 0 0,5-21 243 0 0,1-15 182 0 0,0-3-460 0 0,4 6 36 0 0,0 0 0 0 0,0 0 1 0 0,1 0-1 0 0,-1 0 0 0 0,0-1 1 0 0,1 1-1 0 0,0-1 0 0 0,0 1 1 0 0,0-1-1 0 0,0 1 0 0 0,1-1 0 0 0,-1 0 1 0 0,1 1-1 0 0,0-6 0 0 0,0 8-295 0 0,-2 7 171 0 0,1 13 72 0 0,2-16 43 0 0,0 0 0 0 0,0 0 1 0 0,0 0-1 0 0,0-1 0 0 0,0 1 0 0 0,1 0 0 0 0,-1-1 1 0 0,1 1-1 0 0,0-1 0 0 0,0 1 0 0 0,0-1 0 0 0,0 0 0 0 0,0 0 1 0 0,0 0-1 0 0,4 3 0 0 0,-1-2 5 0 0,0 0 1 0 0,0-1-1 0 0,0 0 0 0 0,0 1 1 0 0,0-2-1 0 0,1 1 0 0 0,-1 0 1 0 0,7 0-1 0 0,-2-1 6 0 0,-1 0 1 0 0,1 0-1 0 0,0-1 1 0 0,0-1-1 0 0,-1 0 0 0 0,1 0 1 0 0,-1 0-1 0 0,1-1 1 0 0,18-7-1 0 0,-17 3 5 0 0,-1 0 1 0 0,1-1-1 0 0,-1 0 0 0 0,0 0 1 0 0,-1-1-1 0 0,0-1 0 0 0,0 1 1 0 0,0-2-1 0 0,13-19 0 0 0,7-23 22 0 0,-27 49-13 0 0,0-1-1 0 0,-1 1 1 0 0,1 0-1 0 0,0-1 1 0 0,-1 0-1 0 0,0 1 1 0 0,0-1 0 0 0,0 0-1 0 0,0 0 1 0 0,0-7-1 0 0,-1 11 11 0 0,-15 34-344 0 0,12-28 318 0 0,0 0-1 0 0,1 1 0 0 0,-1-1 1 0 0,2 1-1 0 0,-1-1 0 0 0,1 1 0 0 0,0 0 1 0 0,0 0-1 0 0,1-1 0 0 0,0 1 1 0 0,0 0-1 0 0,1 0 0 0 0,-1 0 1 0 0,2-1-1 0 0,1 10 0 0 0,-1-12-184 0 0,-1 1 0 0 0,1-1 0 0 0,0 0 1 0 0,0 1-1 0 0,0-1 0 0 0,0 0 0 0 0,1 0 0 0 0,0-1 0 0 0,0 1 0 0 0,0 0 0 0 0,0-1 0 0 0,0 0 0 0 0,1 0 0 0 0,0 0 1 0 0,-1 0-1 0 0,1 0 0 0 0,0-1 0 0 0,0 0 0 0 0,1 1 0 0 0,-1-2 0 0 0,0 1 0 0 0,1 0 0 0 0,4 0 0 0 0,13-1-11783 0 0</inkml:trace>
</inkml:ink>
</file>

<file path=ppt/ink/ink1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0T13:04:54.63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39 24653 0 0,'0'0'3320'0'0,"23"-1"-2979"0"0,74-3-121 0 0,59-11-80 0 0,-46 6-1022 0 0,-73 6-2178 0 0,0-1-3984 0 0,-11 2-5611 0 0</inkml:trace>
</inkml:ink>
</file>

<file path=ppt/ink/ink1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0T13:04:55.71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0 436 18028 0 0,'0'0'9971'0'0,"7"-8"-9757"0"0,2-3-167 0 0,5-5 110 0 0,-1-2 1 0 0,0 0-1 0 0,-1-1 1 0 0,12-25 0 0 0,-7 5 92 0 0,7-23 102 0 0,-12 27-206 0 0,-7 20-70 0 0,0 1 0 0 0,3-19 0 0 0,-7 21-10 0 0,-2 13-129 0 0,-7 21-205 0 0,1-2 222 0 0,-4 5 44 0 0,0 0 0 0 0,-13 49 0 0 0,21-61 0 0 0,0 0 0 0 0,1 0 1 0 0,1 0-1 0 0,0 0 0 0 0,1 1 0 0 0,0-1 0 0 0,4 25 0 0 0,-3-35 7 0 0,-1 0 1 0 0,1 0 0 0 0,0 0 0 0 0,0-1-1 0 0,0 1 1 0 0,1 0 0 0 0,-1-1-1 0 0,1 1 1 0 0,-1-1 0 0 0,1 1 0 0 0,0-1-1 0 0,0 0 1 0 0,0 0 0 0 0,0 0-1 0 0,0 0 1 0 0,0 0 0 0 0,1 0 0 0 0,-1 0-1 0 0,0-1 1 0 0,1 1 0 0 0,0-1-1 0 0,-1 0 1 0 0,1 0 0 0 0,0 0 0 0 0,5 1-1 0 0,-4-1 30 0 0,0 0-1 0 0,1-1 1 0 0,-1 0-1 0 0,1 0 1 0 0,-1 0-1 0 0,1 0 1 0 0,-1-1-1 0 0,1 0 1 0 0,-1 0-1 0 0,0 0 1 0 0,1 0-1 0 0,-1-1 1 0 0,0 0-1 0 0,0 1 1 0 0,0-1-1 0 0,6-4 1 0 0,-1-2 19 0 0,1 0 1 0 0,-1 0 0 0 0,0-1 0 0 0,-1 0-1 0 0,12-15 1 0 0,31-56 69 0 0,-21 29-87 0 0,26-44-48 0 0,12-19-213 0 0,-57 95 149 0 0,-10 17-60 0 0,-5 11-2 0 0,-7 13 89 0 0,-1 0 0 0 0,-25 33 0 0 0,20-30 77 0 0,-19 34 0 0 0,19-29-12 0 0,10-19-9 0 0,2 0 0 0 0,-1 0 0 0 0,1 0 0 0 0,-4 13 0 0 0,1 6-2 0 0,3-14 0 0 0,0 0 0 0 0,2 0-1 0 0,0 0 1 0 0,-2 32 0 0 0,5-44 22 0 0,1 1 1 0 0,-1-1-1 0 0,1 0 1 0 0,0 1-1 0 0,0-1 1 0 0,2 6 0 0 0,-3-10-22 0 0,0 1 1 0 0,1-1-1 0 0,-1 1 1 0 0,0 0-1 0 0,0-1 1 0 0,1 1-1 0 0,-1-1 1 0 0,1 1-1 0 0,-1-1 1 0 0,0 1-1 0 0,1-1 1 0 0,-1 0-1 0 0,1 1 1 0 0,-1-1-1 0 0,1 1 1 0 0,-1-1 0 0 0,1 0-1 0 0,0 1 1 0 0,-1-1-1 0 0,2 0 1 0 0,-2 0-3 0 0,1 0 0 0 0,0 0 0 0 0,0 0 1 0 0,-1 0-1 0 0,1-1 0 0 0,0 1 0 0 0,0 0 1 0 0,-1 0-1 0 0,1-1 0 0 0,0 1 0 0 0,-1-1 1 0 0,1 1-1 0 0,0-1 0 0 0,-1 1 0 0 0,1-1 1 0 0,-1 1-1 0 0,1-1 0 0 0,0 1 0 0 0,-1-1 1 0 0,0 0-1 0 0,1 0 0 0 0,65-97 298 0 0,-39 55-359 0 0,-14 29-54 0 0,-13 14 106 0 0,0 0-1 0 0,1 0 1 0 0,-1 0 0 0 0,0 0 0 0 0,0 0-1 0 0,0 0 1 0 0,1 0 0 0 0,-1 0 0 0 0,0 0 0 0 0,0 0-1 0 0,1 0 1 0 0,-1 1 0 0 0,0-1 0 0 0,0 0-1 0 0,0 0 1 0 0,0 0 0 0 0,1 0 0 0 0,-1 0 0 0 0,0 0-1 0 0,0 1 1 0 0,0-1 0 0 0,0 0 0 0 0,1 0-1 0 0,-1 0 1 0 0,0 0 0 0 0,0 1 0 0 0,0-1 0 0 0,0 0-1 0 0,0 0 1 0 0,0 0 0 0 0,0 1 0 0 0,0-1-1 0 0,1 0 1 0 0,-1 0 0 0 0,0 1 0 0 0,0-1 0 0 0,0 0-1 0 0,0 0 1 0 0,0 1 0 0 0,0 36-205 0 0,-1-24 296 0 0,1-8-81 0 0,0-1 1 0 0,1 1-1 0 0,-1 0 1 0 0,1-1 0 0 0,0 1-1 0 0,1-1 1 0 0,-1 0-1 0 0,1 1 1 0 0,0-1 0 0 0,0 0-1 0 0,0 0 1 0 0,0 0-1 0 0,1 0 1 0 0,-1 0 0 0 0,1-1-1 0 0,0 1 1 0 0,0-1-1 0 0,1 0 1 0 0,-1 1 0 0 0,1-2-1 0 0,-1 1 1 0 0,1 0-1 0 0,0-1 1 0 0,0 1 0 0 0,0-1-1 0 0,0-1 1 0 0,1 1-1 0 0,-1 0 1 0 0,1-1 0 0 0,-1 0-1 0 0,1 0 1 0 0,-1 0-1 0 0,1-1 1 0 0,-1 1 0 0 0,1-1-1 0 0,0 0 1 0 0,-1 0-1 0 0,1-1 1 0 0,-1 0 0 0 0,7-1-1 0 0,-6 1 12 0 0,0-1 0 0 0,0 0 0 0 0,0 0 0 0 0,0-1 0 0 0,0 0 0 0 0,-1 1 0 0 0,1-1 0 0 0,-1-1 0 0 0,1 1 0 0 0,-1-1 0 0 0,0 0 0 0 0,-1 0 0 0 0,1 0 0 0 0,-1 0 0 0 0,0 0 0 0 0,0-1 0 0 0,4-7 0 0 0,-3 3 18 0 0,0-1 0 0 0,-1 1 1 0 0,0-1-1 0 0,-1 1 0 0 0,0-1 0 0 0,-1 0 0 0 0,0 0 1 0 0,0-15-1 0 0,-1 25-18 0 0,0 2-44 0 0,0 1-1 0 0,0-1 0 0 0,-1 0 0 0 0,1 1 0 0 0,-1-1 0 0 0,0 0 0 0 0,1 0 0 0 0,-3 4 0 0 0,3-5 19 0 0,-5 11-17 0 0,0 0 1 0 0,2 1-1 0 0,-5 21 1 0 0,8-29 5 0 0,-1 0 0 0 0,1 0 0 0 0,0 0 0 0 0,0 0 0 0 0,1 0 0 0 0,-1 0 0 0 0,1 0 0 0 0,0 0 0 0 0,1-1 0 0 0,-1 1 0 0 0,1 0 1 0 0,3 7-1 0 0,-2-7-79 0 0,0 0 1 0 0,0 0 0 0 0,1 0 0 0 0,-1-1-1 0 0,1 1 1 0 0,0-1 0 0 0,0 0-1 0 0,1 0 1 0 0,-1 0 0 0 0,1-1 0 0 0,0 1-1 0 0,0-1 1 0 0,9 4 0 0 0,15 2-4479 0 0,3-6-6097 0 0</inkml:trace>
</inkml:ink>
</file>

<file path=ppt/ink/ink1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0T13:04:55.89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1 19220 0 0,'0'0'8475'0'0,"23"5"-8163"0"0,2 1-244 0 0,-3 0-26 0 0,0-2 1 0 0,0 0 0 0 0,0-1 0 0 0,41 0 0 0 0,172-21-1753 0 0,-158 10-4827 0 0,-42 3-5679 0 0</inkml:trace>
</inkml:ink>
</file>

<file path=ppt/ink/ink1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0T13:04:57.81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1 287 17516 0 0,'0'0'8487'0'0,"20"-4"-8031"0"0,62-17-125 0 0,-75 19-290 0 0,-1 0 0 0 0,0-1 0 0 0,0 1 0 0 0,0-1 0 0 0,0 0 0 0 0,-1-1 0 0 0,1 1 0 0 0,-1-1 0 0 0,0 0 0 0 0,0 0 0 0 0,4-6 0 0 0,12-8 74 0 0,35-30 217 0 0,58-63 0 0 0,-75 71 106 0 0,-39 39-360 0 0,0 4-98 0 0,0-1 1 0 0,-1 1-1 0 0,0-1 1 0 0,0 1-1 0 0,0-1 0 0 0,0 0 1 0 0,0 1-1 0 0,0-1 1 0 0,-3 3-1 0 0,-5 15 81 0 0,-5 25 7 0 0,-19 74 4 0 0,28-94-53 0 0,2-13-9 0 0,1 1 1 0 0,0-1 0 0 0,0 15-1 0 0,2-26 443 0 0,-3-18 609 0 0,0-3-893 0 0,3 13-170 0 0,-1 1-1 0 0,0 0 1 0 0,0 0 0 0 0,-1 0-1 0 0,1 0 1 0 0,-1 0-1 0 0,-1 1 1 0 0,-3-8-1 0 0,-3-3-21 0 0,3 5-9 0 0,-1 0 1 0 0,-11-14 0 0 0,14 21 8 0 0,0-1-1 0 0,0 1 1 0 0,-1 1-1 0 0,1-1 1 0 0,-9-4-1 0 0,12 7 17 0 0,0 1 0 0 0,1-1 0 0 0,-1 0 0 0 0,0 1 0 0 0,0 0 0 0 0,1-1 0 0 0,-1 1 0 0 0,0-1 0 0 0,0 1 0 0 0,0 0 0 0 0,0 0 0 0 0,0-1 0 0 0,0 1-1 0 0,0 0 1 0 0,1 0 0 0 0,-1 0 0 0 0,0 0 0 0 0,0 0 0 0 0,0 0 0 0 0,0 0 0 0 0,0 1 0 0 0,0-1 0 0 0,0 0 0 0 0,0 0 0 0 0,1 1 0 0 0,-1-1 0 0 0,0 1 0 0 0,0-1 0 0 0,0 0 0 0 0,1 1 0 0 0,-1 0 0 0 0,0-1 0 0 0,0 1 0 0 0,1-1 0 0 0,-1 1 0 0 0,0 0 0 0 0,1-1 0 0 0,-1 1 0 0 0,1 0 0 0 0,-1 0-1 0 0,1 0 1 0 0,0-1 0 0 0,-1 3 0 0 0,-2 4-22 0 0,0 0-1 0 0,1 0 0 0 0,1 0 0 0 0,-1 0 0 0 0,1 0 0 0 0,-1 13 1 0 0,2-17 25 0 0,1-1 1 0 0,-1 1 0 0 0,0 0 0 0 0,1-1 0 0 0,0 1-1 0 0,-1-1 1 0 0,1 1 0 0 0,0-1 0 0 0,0 1 0 0 0,1-1 0 0 0,-1 0-1 0 0,0 1 1 0 0,1-1 0 0 0,-1 0 0 0 0,1 0 0 0 0,0 0 0 0 0,0 0-1 0 0,0 0 1 0 0,0-1 0 0 0,0 1 0 0 0,4 2 0 0 0,7 3 6 0 0,1 0 0 0 0,-1-1 1 0 0,1-1-1 0 0,0 0 1 0 0,1-1-1 0 0,-1-1 0 0 0,1 0 1 0 0,0-1-1 0 0,-1-1 1 0 0,19 0-1 0 0,-12-1 3 0 0,0-1 1 0 0,1-1-1 0 0,-1-1 1 0 0,0-1-1 0 0,0-1 1 0 0,30-11-1 0 0,-41 12-15 0 0,0-1-1 0 0,0-1 0 0 0,-1 0 0 0 0,1 0 0 0 0,-1-1 0 0 0,0-1 1 0 0,-1 1-1 0 0,0-1 0 0 0,0 0 0 0 0,-1-1 0 0 0,0 0 1 0 0,0 0-1 0 0,9-18 0 0 0,-15 25 10 0 0,0-1-1 0 0,0 1 1 0 0,0 0-1 0 0,-1 0 1 0 0,1 0 0 0 0,-1-1-1 0 0,1 1 1 0 0,-1 0 0 0 0,0-1-1 0 0,0-1 1 0 0,0 3-1 0 0,0 13-856 0 0,-3-2 808 0 0,2 0 0 0 0,-1 1 0 0 0,1 0 0 0 0,1-1-1 0 0,0 1 1 0 0,0-1 0 0 0,1 1 0 0 0,1-1 0 0 0,2 13-1 0 0,-2-20 48 0 0,0 0 0 0 0,-1-1-1 0 0,1 1 1 0 0,0 0 0 0 0,0-1-1 0 0,1 1 1 0 0,-1-1 0 0 0,0 0-1 0 0,1 0 1 0 0,0 0 0 0 0,-1 0 0 0 0,1 0-1 0 0,0 0 1 0 0,5 2 0 0 0,-6-3 7 0 0,0 0 1 0 0,0 0-1 0 0,0 0 1 0 0,1 0-1 0 0,-1-1 1 0 0,0 1-1 0 0,0-1 1 0 0,1 1-1 0 0,-1-1 1 0 0,0 0-1 0 0,1 0 1 0 0,-1 0-1 0 0,0 0 1 0 0,1 0-1 0 0,-1 0 1 0 0,0-1-1 0 0,1 1 1 0 0,-1-1-1 0 0,0 1 1 0 0,0-1-1 0 0,1 0 1 0 0,1-1-1 0 0,2-3 13 0 0,0-1-1 0 0,0 1 0 0 0,-1-1 1 0 0,0 0-1 0 0,0 0 0 0 0,-1 0 1 0 0,0-1-1 0 0,0 0 0 0 0,0 1 1 0 0,-1-1-1 0 0,0-1 0 0 0,0 1 1 0 0,-1 0-1 0 0,0-1 0 0 0,0 1 1 0 0,-1-1-1 0 0,0 0 0 0 0,0 0 1 0 0,-1 1-1 0 0,0-1 0 0 0,0 0 1 0 0,-1 0-1 0 0,-3-13 0 0 0,4 19-13 0 0,0 0 0 0 0,0 0 0 0 0,-1 0 0 0 0,1 0 0 0 0,-1 0-1 0 0,0 1 1 0 0,0-1 0 0 0,1 0 0 0 0,-1 1 0 0 0,0-1 0 0 0,0 0-1 0 0,-1 1 1 0 0,1-1 0 0 0,0 1 0 0 0,0-1 0 0 0,-1 1 0 0 0,1 0-1 0 0,-1 0 1 0 0,1 0 0 0 0,-1 0 0 0 0,1 0 0 0 0,-1 0 0 0 0,0 0-1 0 0,0 0 1 0 0,1 0 0 0 0,-1 1 0 0 0,0-1 0 0 0,0 1 0 0 0,0-1-1 0 0,0 1 1 0 0,0 0 0 0 0,1 0 0 0 0,-1 0 0 0 0,0 0 0 0 0,0 0-1 0 0,0 0 1 0 0,0 0 0 0 0,0 1 0 0 0,0-1 0 0 0,0 1 0 0 0,-2 0-1 0 0,-3 2-6 0 0,-1 1-1 0 0,1-1 0 0 0,0 1 1 0 0,0 0-1 0 0,1 1 0 0 0,-1 0 1 0 0,1 0-1 0 0,-10 10 0 0 0,8-6 5 0 0,0 1-1 0 0,0-1 1 0 0,1 2-1 0 0,-11 19 1 0 0,16-26-5 0 0,0-1 1 0 0,1 1 0 0 0,-1 0-1 0 0,1 0 1 0 0,0 0-1 0 0,0 0 1 0 0,0-1-1 0 0,0 1 1 0 0,1 1-1 0 0,-1-1 1 0 0,1 0-1 0 0,0 0 1 0 0,1 0 0 0 0,-1 0-1 0 0,1 0 1 0 0,-1 0-1 0 0,1 0 1 0 0,0 0-1 0 0,3 4 1 0 0,-4-7 4 0 0,1 1 1 0 0,0-1-1 0 0,0 0 0 0 0,0 0 1 0 0,0 0-1 0 0,0 0 1 0 0,0 0-1 0 0,1 0 1 0 0,-1 0-1 0 0,0 0 0 0 0,0 0 1 0 0,1-1-1 0 0,-1 1 1 0 0,0 0-1 0 0,1-1 0 0 0,-1 1 1 0 0,1-1-1 0 0,-1 0 1 0 0,1 1-1 0 0,-1-1 0 0 0,1 0 1 0 0,-1 0-1 0 0,0 0 1 0 0,1 0-1 0 0,-1 0 1 0 0,3-1-1 0 0,0 1 18 0 0,-1-1-1 0 0,0 0 1 0 0,0 1 0 0 0,1-1 0 0 0,-1-1-1 0 0,0 1 1 0 0,0 0 0 0 0,0-1-1 0 0,0 1 1 0 0,-1-1 0 0 0,4-2 0 0 0,2-3 8 0 0,0 0 1 0 0,0-1-1 0 0,-1 0 1 0 0,0 0 0 0 0,0 0-1 0 0,-1-1 1 0 0,0 0 0 0 0,-1 0-1 0 0,0 0 1 0 0,8-20 0 0 0,-6 11-21 0 0,-5 15 20 0 0,-1 1 0 0 0,0 0 0 0 0,0 0 0 0 0,0-1 0 0 0,0 1-1 0 0,-1 0 1 0 0,1-1 0 0 0,-1 1 0 0 0,1-6 0 0 0,-1 8 122 0 0,-10 14-262 0 0,6-8 106 0 0,1 1 0 0 0,0-1 1 0 0,0 1-1 0 0,0 0 0 0 0,1 0 1 0 0,0 0-1 0 0,0 0 0 0 0,1 0 1 0 0,0 1-1 0 0,0-1 0 0 0,0 1 1 0 0,1-1-1 0 0,1 0 0 0 0,0 10 0 0 0,0-14 12 0 0,-1 1 0 0 0,1-1-1 0 0,0 0 1 0 0,0 0-1 0 0,0 0 1 0 0,0 0-1 0 0,0 0 1 0 0,1 0 0 0 0,0 0-1 0 0,-1 0 1 0 0,1 0-1 0 0,0-1 1 0 0,0 1-1 0 0,1-1 1 0 0,-1 1 0 0 0,0-1-1 0 0,1 0 1 0 0,-1 0-1 0 0,1 0 1 0 0,0 0-1 0 0,0-1 1 0 0,0 1 0 0 0,0-1-1 0 0,0 1 1 0 0,0-1-1 0 0,0 0 1 0 0,0 0-1 0 0,0 0 1 0 0,1-1 0 0 0,-1 1-1 0 0,0-1 1 0 0,7 0-1 0 0,-8 0 14 0 0,1-1 0 0 0,-1 1 0 0 0,1-1 0 0 0,-1 1 0 0 0,1-1 0 0 0,-1 0 0 0 0,1 0 0 0 0,-1 0 0 0 0,0 0 0 0 0,1 0 0 0 0,-1-1 0 0 0,0 1 0 0 0,0-1 0 0 0,3-2 0 0 0,25-29 158 0 0,-20 20-142 0 0,37-46-3 0 0,9-10-11 0 0,-46 55 17 0 0,-9 14-25 0 0,-4 19-141 0 0,-12 31 169 0 0,11-42-38 0 0,1 0-1 0 0,0 1 1 0 0,1-1 0 0 0,0 1 0 0 0,1 0-1 0 0,-2 10 1 0 0,0 25-33 0 0,38-102 366 0 0,-28 47-344 0 0,-1 0 1 0 0,1 1-1 0 0,1 0 0 0 0,0 0 1 0 0,0 1-1 0 0,1 0 0 0 0,19-16 1 0 0,-27 25 9 0 0,-1 30-194 0 0,-11 79 185 0 0,11-109 10 0 0,2-1 12 0 0,0 0-1 0 0,0-1 1 0 0,0 1 0 0 0,-1-1-1 0 0,1 0 1 0 0,-1 0-1 0 0,1 1 1 0 0,-1-1-1 0 0,0 0 1 0 0,0 0-1 0 0,0 0 1 0 0,0-1-1 0 0,0 1 1 0 0,1-3-1 0 0,-2 5-12 0 0,5-9-10 0 0,0 1 0 0 0,0 0 0 0 0,0 0 0 0 0,1 1 0 0 0,1-1 0 0 0,7-6 0 0 0,6-8-25 0 0,-20 21 30 0 0,9-1-27 0 0,-7 2-9 0 0,-2 11 21 0 0,2 1-1 0 0,-1-1 0 0 0,2 0 0 0 0,-1 1 1 0 0,9 18-1 0 0,-9-27 21 0 0,0 0 0 0 0,1 0-1 0 0,-1-1 1 0 0,1 1 0 0 0,0-1 0 0 0,0 1 0 0 0,0-1 0 0 0,0 0 0 0 0,1 0 0 0 0,-1 0 0 0 0,0-1 0 0 0,1 1 0 0 0,-1-1 0 0 0,1 0-1 0 0,0 0 1 0 0,-1 0 0 0 0,1 0 0 0 0,7 0 0 0 0,-2-1 2 0 0,-1-1 0 0 0,1 0 0 0 0,-1-1 0 0 0,0 1 0 0 0,1-2 0 0 0,-1 1 0 0 0,0-1 0 0 0,0 0 0 0 0,0-1 0 0 0,-1 0 0 0 0,1 0 0 0 0,-1-1 0 0 0,0 1 0 0 0,12-12 0 0 0,0-2 14 0 0,-1-1 1 0 0,-1-1-1 0 0,23-34 1 0 0,-38 50 1 0 0,1-1 0 0 0,-1 0 1 0 0,1 0-1 0 0,-1 0 0 0 0,-1 0 0 0 0,1 0 1 0 0,-1 0-1 0 0,0-1 0 0 0,0 1 1 0 0,0 0-1 0 0,-1-1 0 0 0,0-9 0 0 0,-1 14-15 0 0,1 1-1 0 0,0 0 0 0 0,0-1 0 0 0,-1 1 0 0 0,1 0 1 0 0,0 0-1 0 0,0-1 0 0 0,-1 1 0 0 0,1 0 0 0 0,0 0 0 0 0,-1-1 1 0 0,1 1-1 0 0,0 0 0 0 0,-1 0 0 0 0,1 0 0 0 0,0 0 1 0 0,-1 0-1 0 0,1 0 0 0 0,0-1 0 0 0,-1 1 0 0 0,1 0 0 0 0,-1 0 1 0 0,1 0-1 0 0,0 0 0 0 0,-1 0 0 0 0,1 0 0 0 0,0 0 1 0 0,-1 1-1 0 0,1-1 0 0 0,0 0 0 0 0,-1 0 0 0 0,1 0 0 0 0,-1 0 1 0 0,1 0-1 0 0,0 0 0 0 0,-1 1 0 0 0,1-1 0 0 0,-15 6-13 0 0,6 0 18 0 0,0 1 0 0 0,0 0 1 0 0,1 1-1 0 0,0 0 0 0 0,0 0 0 0 0,1 0 0 0 0,-7 12 0 0 0,9-13 9 0 0,1 0 0 0 0,1-1-1 0 0,-1 2 1 0 0,1-1 0 0 0,0 0-1 0 0,1 0 1 0 0,0 1 0 0 0,0 0-1 0 0,1-1 1 0 0,0 1 0 0 0,-1 9 0 0 0,2-14-10 0 0,0 0 1 0 0,1 0-1 0 0,-1-1 1 0 0,1 1-1 0 0,-1 0 1 0 0,1 0-1 0 0,0-1 1 0 0,0 1 0 0 0,0 0-1 0 0,0-1 1 0 0,1 1-1 0 0,-1-1 1 0 0,1 1-1 0 0,-1-1 1 0 0,5 4-1 0 0,-3-2-1 0 0,1-1 0 0 0,0 0-1 0 0,0 0 1 0 0,0 0-1 0 0,1 0 1 0 0,-1-1-1 0 0,1 1 1 0 0,6 1 0 0 0,4 1-9 0 0,1-1 0 0 0,-1-1 0 0 0,1-1 1 0 0,-1 0-1 0 0,17 0 0 0 0,28-2-894 0 0,70-9-1 0 0,-90 5-3151 0 0,0-2-3440 0 0,-17 1-5598 0 0</inkml:trace>
</inkml:ink>
</file>

<file path=ppt/ink/ink1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0T13:07:54.60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685 867 0 0 0,'0'0'6213'0'0,"5"16"483"0"0,1-14-5501 0 0,0 0-1 0 0,0 0 0 0 0,1-1 0 0 0,9 1 0 0 0,54-3 1150 0 0,-31-1-1429 0 0,188-9 1084 0 0,239 11-85 0 0,-453 1-1906 0 0,0 0 1 0 0,16 5-1 0 0,12 0 6 0 0,-28-4 3 0 0,0 1 1 0 0,22 7-1 0 0,20 5 47 0 0,-27-13 49 0 0,0 0 0 0 0,0-2 0 0 0,0-1 0 0 0,1-1 0 0 0,-1-1 0 0 0,32-9 0 0 0,55-10-81 0 0,-106 20-13 0 0,0 0 1 0 0,0-1-1 0 0,0 0 0 0 0,12-5 1 0 0,8-3 96 0 0,-18 6-66 0 0,0 0 0 0 0,-1 0 0 0 0,1-1 0 0 0,-1-1 0 0 0,0 0 0 0 0,12-11 0 0 0,-5 5 3 0 0,-10 6-13 0 0,0 1-1 0 0,0-1 1 0 0,-1-1 0 0 0,9-12 0 0 0,0-1 25 0 0,-6 9-34 0 0,0-1 1 0 0,-1 0-1 0 0,-1-1 0 0 0,0 0 0 0 0,-1 0 1 0 0,-1 0-1 0 0,0-1 0 0 0,4-20 0 0 0,-7 25 9 0 0,0 0 0 0 0,0 0-1 0 0,-1 0 1 0 0,-1-1-1 0 0,0 1 1 0 0,0 0 0 0 0,-1 0-1 0 0,0 0 1 0 0,0 0 0 0 0,-1 0-1 0 0,-1 0 1 0 0,0 0 0 0 0,-4-10-1 0 0,-2-6 87 0 0,-7-13-2 0 0,-18-19 13 0 0,22 43-106 0 0,6 6 6 0 0,-1 0-1 0 0,0 1 0 0 0,-13-12 0 0 0,8 9-25 0 0,-1 1 0 0 0,0 0 0 0 0,-1 0 0 0 0,0 2 0 0 0,0-1 1 0 0,-1 2-1 0 0,0 0 0 0 0,-23-7 0 0 0,-237-58 280 0 0,175 50-195 0 0,-100-16-48 0 0,107 26-52 0 0,0 4 0 0 0,-1 4 1 0 0,1 4-1 0 0,-146 19 0 0 0,-111 48-8 0 0,-49 57-56 0 0,383-118 61 0 0,0 1 0 0 0,0 0 0 0 0,-16 12 0 0 0,26-15 10 0 0,-1 1-1 0 0,1 1 1 0 0,0-1 0 0 0,0 1 0 0 0,0 0 0 0 0,1 0 0 0 0,0 0-1 0 0,-7 13 1 0 0,6-10 1 0 0,1 0-1 0 0,1 0 0 0 0,0 1 0 0 0,-6 18 0 0 0,-1 3 12 0 0,9-26-9 0 0,0 1-1 0 0,0-1 0 0 0,0 1 1 0 0,0 0-1 0 0,1 0 0 0 0,0-1 0 0 0,0 10 1 0 0,1-8 1 0 0,0 0 0 0 0,1 0 1 0 0,0-1-1 0 0,1 1 0 0 0,-1 0 1 0 0,1 0-1 0 0,0-1 0 0 0,1 0 1 0 0,0 1-1 0 0,0-1 0 0 0,7 10 1 0 0,0-2 15 0 0,1-1 1 0 0,0 0 0 0 0,23 19-1 0 0,-12-12-5 0 0,1-1-1 0 0,0-1 0 0 0,2-1 0 0 0,0-2 1 0 0,1 0-1 0 0,0-2 0 0 0,1 0 0 0 0,1-2 0 0 0,0-1 1 0 0,0-2-1 0 0,41 8 0 0 0,93 5-2111 0 0,-127-17-2730 0 0,-1-1-4065 0 0,-21-1-3821 0 0</inkml:trace>
</inkml:ink>
</file>

<file path=ppt/ink/ink1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0T13:07:56.75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454 774 0 0 0,'0'0'13783'0'0,"-6"0"-12196"0"0,-11 0-607 0 0,5 0 6639 0 0,19 22-7205 0 0,6-8 515 0 0,-11-10-799 0 0,1-1 0 0 0,-1 0-1 0 0,1 0 1 0 0,0-1 0 0 0,0 1 0 0 0,1 0-1 0 0,-1-1 1 0 0,0 0 0 0 0,7 3 0 0 0,4 0 37 0 0,0-1 0 0 0,0-1 0 0 0,1 0 1 0 0,-1-1-1 0 0,1 0 0 0 0,-1-1 0 0 0,1-1 1 0 0,21-2-1 0 0,41 2 48 0 0,-10 4 68 0 0,133-9 1 0 0,52-4-15 0 0,-163 12-234 0 0,-46-1 75 0 0,62-4 0 0 0,140-4 319 0 0,-175 6-361 0 0,-49-1-19 0 0,0-2 0 0 0,0 0-1 0 0,34-11 1 0 0,-40 11-1 0 0,-8 0-9 0 0,0 1-1 0 0,0-1 0 0 0,0 0 1 0 0,-1-1-1 0 0,1 1 1 0 0,-1-1-1 0 0,0-1 0 0 0,0 1 1 0 0,-1-1-1 0 0,9-9 1 0 0,-6 6 13 0 0,-1-1 1 0 0,0 0-1 0 0,0-1 1 0 0,-1 0-1 0 0,10-20 1 0 0,-13 18-35 0 0,1-1 0 0 0,-1 1 0 0 0,-1-1 0 0 0,0 0 0 0 0,-1 0 0 0 0,-1-19 0 0 0,2-19 6 0 0,0 40-7 0 0,-1-1 0 0 0,0 0 0 0 0,-1 0-1 0 0,-1 1 1 0 0,0-1 0 0 0,0 0 0 0 0,-1 1-1 0 0,0-1 1 0 0,-1 1 0 0 0,-1 0 0 0 0,0 0-1 0 0,0 0 1 0 0,-9-15 0 0 0,-21-48 51 0 0,25 57-45 0 0,-8-12 22 0 0,7 14-30 0 0,-11-8-2 0 0,8 14-12 0 0,-1 1 0 0 0,0 0-1 0 0,0 2 1 0 0,-1 0 0 0 0,0 0 0 0 0,0 1 0 0 0,-29-5-1 0 0,25 6 1 0 0,0-1 1 0 0,0-1-1 0 0,0-1 0 0 0,-19-10 0 0 0,16 4-2 0 0,15 9 0 0 0,-1-1 1 0 0,1 1-1 0 0,-1 1 1 0 0,-14-6-1 0 0,-56-11-54 0 0,-123-15 1 0 0,136 27-1 0 0,1 3-1 0 0,-104 6 1 0 0,104 5 29 0 0,0 2 0 0 0,1 4-1 0 0,0 2 1 0 0,-95 35-1 0 0,147-43 22 0 0,0-1-1 0 0,0 2 1 0 0,1-1-1 0 0,0 1 1 0 0,-10 9-1 0 0,-13 9-17 0 0,12-9 28 0 0,0 2-1 0 0,1 1 0 0 0,1 0 1 0 0,-18 24-1 0 0,26-30 8 0 0,2-4 3 0 0,1-1 0 0 0,-2 0-1 0 0,1 0 1 0 0,-1-1 0 0 0,0 0 0 0 0,-1-1 0 0 0,0 0 0 0 0,0-1 0 0 0,-12 5 0 0 0,-9 5-9 0 0,1 1 0 0 0,-45 30 0 0 0,61-36-4 0 0,1 1 0 0 0,0 1-1 0 0,1 0 1 0 0,1 1 0 0 0,0 0 0 0 0,-18 25 0 0 0,28-34-5 0 0,0 0 0 0 0,0 1 1 0 0,0-1-1 0 0,0 1 1 0 0,1 0-1 0 0,0-1 0 0 0,0 1 1 0 0,0 0-1 0 0,1 0 0 0 0,-1 0 1 0 0,1-1-1 0 0,0 1 1 0 0,1 0-1 0 0,-1 0 0 0 0,1 0 1 0 0,1 6-1 0 0,0-4 1 0 0,0 0 0 0 0,1 1 0 0 0,0-1 0 0 0,0 0 0 0 0,0 0 0 0 0,1 0 0 0 0,0-1-1 0 0,1 0 1 0 0,7 10 0 0 0,13 11-18 0 0,1-2 1 0 0,1-1-1 0 0,1 0 0 0 0,1-2 0 0 0,1-2 0 0 0,1-1 0 0 0,60 28 1 0 0,-45-34-1327 0 0,-15-8-4202 0 0,-18-4-6947 0 0</inkml:trace>
</inkml:ink>
</file>

<file path=ppt/ink/ink1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0T13:07:58.80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125 878 0 0 0,'0'0'17154'0'0,"-6"-4"-15816"0"0,-15-13-242 0 0,16 13 2188 0 0,31 4-2231 0 0,1 1 1 0 0,-1 0-1 0 0,46 10 1 0 0,-42-5-814 0 0,0-2 0 0 0,0-1 0 0 0,0-1 0 0 0,44-4 0 0 0,20 1-87 0 0,18 1 102 0 0,168-24-1 0 0,-43 2 274 0 0,102 16-234 0 0,-301 6-288 0 0,-24 1 7 0 0,1 1 1 0 0,-1 0 0 0 0,0 1-1 0 0,0 1 1 0 0,18 7 0 0 0,-13-4 15 0 0,38 7 0 0 0,13-6 117 0 0,118-3 0 0 0,-156-5-74 0 0,-25 0-16 0 0,0 0 0 0 0,0-1 0 0 0,1 1 0 0 0,-1-2 0 0 0,0 1 1 0 0,0-1-1 0 0,0 0 0 0 0,-1-1 0 0 0,1 1 0 0 0,0-2 0 0 0,10-6 0 0 0,7-2 74 0 0,-21 10-119 0 0,0 1-1 0 0,0 0 1 0 0,0-1-1 0 0,0 0 0 0 0,0 0 1 0 0,0 0-1 0 0,0 0 0 0 0,-1 0 1 0 0,1 0-1 0 0,-1-1 1 0 0,3-2-1 0 0,9-12 83 0 0,-11 15-72 0 0,-1 0 0 0 0,-1 0 0 0 0,1-1 0 0 0,0 1-1 0 0,0 0 1 0 0,-1-1 0 0 0,1 1 0 0 0,-1-1 0 0 0,2-3-1 0 0,-2 2-10 0 0,1 1-1 0 0,0-1 0 0 0,0 1 1 0 0,0 0-1 0 0,6-6 0 0 0,6-11 22 0 0,3-1-29 0 0,-15 18 4 0 0,1 0 1 0 0,0 0 0 0 0,-1 0-1 0 0,0-1 1 0 0,1 1-1 0 0,0-4 1 0 0,7-13 52 0 0,6-18 150 0 0,-9 15-102 0 0,-5 17-71 0 0,0 1 0 0 0,0-1 1 0 0,-1 0-1 0 0,0 0 0 0 0,0-1 0 0 0,0-8 0 0 0,-1 9-22 0 0,0 2-3 0 0,0 0 0 0 0,0 0 0 0 0,0 0-1 0 0,-1 0 1 0 0,1 0 0 0 0,-1 0-1 0 0,0 0 1 0 0,-2-6 0 0 0,-10-32 2 0 0,12 35-16 0 0,-1 1 0 0 0,1-1 0 0 0,-1 1 0 0 0,-1 0 0 0 0,1-1 0 0 0,-6-8 0 0 0,-1-3-10 0 0,-5-5 1 0 0,0 6-2 0 0,4 6 1 0 0,0 0 0 0 0,0 1 0 0 0,-1 0 0 0 0,-23-16 0 0 0,-23-6 15 0 0,-1 2 0 0 0,-72-26 0 0 0,24 10 0 0 0,17 16 5 0 0,38 12-48 0 0,0 3 1 0 0,-2 2 0 0 0,-104-12 0 0 0,-165 11-152 0 0,227 19 147 0 0,-153 27-1 0 0,226-28 40 0 0,-18 2 2 0 0,-255 51-53 0 0,277-51 51 0 0,1 0 1 0 0,-1 2-1 0 0,1 0 1 0 0,1 1-1 0 0,-1 0 1 0 0,2 2-1 0 0,-25 19 1 0 0,1-2 25 0 0,20-15-33 0 0,-23 20-1 0 0,16-13 97 0 0,20-17-87 0 0,1 1 0 0 0,0 0 0 0 0,1 0 1 0 0,-1 0-1 0 0,-8 10 0 0 0,11-12 7 0 0,-8 12-2 0 0,0 0 0 0 0,-8 17-1 0 0,15-25 1 0 0,1 0 0 0 0,-1 0-1 0 0,1 0 1 0 0,0 1-1 0 0,1-1 1 0 0,0 1 0 0 0,0-1-1 0 0,0 13 1 0 0,0-10 5 0 0,1 0 0 0 0,0-1 0 0 0,1 1 1 0 0,0 0-1 0 0,1 0 0 0 0,-1-1 0 0 0,2 1 1 0 0,3 9-1 0 0,11 32-3 0 0,-13-35-3 0 0,1-1 0 0 0,9 19 1 0 0,-10-26-97 0 0,0-1 0 0 0,0 0 1 0 0,0 0-1 0 0,1 0 0 0 0,0 0 0 0 0,0-1 1 0 0,1 0-1 0 0,0 0 0 0 0,-1 0 0 0 0,2-1 1 0 0,-1 0-1 0 0,0 0 0 0 0,1-1 1 0 0,11 5-1 0 0,-4-3-737 0 0,0-1 0 0 0,0 0 0 0 0,0-1 0 0 0,1-1 0 0 0,-1 0 0 0 0,23-1 0 0 0,-24-1-11704 0 0</inkml:trace>
</inkml:ink>
</file>

<file path=ppt/ink/ink1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0T13:08:00.48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471 851 0 0 0,'0'0'8598'0'0,"-20"2"-6456"0"0,-59 6-59 0 0,74-8-1230 0 0,1 0 0 0 0,-1 1 0 0 0,0-1 1 0 0,1 1-1 0 0,-1 0 0 0 0,1 1 0 0 0,-1-1 1 0 0,-5 4-1 0 0,9-4-620 0 0,-1 0 0 0 0,1 0-1 0 0,0 0 1 0 0,0 0 0 0 0,0 1 0 0 0,0-1-1 0 0,0 1 1 0 0,0-1 0 0 0,0 0 0 0 0,0 1 0 0 0,0-1-1 0 0,-1 4 1 0 0,-6 12 333 0 0,7-16-527 0 0,1 0-1 0 0,-1 0 0 0 0,1 0 1 0 0,-1 0-1 0 0,1 0 0 0 0,-1 0 1 0 0,1 0-1 0 0,0 0 0 0 0,0 0 1 0 0,-1 0-1 0 0,1 0 0 0 0,0 0 1 0 0,0 0-1 0 0,0 0 0 0 0,0 0 1 0 0,0 0-1 0 0,1 0 0 0 0,-1 0 1 0 0,0 0-1 0 0,0 0 0 0 0,1 0 1 0 0,-1 0-1 0 0,1 0 0 0 0,-1 0 1 0 0,1 0-1 0 0,-1 0 0 0 0,1 0 1 0 0,-1 0-1 0 0,1 0 0 0 0,0 0 1 0 0,-1-1-1 0 0,1 1 0 0 0,0 0 1 0 0,0 0-1 0 0,0-1 0 0 0,0 1 1 0 0,0-1-1 0 0,-1 1 0 0 0,1-1 1 0 0,2 1-1 0 0,4 3 177 0 0,0-1 0 0 0,0 0 0 0 0,0 0 1 0 0,11 2-1 0 0,14 0 176 0 0,1 0 0 0 0,0-2-1 0 0,38-1 1 0 0,-25-2-207 0 0,-19 1-114 0 0,235 3 723 0 0,-183-6-516 0 0,105-16 0 0 0,-141 10-227 0 0,433-53 609 0 0,-414 58-534 0 0,83 6 0 0 0,82 1-36 0 0,-141-5-75 0 0,-72 0 0 0 0,0 0-1 0 0,0-2 1 0 0,18-4 0 0 0,19-3 34 0 0,-28 5-27 0 0,0-1 0 0 0,-1-1 1 0 0,1-1-1 0 0,-1-1 1 0 0,-1-1-1 0 0,36-22 0 0 0,24-11 15 0 0,-77 41-10 0 0,0-1 0 0 0,0 0 0 0 0,-1 0-1 0 0,1 0 1 0 0,-1-1 0 0 0,0 1 0 0 0,0-1 0 0 0,0 1 0 0 0,-1-1-1 0 0,1 0 1 0 0,-1 0 0 0 0,0 0 0 0 0,0 0 0 0 0,0-1 0 0 0,2-7-1 0 0,0-11 39 0 0,-2 15-54 0 0,0 0-1 0 0,0 0 1 0 0,-1 0-1 0 0,0 0 1 0 0,-1 0-1 0 0,0 0 1 0 0,0 0-1 0 0,0 0 0 0 0,-1 0 1 0 0,-3-12-1 0 0,-4-13-12 0 0,7 26 7 0 0,0 1-1 0 0,-1 0 1 0 0,0-1-1 0 0,0 1 0 0 0,-5-9 1 0 0,-1 0 10 0 0,-1 1 1 0 0,-1 1 0 0 0,0-1-1 0 0,-1 2 1 0 0,0-1 0 0 0,-1 1-1 0 0,-26-19 1 0 0,-3 3 18 0 0,-59-30 0 0 0,89 52-31 0 0,-6-4 0 0 0,-22-12 3 0 0,0 2 0 0 0,-65-24 1 0 0,48 27-11 0 0,0 2 1 0 0,-85-11-1 0 0,-69 8-99 0 0,-8-1 97 0 0,0-13 24 0 0,88 11-99 0 0,-207-6 1 0 0,287 27 49 0 0,1 1 1 0 0,-1 3-1 0 0,0 2 1 0 0,1 3 0 0 0,0 1-1 0 0,-65 23 1 0 0,98-26 21 0 0,-1 0-1 0 0,1 1 1 0 0,1 0 0 0 0,-1 1 0 0 0,2 1 0 0 0,-1 1 0 0 0,1 0 0 0 0,1 0 0 0 0,-24 27-1 0 0,19-16 10 0 0,-6 5 0 0 0,1 1 1 0 0,2 2-1 0 0,-35 60 0 0 0,31-11-13 0 0,21-66 23 0 0,1 0 1 0 0,1 1 0 0 0,0-1-1 0 0,0 22 1 0 0,0-2-2 0 0,0-11-17 0 0,2 38-1 0 0,0-54 9 0 0,1 1 0 0 0,0-1 0 0 0,0 1 0 0 0,0-1 0 0 0,1 1 0 0 0,0-1 0 0 0,0 0 0 0 0,1 0 0 0 0,0 0 0 0 0,4 7 0 0 0,0-3 43 0 0,2 0 0 0 0,-1-1-1 0 0,1 0 1 0 0,0 0 0 0 0,1-1-1 0 0,0-1 1 0 0,0 1 0 0 0,1-1-1 0 0,-1-1 1 0 0,15 6 0 0 0,-9-5-579 0 0,0-1 0 0 0,26 6 0 0 0,-22-8-3268 0 0,36 3 1 0 0,-37-6-8634 0 0</inkml:trace>
</inkml:ink>
</file>

<file path=ppt/ink/ink1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0T13:08:02.72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4 337 0 0 0,'0'0'10972'0'0,"-4"6"-8674"0"0,6-5-1708 0 0,-1 0 0 0 0,1 0 1 0 0,-1 0-1 0 0,1 0 1 0 0,0-1-1 0 0,-1 1 1 0 0,1 0-1 0 0,0-1 1 0 0,-1 0-1 0 0,1 1 1 0 0,0-1-1 0 0,0 0 0 0 0,0 1 1 0 0,-1-1-1 0 0,1 0 1 0 0,3-1-1 0 0,-2 0-149 0 0,1 1-1 0 0,0-1 0 0 0,-1-1 0 0 0,1 1 0 0 0,-1 0 0 0 0,0-1 1 0 0,6-3-1 0 0,2-3-140 0 0,0 0 0 0 0,-1-1 0 0 0,15-16 0 0 0,-1-2-3 0 0,-2-1 0 0 0,-1-1 0 0 0,34-61 0 0 0,-41 69-230 0 0,-11 17-54 0 0,0-1 0 0 0,0 1 0 0 0,0-1 0 0 0,4-8 0 0 0,-7 15-95 0 0,0 1-1 0 0,0-1 1 0 0,1 1 0 0 0,0 0 0 0 0,-1-1-1 0 0,1 1 1 0 0,0-1 0 0 0,3 5 0 0 0,6 23 162 0 0,-2 15-51 0 0,-3-14 34 0 0,3 59-1 0 0,-1-65 256 0 0,-9-25-259 0 0,0 0-1 0 0,1 0 1 0 0,-1 0-1 0 0,0-1 1 0 0,0 1 0 0 0,0 0-1 0 0,0-1 1 0 0,0 0 0 0 0,1 1-1 0 0,-1-1 1 0 0,0 0-1 0 0,-1-1 1 0 0,-1 1-38 0 0,-110-41 240 0 0,88 32-213 0 0,26 10-52 0 0,-1 0 0 0 0,1 0 0 0 0,-1-1 0 0 0,1 1 0 0 0,-1 0 0 0 0,1 0 0 0 0,-1 0 0 0 0,1 0 0 0 0,-1 0 0 0 0,1 0 0 0 0,-1 0 0 0 0,1 0 0 0 0,-1 0 0 0 0,1 0 0 0 0,-1 0 0 0 0,1 0 0 0 0,-1 0 0 0 0,1 0 0 0 0,-1 0 0 0 0,1 1 0 0 0,-1-1 0 0 0,1 0 0 0 0,-1 0 0 0 0,1 1 0 0 0,-1-1 0 0 0,1 0 0 0 0,0 1 0 0 0,-1-1 0 0 0,1 0 0 0 0,-1 1 0 0 0,1-1 0 0 0,0 0 0 0 0,-1 1 0 0 0,1-1 0 0 0,0 1 0 0 0,0-1 0 0 0,-1 1 0 0 0,1-1 0 0 0,0 1 0 0 0,0 0-16 0 0,-1 1 1 0 0,1-1-1 0 0,0 0 1 0 0,0 0 0 0 0,0 0-1 0 0,0 0 1 0 0,0 1-1 0 0,0-1 1 0 0,0 0 0 0 0,0 0-1 0 0,0 0 1 0 0,1 0 0 0 0,-1 1-1 0 0,0-1 1 0 0,1 0-1 0 0,-1 0 1 0 0,2 2 0 0 0,0 0 12 0 0,1 0 1 0 0,0 0 0 0 0,0 0 0 0 0,0-1-1 0 0,0 1 1 0 0,0-1 0 0 0,1 0 0 0 0,-1 0-1 0 0,1 0 1 0 0,-1 0 0 0 0,1-1 0 0 0,0 1-1 0 0,-1-1 1 0 0,1 0 0 0 0,0 0 0 0 0,8 1-1 0 0,7 0 26 0 0,1-1 0 0 0,23-1-1 0 0,-24 0-14 0 0,4-1-7 0 0,0-2 1 0 0,0 0-1 0 0,-1-1 0 0 0,1-2 1 0 0,-1 0-1 0 0,0-1 0 0 0,-1-2 1 0 0,40-20-1 0 0,-51 23 24 0 0,0 0-1 0 0,14-11 1 0 0,-20 14-6 0 0,-1 0 0 0 0,0 0 0 0 0,0 0 0 0 0,0 0 0 0 0,0 0 0 0 0,-1-1 0 0 0,1 1 0 0 0,-1-1 0 0 0,4-7 0 0 0,-5 6 31 0 0,1 0 0 0 0,-1-1 0 0 0,0 1 0 0 0,0-1 0 0 0,-1-10 0 0 0,0 16-54 0 0,0 0 1 0 0,-1 0-1 0 0,1 0 0 0 0,0-1 0 0 0,-1 1 1 0 0,1 0-1 0 0,0 0 0 0 0,-1 0 0 0 0,1 0 1 0 0,0 0-1 0 0,-1 0 0 0 0,1 0 0 0 0,0 0 1 0 0,-1 0-1 0 0,1 0 0 0 0,0 0 0 0 0,-1 0 0 0 0,1 1 1 0 0,0-1-1 0 0,-1 0 0 0 0,1 0 0 0 0,0 0 1 0 0,-1 0-1 0 0,1 0 0 0 0,0 1 0 0 0,-1-1 1 0 0,1 0-1 0 0,0 0 0 0 0,0 1 0 0 0,-1-1 1 0 0,1 0-1 0 0,0 1 0 0 0,-12 7-133 0 0,-28 35 87 0 0,38-40 50 0 0,1 0 0 0 0,-1 0 0 0 0,1 1 0 0 0,0-1 0 0 0,0 0 0 0 0,1 1 0 0 0,-1-1 0 0 0,1 0-1 0 0,-1 1 1 0 0,1-1 0 0 0,0 1 0 0 0,1 6 0 0 0,-1-2-21 0 0,0-6 22 0 0,0 0 1 0 0,0 0-1 0 0,0-1 1 0 0,0 1 0 0 0,1 0-1 0 0,-1 0 1 0 0,1 0-1 0 0,-1 0 1 0 0,1 0 0 0 0,-1-1-1 0 0,1 1 1 0 0,0 0-1 0 0,0-1 1 0 0,0 1-1 0 0,0 0 1 0 0,0-1 0 0 0,0 1-1 0 0,0-1 1 0 0,1 0-1 0 0,-1 1 1 0 0,0-1 0 0 0,1 0-1 0 0,-1 0 1 0 0,1 1-1 0 0,-1-1 1 0 0,3 0 0 0 0,-4 0 1 0 0,6 2 8 0 0,1 1-1 0 0,-1-1 0 0 0,1-1 1 0 0,-1 1-1 0 0,1-1 0 0 0,0 0 1 0 0,0 0-1 0 0,0-1 0 0 0,0 0 1 0 0,0-1-1 0 0,0 1 0 0 0,0-1 1 0 0,0 0-1 0 0,0-1 0 0 0,8-1 1 0 0,-11 1 9 0 0,1 0 1 0 0,0 0 0 0 0,-1 0-1 0 0,1-1 1 0 0,-1 1 0 0 0,0-1-1 0 0,0 0 1 0 0,1 0 0 0 0,-1-1-1 0 0,0 0 1 0 0,4-3-1 0 0,4-4 47 0 0,-1-1-1 0 0,10-13 0 0 0,7-7 30 0 0,-21 23-65 0 0,0-1 0 0 0,-1 0-1 0 0,0-1 1 0 0,0 1 0 0 0,-1-1-1 0 0,6-17 1 0 0,4-6 17 0 0,18-51 96 0 0,-28 70 88 0 0,-10 23-149 0 0,-2 6-79 0 0,1 0-1 0 0,1 1 1 0 0,0 0-1 0 0,1 0 1 0 0,0 1 0 0 0,2-1-1 0 0,0 1 1 0 0,1-1 0 0 0,0 1-1 0 0,3 18 1 0 0,-2-30 4 0 0,1 0 1 0 0,0 0-1 0 0,0 0 0 0 0,1 0 1 0 0,-1 0-1 0 0,1 0 0 0 0,0 0 1 0 0,1 0-1 0 0,-1-1 1 0 0,1 1-1 0 0,0-1 0 0 0,0 0 1 0 0,0 0-1 0 0,0 0 0 0 0,1 0 1 0 0,-1 0-1 0 0,1-1 0 0 0,0 0 1 0 0,1 0-1 0 0,-1 0 1 0 0,5 3-1 0 0,-3-4-7 0 0,0 1 0 0 0,0-2-1 0 0,0 1 1 0 0,0 0 0 0 0,0-1 0 0 0,1 0 0 0 0,-1-1-1 0 0,0 1 1 0 0,1-1 0 0 0,-1 0 0 0 0,0-1 0 0 0,1 0-1 0 0,-1 0 1 0 0,0 0 0 0 0,0-1 0 0 0,0 1 0 0 0,0-2-1 0 0,0 1 1 0 0,7-4 0 0 0,7-5-915 0 0,27-20 1 0 0,-10-4-5897 0 0,-26 25-1651 0 0,0 3-4001 0 0</inkml:trace>
</inkml:ink>
</file>

<file path=ppt/ink/ink1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0T13:08:02.93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0 20836 0 0,'0'0'7651'0'0,"22"2"-7544"0"0,-4-1-107 0 0,133 4-141 0 0,-112-7-1255 0 0,-22 0-3816 0 0,-14 1 3429 0 0</inkml:trace>
</inkml:ink>
</file>

<file path=ppt/ink/ink1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0T13:08:04.57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0 340 17948 0 0,'0'0'10259'0'0,"10"-11"-10193"0"0,121-162 603 0 0,-91 97-405 0 0,-30 53 10 0 0,-9 19-120 0 0,-5 15-267 0 0,-28 55 12 0 0,15-23 84 0 0,12-31 11 0 0,0-1-1 0 0,1 1 0 0 0,-3 13 1 0 0,0 4 14 0 0,3-16-16 0 0,2 1 0 0 0,-3 17 0 0 0,5-27 8 0 0,0 0-1 0 0,0 0 1 0 0,0-1 0 0 0,0 1 0 0 0,1 0 0 0 0,-1 0-1 0 0,1-1 1 0 0,0 1 0 0 0,1 0 0 0 0,-1-1 0 0 0,0 1-1 0 0,5 5 1 0 0,-3-4 6 0 0,0-1 0 0 0,0 1-1 0 0,1-1 1 0 0,0 0 0 0 0,0 0-1 0 0,0 0 1 0 0,0-1 0 0 0,1 0-1 0 0,0 0 1 0 0,-1 0 0 0 0,8 3-1 0 0,-9-4 17 0 0,0-1-1 0 0,0 0 1 0 0,0 0 0 0 0,0-1-1 0 0,0 1 1 0 0,0 0-1 0 0,1-1 1 0 0,-1 0 0 0 0,0 0-1 0 0,0 0 1 0 0,1 0-1 0 0,-1-1 1 0 0,0 1 0 0 0,0-1-1 0 0,0 1 1 0 0,1-1-1 0 0,-1 0 1 0 0,0-1 0 0 0,0 1-1 0 0,3-2 1 0 0,12-10 58 0 0,-1-1 0 0 0,0 0 0 0 0,-1-1 0 0 0,-1 0 1 0 0,0-1-1 0 0,16-24 0 0 0,6-6-53 0 0,-25 31-36 0 0,16-26 1 0 0,-3 2-23 0 0,31-50-72 0 0,-20 28 342 0 0,-35 61-74 0 0,-22 11-290 0 0,3 10 118 0 0,2 1 0 0 0,0 1 0 0 0,2 0 0 0 0,0 1 0 0 0,2 1 0 0 0,0 0 0 0 0,-13 44 0 0 0,21-51 22 0 0,1 0 0 0 0,0 0 1 0 0,1 0-1 0 0,2 35 0 0 0,0-36 90 0 0,7-29 301 0 0,-5 3-410 0 0,0 0 0 0 0,1 0 1 0 0,0 0-1 0 0,0 0 0 0 0,1 1 1 0 0,0 0-1 0 0,1-1 1 0 0,0 1-1 0 0,0 1 0 0 0,9-11 1 0 0,-11 14-20 0 0,1 1 0 0 0,-1-2 0 0 0,0 1 0 0 0,5-9 0 0 0,-8 12-5 0 0,2 4-77 0 0,1-1 70 0 0,-1 1 0 0 0,0-1 0 0 0,0 1 0 0 0,-1 0-1 0 0,1 0 1 0 0,0 0 0 0 0,-1 0 0 0 0,0 0 0 0 0,2 6 0 0 0,-3-8 24 0 0,3 4 12 0 0,1-1 0 0 0,-1 0-1 0 0,0 0 1 0 0,1 0 0 0 0,0 0 0 0 0,0-1-1 0 0,0 1 1 0 0,0-1 0 0 0,1 0-1 0 0,6 3 1 0 0,-4-3 4 0 0,-1 0 0 0 0,1 0-1 0 0,0-1 1 0 0,-1 0 0 0 0,1-1 0 0 0,0 0-1 0 0,0 0 1 0 0,0 0 0 0 0,0 0-1 0 0,0-1 1 0 0,0-1 0 0 0,0 1 0 0 0,0-1-1 0 0,0 0 1 0 0,0-1 0 0 0,0 1-1 0 0,-1-1 1 0 0,1-1 0 0 0,0 1 0 0 0,-1-1-1 0 0,0-1 1 0 0,8-3 0 0 0,-1-2 7 0 0,-1 0 1 0 0,0-1 0 0 0,0 0 0 0 0,-1-1-1 0 0,0 0 1 0 0,0-1 0 0 0,-2 0-1 0 0,17-26 1 0 0,-22 30 3 0 0,-1 1 0 0 0,-1-1 0 0 0,1 1-1 0 0,-1-1 1 0 0,0 0 0 0 0,-1 0 0 0 0,0 0 0 0 0,0 0 0 0 0,-1-12 0 0 0,0 20-17 0 0,0 0 0 0 0,0-1 0 0 0,0 1 0 0 0,0 0 0 0 0,0-1 0 0 0,0 1 0 0 0,0 0-1 0 0,0-1 1 0 0,0 1 0 0 0,0 0 0 0 0,0-1 0 0 0,0 1 0 0 0,0 0 0 0 0,0-1 0 0 0,0 1 0 0 0,0 0 0 0 0,-1-1 0 0 0,1 1 0 0 0,0 0 0 0 0,0-1 0 0 0,0 1 0 0 0,-1 0 0 0 0,1 0 0 0 0,0-1 0 0 0,0 1 0 0 0,-1 0 0 0 0,1 0 0 0 0,0 0 0 0 0,0-1 0 0 0,-1 1 0 0 0,1 0 0 0 0,0 0 0 0 0,-1 0 0 0 0,-11 4-114 0 0,-11 15-73 0 0,20-15 179 0 0,0 0 0 0 0,0 0-1 0 0,1 0 1 0 0,-1 1 0 0 0,1-1 0 0 0,0 1 0 0 0,0-1-1 0 0,0 1 1 0 0,1 0 0 0 0,-1 0 0 0 0,0 5-1 0 0,1 0 5 0 0,0 0-1 0 0,1 0 0 0 0,0-1 0 0 0,0 1 1 0 0,2 10-1 0 0,-1-17 9 0 0,0-1 1 0 0,-1 1 0 0 0,1-1-1 0 0,1 1 1 0 0,-1-1-1 0 0,0 0 1 0 0,0 1-1 0 0,1-1 1 0 0,-1 0 0 0 0,1 0-1 0 0,0 0 1 0 0,-1 0-1 0 0,1 0 1 0 0,0-1-1 0 0,0 1 1 0 0,1-1 0 0 0,-1 1-1 0 0,0-1 1 0 0,0 0-1 0 0,1 1 1 0 0,-1-1 0 0 0,0 0-1 0 0,1-1 1 0 0,-1 1-1 0 0,1 0 1 0 0,3 0-1 0 0,1 0 20 0 0,0 0 0 0 0,0 0 1 0 0,1 0-1 0 0,-1-1 0 0 0,0 0 0 0 0,1-1 0 0 0,-1 1 0 0 0,10-4 0 0 0,-1-1-6 0 0,0-1 0 0 0,-1-1 1 0 0,0-1-1 0 0,0 0 0 0 0,0-1 0 0 0,23-19 0 0 0,29-17-8 0 0,-59 39-14 0 0,-6 4-9 0 0,1 1 1 0 0,-1-1-1 0 0,1 0 0 0 0,0 1 1 0 0,0-1-1 0 0,0 1 0 0 0,0 0 1 0 0,5-1-1 0 0,-2 30-202 0 0,-5-20 222 0 0,0 1-1 0 0,0 0 1 0 0,-1 0-1 0 0,0 0 0 0 0,-2 10 1 0 0,2-16 12 0 0,0 1 0 0 0,-1 0 1 0 0,0-1-1 0 0,0 0 0 0 0,0 1 1 0 0,0-1-1 0 0,0 0 0 0 0,-1 1 1 0 0,0-1-1 0 0,1 0 0 0 0,-1 0 0 0 0,0 0 1 0 0,-1-1-1 0 0,1 1 0 0 0,-3 3 1 0 0,4-6-2 0 0,0 1 1 0 0,-1-1 0 0 0,1 1 0 0 0,0-1-1 0 0,0 0 1 0 0,0 1 0 0 0,0-1-1 0 0,-1 0 1 0 0,1 0 0 0 0,0 0 0 0 0,0 0-1 0 0,-1 0 1 0 0,1 0 0 0 0,0 0 0 0 0,0 0-1 0 0,0 0 1 0 0,-1-1 0 0 0,1 1 0 0 0,0 0-1 0 0,0-1 1 0 0,0 1 0 0 0,0-1-1 0 0,-1 1 1 0 0,1-1 0 0 0,0 0 0 0 0,0 0-1 0 0,0 1 1 0 0,0-2 0 0 0,-3-1 6 0 0,1 1-1 0 0,0-1 1 0 0,1 0 0 0 0,-1 0 0 0 0,0 0-1 0 0,1 0 1 0 0,-3-5 0 0 0,3-3 14 0 0,2 10-40 0 0,0 1 1 0 0,0-1-1 0 0,1 1 1 0 0,-1 0-1 0 0,0-1 1 0 0,0 1-1 0 0,0-1 0 0 0,0 1 1 0 0,0-1-1 0 0,0 1 1 0 0,0 0-1 0 0,0-1 1 0 0,0 1-1 0 0,0-1 0 0 0,-1 1 1 0 0,1-1-1 0 0,0 1 1 0 0,0 0-1 0 0,0-1 1 0 0,0 1-1 0 0,-1 0 1 0 0,1-1-1 0 0,0 1 0 0 0,0 0 1 0 0,-1-1-1 0 0,1 1 1 0 0,0 0-1 0 0,-1-1 1 0 0,1 1-1 0 0,0 0 0 0 0,-1 0 1 0 0,1-1-1 0 0,0 1 1 0 0,-1 0-1 0 0,1 0 1 0 0,-1 0-1 0 0,0-1 0 0 0,1 4-70 0 0,0 1 0 0 0,0-1 0 0 0,1 0 0 0 0,-1 0 0 0 0,1 0 0 0 0,1 5 0 0 0,0-5 70 0 0,0 0 0 0 0,0-1 0 0 0,0 1 0 0 0,1-1-1 0 0,-1 1 1 0 0,0-1 0 0 0,1 0 0 0 0,0 0 0 0 0,0 0 0 0 0,0 0-1 0 0,0-1 1 0 0,0 1 0 0 0,0-1 0 0 0,0 1 0 0 0,4 0-1 0 0,3 1 12 0 0,0-1-1 0 0,1 0 1 0 0,16 2-1 0 0,-10-3-3 0 0,-1-1 0 0 0,1-1 0 0 0,0 0 0 0 0,-1-1 0 0 0,0-1 0 0 0,1 0-1 0 0,-1-1 1 0 0,0-1 0 0 0,20-9 0 0 0,-23 10-1 0 0,-1-2 0 0 0,1 0 1 0 0,-1 0-1 0 0,0-1 0 0 0,-1-1 0 0 0,1 0 0 0 0,-2 0 0 0 0,1-1 0 0 0,-1 0 0 0 0,-1-1 0 0 0,1 0 0 0 0,-2-1 1 0 0,12-17-1 0 0,-18 25 0 0 0,0 0 16 0 0,1-1-1 0 0,-1 0 0 0 0,0 0 1 0 0,0 1-1 0 0,-1-1 0 0 0,1-1 1 0 0,-1 1-1 0 0,0 0 0 0 0,0 0 1 0 0,1-8-1 0 0,-3 12-16 0 0,1-1 0 0 0,0 1 0 0 0,0-1 1 0 0,-1 1-1 0 0,1-1 0 0 0,-1 1 0 0 0,1-1 0 0 0,0 1 0 0 0,-1-1 1 0 0,1 1-1 0 0,-1 0 0 0 0,1-1 0 0 0,-1 1 0 0 0,1 0 0 0 0,-1-1 0 0 0,1 1 1 0 0,-1 0-1 0 0,1 0 0 0 0,-1-1 0 0 0,0 1 0 0 0,1 0 0 0 0,-1 0 1 0 0,1 0-1 0 0,-1 0 0 0 0,0 0 0 0 0,1 0 0 0 0,-1 0 0 0 0,1 0 0 0 0,-1 0 1 0 0,0 0-1 0 0,1 0 0 0 0,-2 1 0 0 0,-20 3-56 0 0,14 1 52 0 0,1 1 0 0 0,-1 0 0 0 0,1-1 0 0 0,1 2 0 0 0,-1-1 0 0 0,1 1 1 0 0,1 0-1 0 0,-1 1 0 0 0,-5 8 0 0 0,8-11 3 0 0,1-1 0 0 0,-1 1 1 0 0,1 0-1 0 0,0 0 0 0 0,0-1 0 0 0,1 1 0 0 0,-1 0 1 0 0,1 0-1 0 0,0 1 0 0 0,0-1 0 0 0,1 0 0 0 0,0 0 0 0 0,0 0 1 0 0,0 1-1 0 0,0-1 0 0 0,1 0 0 0 0,2 8 0 0 0,-1-7 15 0 0,1-1 0 0 0,-1 1-1 0 0,2-1 1 0 0,-1 0-1 0 0,0 0 1 0 0,1 0 0 0 0,0-1-1 0 0,0 1 1 0 0,0-1 0 0 0,1 0-1 0 0,0 0 1 0 0,-1-1-1 0 0,1 1 1 0 0,0-1 0 0 0,1 0-1 0 0,-1 0 1 0 0,1-1 0 0 0,-1 0-1 0 0,1 0 1 0 0,0 0-1 0 0,0 0 1 0 0,-1-1 0 0 0,1 0-1 0 0,0 0 1 0 0,8-1-1 0 0,-5 1-161 0 0,1-1-1 0 0,-1-1 1 0 0,0 0-1 0 0,1 0 0 0 0,-1 0 1 0 0,0-1-1 0 0,9-4 1 0 0,-11 4-419 0 0,-1-1 1 0 0,1 1-1 0 0,-1-2 0 0 0,0 1 1 0 0,0-1-1 0 0,0 1 1 0 0,-1-2-1 0 0,0 1 1 0 0,8-7-1 0 0,-5-1-7668 0 0</inkml:trace>
</inkml:ink>
</file>

<file path=ppt/ink/ink1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0T13:08:04.88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16 22653 0 0,'0'0'7971'0'0,"24"4"-7622"0"0,77 11-111 0 0,-85-13-205 0 0,0 0 0 0 0,1-2 1 0 0,-1 1-1 0 0,0-2 0 0 0,27-4 0 0 0,-14 1-18 0 0,67-7 26 0 0,-12 2-1894 0 0,-30 2-4406 0 0,-41 4-6373 0 0</inkml:trace>
</inkml:ink>
</file>

<file path=ppt/ink/ink1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0T13:08:12.77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362 953 3089 0 0,'0'0'19217'0'0,"28"0"-15499"0"0,-13 2-3319 0 0,1-1 0 0 0,-1 2 0 0 0,22 6 0 0 0,9 1-154 0 0,45 2 302 0 0,1-4 1 0 0,0-5-1 0 0,93-7 0 0 0,143-32 339 0 0,-215 18-639 0 0,86-10-41 0 0,-105 20-128 0 0,-24 3 35 0 0,90-17-1 0 0,-149 19-46 0 0,0-1 0 0 0,-1 0 0 0 0,0 0 0 0 0,0-1 0 0 0,0 0 1 0 0,-1-1-1 0 0,0 0 0 0 0,0-1 0 0 0,0 1 0 0 0,-1-2 0 0 0,0 1 0 0 0,10-13 0 0 0,-13 14-58 0 0,-1 1 1 0 0,0-1-1 0 0,-1 0 0 0 0,0 0 1 0 0,0-1-1 0 0,0 1 0 0 0,0-1 1 0 0,-1 1-1 0 0,0-1 1 0 0,-1 0-1 0 0,1 0 0 0 0,-1 0 1 0 0,0-14-1 0 0,-2 7 8 0 0,1-1 0 0 0,-2 0-1 0 0,0 1 1 0 0,-1 0 0 0 0,-7-23 0 0 0,-1-2-16 0 0,9 28 0 0 0,-1 0 0 0 0,0 1 0 0 0,-1-1 0 0 0,-5-11 0 0 0,-4-7 0 0 0,11 23 0 0 0,0 0 0 0 0,-1 0 0 0 0,0 0 0 0 0,-6-10 0 0 0,-26-46 0 0 0,23 47 0 0 0,0 0 0 0 0,-1 1 0 0 0,0 1 0 0 0,-1 0 0 0 0,-1 1 0 0 0,0 0 0 0 0,-18-10 0 0 0,-123-58 0 0 0,135 70 0 0 0,-14-3 0 0 0,23 9 0 0 0,0 0 0 0 0,-18-10 0 0 0,-75-40 0 0 0,74 40 0 0 0,14 7 0 0 0,0 0 0 0 0,0 1 0 0 0,-1 1 0 0 0,0 1 0 0 0,1 1 0 0 0,-35-2 0 0 0,-111 7 0 0 0,122 0 0 0 0,-398 30 0 0 0,385-26 0 0 0,0 1 0 0 0,0 3 0 0 0,-57 19 0 0 0,59-11 0 0 0,1 2 0 0 0,1 2 0 0 0,-49 30 0 0 0,85-42 0 0 0,-1 0 0 0 0,2 1 0 0 0,-25 24 0 0 0,31-28 0 0 0,0 1 0 0 0,1 0 0 0 0,0 0 0 0 0,0 1 0 0 0,1 0 0 0 0,0 0 0 0 0,-7 19 0 0 0,10-21 0 0 0,0-1 0 0 0,1 1 0 0 0,0 0 0 0 0,0 0 0 0 0,0 0 0 0 0,1 1 0 0 0,0-1 0 0 0,1 0 0 0 0,0 0 0 0 0,0 0 0 0 0,0 0 0 0 0,1 0 0 0 0,0-1 0 0 0,0 1 0 0 0,1 0 0 0 0,0-1 0 0 0,0 0 0 0 0,0 1 0 0 0,6 7 0 0 0,6 9 0 0 0,-4-5 0 0 0,0-1 0 0 0,1-1 0 0 0,20 21 0 0 0,28 20 0 0 0,-22-21 0 0 0,42 49 0 0 0,-24-8 0 0 0,-42-54 0 0 0,-13-21 0 0 0,1 1 0 0 0,-1-1 0 0 0,0 1 0 0 0,1-1 0 0 0,-1 0 0 0 0,1 1 0 0 0,0-1 0 0 0,-1 0 0 0 0,5 3 0 0 0,-4-3 0 0 0,1 1 0 0 0,0-1 0 0 0,-1 0 0 0 0,1-1 0 0 0,0 1 0 0 0,0 0 0 0 0,0-1 0 0 0,0 1 0 0 0,0-1 0 0 0,0 0 0 0 0,1 0 0 0 0,-1 0 0 0 0,0-1 0 0 0,1 1 0 0 0,-1-1 0 0 0,0 0 0 0 0,1 0 0 0 0,-1 0 0 0 0,0 0 0 0 0,1 0 0 0 0,-1-1 0 0 0,5-1 0 0 0,84-31-5934 0 0,-31 10-2854 0 0,-48 19-4904 0 0</inkml:trace>
</inkml:ink>
</file>

<file path=ppt/ink/ink1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0T13:08:14.83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252 851 2785 0 0,'0'0'20751'0'0,"-3"-1"-20661"0"0,-7-1-14 0 0,20 5 670 0 0,23 8 892 0 0,2-2-728 0 0,1-2 0 0 0,70 4 1 0 0,70-13-95 0 0,47 4-147 0 0,-203 0-590 0 0,-6-1-37 0 0,0 0 0 0 0,0 1 0 0 0,0 1 0 0 0,26 8 0 0 0,-23-5 36 0 0,1-1 1 0 0,0-1-1 0 0,0 0 1 0 0,26 1-1 0 0,79-1 86 0 0,-39-3-63 0 0,151 5 186 0 0,-44 0-126 0 0,11-11-96 0 0,-117-1-23 0 0,90-2 16 0 0,-54 8 85 0 0,157-20 0 0 0,-137 9-158 0 0,-57 6 41 0 0,-77 5-26 0 0,21-2 27 0 0,0 0 0 0 0,0-2 1 0 0,0-1-1 0 0,-1-1 0 0 0,44-16 1 0 0,-68 20-18 0 0,0 0 1 0 0,0 0-1 0 0,0 0 1 0 0,0 0-1 0 0,-1-1 0 0 0,1 1 1 0 0,-1-1-1 0 0,1 0 1 0 0,-1 0-1 0 0,0 0 1 0 0,0 0-1 0 0,0 0 1 0 0,0 0-1 0 0,-1-1 1 0 0,1 1-1 0 0,-1 0 1 0 0,0-1-1 0 0,0 1 1 0 0,0-1-1 0 0,-1 1 1 0 0,1-7-1 0 0,0 5 5 0 0,-1 0-1 0 0,0-1 0 0 0,0 1 1 0 0,0 0-1 0 0,0 0 0 0 0,-1 0 0 0 0,0-1 1 0 0,0 1-1 0 0,-1 0 0 0 0,1 0 1 0 0,-1 0-1 0 0,0 0 0 0 0,0 1 1 0 0,-5-8-1 0 0,-139-169-49 0 0,12 36 57 0 0,113 127-41 0 0,-1 1 0 0 0,0 1 1 0 0,-2 0-1 0 0,0 2 0 0 0,0 1 1 0 0,-1 1-1 0 0,-38-13 0 0 0,0 6-15 0 0,-130-23-1 0 0,-15 4 76 0 0,-42-8-82 0 0,59 13 74 0 0,-208-23-14 0 0,399 56-19 0 0,-225-10 13 0 0,164 11-21 0 0,-102 12 0 0 0,135-6 15 0 0,0 0 0 0 0,0 2-1 0 0,1 1 1 0 0,-47 24 0 0 0,25-11 9 0 0,-55 34 2 0 0,64-34-12 0 0,-165 109 64 0 0,187-122-66 0 0,1 2-1 0 0,1 0 0 0 0,0 1 0 0 0,1 1 0 0 0,0 0 1 0 0,1 1-1 0 0,0 0 0 0 0,2 2 0 0 0,0-1 1 0 0,0 1-1 0 0,-9 21 0 0 0,16-28-3 0 0,1 1 0 0 0,0 0 0 0 0,1 0 0 0 0,-4 19 0 0 0,5-23 0 0 0,2-1 0 0 0,-1 1 0 0 0,1 0 0 0 0,0-1 0 0 0,0 1 0 0 0,1-1 0 0 0,0 1 0 0 0,0-1 0 0 0,3 10 0 0 0,4 7 0 0 0,1-1 1 0 0,2 0-1 0 0,15 25 0 0 0,-21-39 0 0 0,1 0-1 0 0,0-1 1 0 0,0 1-1 0 0,1-1 1 0 0,0 0-1 0 0,0-1 1 0 0,1 1-1 0 0,0-2 1 0 0,0 1-1 0 0,16 8 1 0 0,-16-11-122 0 0,0 0 0 0 0,0 0-1 0 0,0-1 1 0 0,0 0 0 0 0,0-1 0 0 0,14 1-1 0 0,26-4-7436 0 0,-36-1-5195 0 0</inkml:trace>
</inkml:ink>
</file>

<file path=ppt/ink/ink1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0T13:08:38.86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210 269 0 0 0,'0'0'18237'0'0,"3"1"-17257"0"0,-2-1-891 0 0,-1 0 0 0 0,1 1 0 0 0,0-1 0 0 0,0 0 0 0 0,0 0 0 0 0,-1 0 1 0 0,1 0-1 0 0,0 0 0 0 0,0 0 0 0 0,0 0 0 0 0,-1 0 0 0 0,1 0 0 0 0,0 0 0 0 0,0 0 0 0 0,0-1 0 0 0,-1 1 0 0 0,1 0 0 0 0,0-1 0 0 0,0 1 0 0 0,-1 0 0 0 0,1-1 0 0 0,0 1 0 0 0,-1-1 0 0 0,1 1 0 0 0,0-1 0 0 0,0 0 0 0 0,0-1 136 0 0,1 0 0 0 0,-1 0 0 0 0,0-1 1 0 0,0 1-1 0 0,0 0 0 0 0,0-1 0 0 0,0 1 1 0 0,0-1-1 0 0,0-2 0 0 0,4-17 552 0 0,-2 12-487 0 0,-1-1 1 0 0,0 1-1 0 0,-1 0 0 0 0,1-12 1 0 0,-2 20-255 0 0,0 1 0 0 0,-1-1 1 0 0,1 1-1 0 0,0-1 1 0 0,0 1-1 0 0,-1-1 0 0 0,1 1 1 0 0,0-1-1 0 0,-1 1 1 0 0,0 0-1 0 0,1-1 0 0 0,-1 1 1 0 0,0 0-1 0 0,0-1 1 0 0,0 1-1 0 0,1 0 0 0 0,-1 0 1 0 0,0 0-1 0 0,-1 0 1 0 0,0-1-1 0 0,-1 0-13 0 0,1 1 0 0 0,-1-1 0 0 0,0 1 1 0 0,1 0-1 0 0,-1 0 0 0 0,0 0 0 0 0,1 0 0 0 0,-1 1 0 0 0,0-1 1 0 0,-4 1-1 0 0,2-1-44 0 0,-1 1 0 0 0,0 0-1 0 0,1 1 1 0 0,-1-1 0 0 0,0 1 0 0 0,1 0 0 0 0,-1 0 0 0 0,1 1 0 0 0,-1 0 0 0 0,-8 4-1 0 0,2 3 12 0 0,1-1-1 0 0,0 2 1 0 0,0 0-1 0 0,1 0 1 0 0,1 1-1 0 0,-1 0 1 0 0,2 1-1 0 0,0-1 1 0 0,-10 20-1 0 0,15-25 8 0 0,0 0 1 0 0,1 0-1 0 0,0 0 1 0 0,0 0-1 0 0,1 1 1 0 0,-1-1-1 0 0,1 0 1 0 0,1 1-1 0 0,-1-1 0 0 0,1 1 1 0 0,0-1-1 0 0,2 12 1 0 0,-1-17 3 0 0,-1 0 1 0 0,1 1 0 0 0,0-1 0 0 0,-1 0 0 0 0,1 1-1 0 0,0-1 1 0 0,0 0 0 0 0,0 0 0 0 0,0 0-1 0 0,0 0 1 0 0,0 0 0 0 0,0 0 0 0 0,1 0-1 0 0,-1 0 1 0 0,0-1 0 0 0,1 1 0 0 0,-1 0-1 0 0,0-1 1 0 0,1 1 0 0 0,-1-1 0 0 0,1 1-1 0 0,-1-1 1 0 0,0 0 0 0 0,1 1 0 0 0,-1-1-1 0 0,1 0 1 0 0,2 0 0 0 0,0 0 40 0 0,0 0 0 0 0,-1 0 0 0 0,1 0 0 0 0,-1-1 0 0 0,1 1 0 0 0,-1-1 0 0 0,1 0 0 0 0,-1 0 0 0 0,1 0 0 0 0,5-3-1 0 0,-5 1 8 0 0,1-1 0 0 0,-1 1 0 0 0,0-1 0 0 0,0 0 0 0 0,-1 0 0 0 0,1 0 0 0 0,-1-1 0 0 0,0 1 0 0 0,0-1 0 0 0,0 0 0 0 0,-1 1 0 0 0,0-1 0 0 0,0-1-1 0 0,0 1 1 0 0,1-6 0 0 0,5-16 202 0 0,-4 18-296 0 0,-4 9 33 0 0,0 0 1 0 0,0 0-1 0 0,0 0 0 0 0,0 0 1 0 0,0 0-1 0 0,0 0 0 0 0,0 0 0 0 0,0 0 1 0 0,0 0-1 0 0,0 0 0 0 0,0 0 1 0 0,0 0-1 0 0,0 0 0 0 0,0 0 0 0 0,0 0 1 0 0,0 0-1 0 0,0 1 0 0 0,0-1 1 0 0,0 0-1 0 0,1 0 0 0 0,-1 0 1 0 0,0 0-1 0 0,0 0 0 0 0,0 0 0 0 0,0 0 1 0 0,0 0-1 0 0,0 0 0 0 0,0 0 1 0 0,0 0-1 0 0,0 0 0 0 0,0 0 1 0 0,0 0-1 0 0,0 0 0 0 0,0 0 0 0 0,0 0 1 0 0,0 0-1 0 0,0 0 0 0 0,0 0 1 0 0,0 0-1 0 0,0 0 0 0 0,1 0 0 0 0,-1 0 1 0 0,0 0-1 0 0,0 0 0 0 0,0 0 1 0 0,0 0-1 0 0,0 0 0 0 0,10 131 8 0 0,-9-108 10 0 0,0-16 0 0 0,-1 1 0 0 0,0 0-1 0 0,0-1 1 0 0,0 1 0 0 0,-1 0 0 0 0,0-1 0 0 0,-1 1 0 0 0,-4 14 0 0 0,0-11 6 0 0,2-2 16 0 0,1-1 1 0 0,-2 1-1 0 0,1-1 1 0 0,-1 0 0 0 0,-1 0-1 0 0,1-1 1 0 0,-1 0-1 0 0,-1 0 1 0 0,-13 12-1 0 0,10-12 65 0 0,-22 13 150 0 0,30-19-228 0 0,0-1-1 0 0,0 1 1 0 0,1 0 0 0 0,-1-1 0 0 0,0 1 0 0 0,0-1 0 0 0,0 1 0 0 0,0-1 0 0 0,0 0-1 0 0,0 0 1 0 0,0 0 0 0 0,0 0 0 0 0,0 0 0 0 0,0-1 0 0 0,1 1 0 0 0,-4-1-1 0 0,4 0-12 0 0,0 1 0 0 0,0-1 0 0 0,0 0 0 0 0,0 1-1 0 0,-1-1 1 0 0,1 0 0 0 0,0 0 0 0 0,1 0 0 0 0,-1 0-1 0 0,0 0 1 0 0,0 0 0 0 0,0 0 0 0 0,0 0 0 0 0,1 0-1 0 0,-1 0 1 0 0,0-3 0 0 0,0 3-13 0 0,1 1 0 0 0,0-1 0 0 0,0 0 0 0 0,-1 1 0 0 0,1-1 0 0 0,0 0-1 0 0,0 1 1 0 0,0-1 0 0 0,0 0 0 0 0,0 1 0 0 0,0-1 0 0 0,0 0 0 0 0,0 1 0 0 0,0-1 0 0 0,1 0 0 0 0,-1 1 0 0 0,0-1 0 0 0,0 0-1 0 0,1 1 1 0 0,-1-1 0 0 0,0 0 0 0 0,1 1 0 0 0,-1-1 0 0 0,0 1 0 0 0,1-1 0 0 0,-1 1 0 0 0,1-1 0 0 0,-1 1 0 0 0,1-1 0 0 0,-1 1-1 0 0,2-1 1 0 0,143-69-72 0 0,-102 52 105 0 0,-1-2-1 0 0,65-41 1 0 0,-95 53-12 0 0,-1 0 0 0 0,-1-1 0 0 0,0 0-1 0 0,0-1 1 0 0,12-14 0 0 0,-18 18 27 0 0,-1 1 0 0 0,1-1 0 0 0,-1 0 0 0 0,0-1 0 0 0,0 1 0 0 0,-1 0 0 0 0,0-1 0 0 0,0 1 0 0 0,0-1 0 0 0,-1 0 0 0 0,0 0 0 0 0,0 1 0 0 0,-1-8 0 0 0,0 5-4 0 0,1 8-18 0 0,-1-1 0 0 0,0 0 0 0 0,0 0-1 0 0,0 0 1 0 0,0 0 0 0 0,0 0 0 0 0,0 0 0 0 0,-1 0-1 0 0,1 0 1 0 0,0 1 0 0 0,-1-1 0 0 0,0 0 0 0 0,1 0-1 0 0,-1 1 1 0 0,0-1 0 0 0,0 0 0 0 0,0 1 0 0 0,0-1-1 0 0,0 0 1 0 0,0 1 0 0 0,-1 0 0 0 0,0-2 0 0 0,-2-1 38 0 0,3 4-69 0 0,1 0 1 0 0,0-1-1 0 0,0 1 1 0 0,-1 0-1 0 0,1 0 1 0 0,0-1-1 0 0,-1 1 0 0 0,1 0 1 0 0,0 0-1 0 0,0 0 1 0 0,-1-1-1 0 0,1 1 1 0 0,-1 0-1 0 0,1 0 1 0 0,0 0-1 0 0,-1 0 1 0 0,1 0-1 0 0,0 0 1 0 0,-1 0-1 0 0,1-1 1 0 0,-1 1-1 0 0,1 0 1 0 0,0 0-1 0 0,-1 1 1 0 0,1-1-1 0 0,0 0 0 0 0,-1 0 1 0 0,1 0-1 0 0,-1 0 1 0 0,1 0-1 0 0,0 0 1 0 0,-1 0-1 0 0,1 1 1 0 0,0-1-1 0 0,-1 0 1 0 0,1 0-1 0 0,0 0 1 0 0,-1 1-1 0 0,1-1 1 0 0,0 0-1 0 0,0 0 1 0 0,-1 1-1 0 0,1-1 1 0 0,0 0-1 0 0,0 1 0 0 0,0-1 1 0 0,-1 1-1 0 0,-5 7-13 0 0,1 0 0 0 0,0 0 0 0 0,0 0 0 0 0,1 1 0 0 0,0 0 0 0 0,0-1 0 0 0,1 2 0 0 0,0-1 0 0 0,-2 14 0 0 0,4-20 25 0 0,1 0 1 0 0,-1 1-1 0 0,1-1 0 0 0,0 0 1 0 0,0 0-1 0 0,0 0 1 0 0,1 0-1 0 0,-1 0 0 0 0,1 0 1 0 0,0 0-1 0 0,-1 0 1 0 0,1 0-1 0 0,1 0 0 0 0,-1 0 1 0 0,0 0-1 0 0,1-1 1 0 0,-1 1-1 0 0,5 4 0 0 0,-4-4 9 0 0,1-1 0 0 0,-1 0 0 0 0,1 0 0 0 0,0 0 0 0 0,0-1 0 0 0,0 1 0 0 0,0-1 0 0 0,0 1 0 0 0,0-1-1 0 0,0 0 1 0 0,0 0 0 0 0,1-1 0 0 0,-1 1 0 0 0,0-1 0 0 0,1 1 0 0 0,-1-1 0 0 0,4 0 0 0 0,3-1 18 0 0,0 0 1 0 0,1 0-1 0 0,-1-1 1 0 0,0-1-1 0 0,0 0 0 0 0,-1 0 1 0 0,1-1-1 0 0,-1 0 1 0 0,1 0-1 0 0,-1-1 1 0 0,-1 0-1 0 0,1-1 1 0 0,-1 0-1 0 0,0 0 1 0 0,0-1-1 0 0,-1 0 0 0 0,13-15 1 0 0,-3 0 51 0 0,-1 1 0 0 0,-1-2 1 0 0,-1 0-1 0 0,-1-1 0 0 0,16-41 0 0 0,-25 53 69 0 0,1-1 1 0 0,-2 1-1 0 0,0-1 0 0 0,0 0 0 0 0,-1 0 1 0 0,0-15-1 0 0,-2 28 185 0 0,0 0-344 0 0,-1 1 1 0 0,0-1-1 0 0,1 1 0 0 0,-1 0 1 0 0,1-1-1 0 0,-1 1 0 0 0,1 0 0 0 0,-1-1 1 0 0,1 1-1 0 0,-1 0 0 0 0,1 0 0 0 0,0-1 1 0 0,-1 1-1 0 0,1 0 0 0 0,0 0 1 0 0,0 0-1 0 0,0 0 0 0 0,0-1 0 0 0,0 1 1 0 0,0 0-1 0 0,0 1 0 0 0,-1-2 4 0 0,-11 44-48 0 0,8-35 62 0 0,1 0 0 0 0,1 0 0 0 0,-4 18-1 0 0,5-19 6 0 0,-1 15 4 0 0,0 0 0 0 0,1 0 0 0 0,1 0 0 0 0,6 37 0 0 0,-3-51-13 0 0,0 0-1 0 0,1 0 0 0 0,0-1 0 0 0,0 1 1 0 0,7 7-1 0 0,-9-14 1 0 0,-1 0 0 0 0,1 0 1 0 0,1 0-1 0 0,-1-1 0 0 0,0 1 1 0 0,0-1-1 0 0,1 1 0 0 0,-1-1 0 0 0,0 0 1 0 0,1 0-1 0 0,-1 0 0 0 0,1 0 1 0 0,0-1-1 0 0,-1 1 0 0 0,4 0 1 0 0,2 0-24 0 0,0 0 1 0 0,-1-1 0 0 0,1 0 0 0 0,7 0 0 0 0,-6-2-171 0 0,-1 0 0 0 0,0-1-1 0 0,1 1 1 0 0,-1-2 0 0 0,12-5 0 0 0,4-2-1371 0 0,-21 10 1011 0 0,0-1 1 0 0,0 1-1 0 0,0-1 0 0 0,0 0 1 0 0,0 0-1 0 0,-1 0 0 0 0,4-4 0 0 0,3-3-4495 0 0,-5 4 265 0 0</inkml:trace>
</inkml:ink>
</file>

<file path=ppt/ink/ink1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0T13:08:39.09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1 13523 0 0,'0'0'10631'0'0,"7"7"-10272"0"0,-3-2-290 0 0,-2-2-46 0 0,0 0 0 0 0,0-1 1 0 0,0 1-1 0 0,0-1 0 0 0,1 0 0 0 0,-1 0 1 0 0,1 0-1 0 0,-1 0 0 0 0,1 0 0 0 0,0 0 0 0 0,0-1 1 0 0,0 1-1 0 0,0-1 0 0 0,0 0 0 0 0,0 0 1 0 0,0 0-1 0 0,6 1 0 0 0,83-1-242 0 0,-72-3-3421 0 0,1 0-3565 0 0,-8 0-4787 0 0</inkml:trace>
</inkml:ink>
</file>

<file path=ppt/ink/ink1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0T13:08:40.44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1 376 11250 0 0,'0'0'12052'0'0,"17"-22"-11648"0"0,53-68-20 0 0,-3 2 929 0 0,-60 78-920 0 0,-1-1 0 0 0,-1 0 0 0 0,9-22 0 0 0,-6 14 713 0 0,-8 15 249 0 0,-5 7-1219 0 0,-7 12-474 0 0,4-1 324 0 0,2 0 0 0 0,0 1 0 0 0,1 0 1 0 0,1 0-1 0 0,0 0 0 0 0,1 1 0 0 0,0-1 0 0 0,0 29 0 0 0,2-36 9 0 0,1 0 1 0 0,1 0 0 0 0,0 0-1 0 0,0 0 1 0 0,2 9-1 0 0,-2-14 5 0 0,1 0 0 0 0,-1 0 0 0 0,0 0 0 0 0,1 0-1 0 0,0-1 1 0 0,-1 1 0 0 0,1-1 0 0 0,0 1 0 0 0,0-1 0 0 0,1 0-1 0 0,-1 0 1 0 0,0 1 0 0 0,1-2 0 0 0,-1 1 0 0 0,1 0 0 0 0,5 2 0 0 0,-2-1 22 0 0,0-1 0 0 0,0 0 0 0 0,0-1 0 0 0,0 0 0 0 0,1 0 0 0 0,-1 0 0 0 0,0 0 0 0 0,0-1 0 0 0,1 0 0 0 0,-1-1 0 0 0,0 1 0 0 0,1-1 0 0 0,-1 0 0 0 0,0-1 0 0 0,0 0 0 0 0,0 0 0 0 0,0 0 0 0 0,0 0 0 0 0,0-1 1 0 0,-1 0-1 0 0,1 0 0 0 0,-1-1 0 0 0,0 0 0 0 0,0 0 0 0 0,0 0 0 0 0,0 0 0 0 0,-1-1 0 0 0,0 1 0 0 0,7-11 0 0 0,9-14 27 0 0,-9 14-12 0 0,-2 1 0 0 0,12-23 0 0 0,6-17-7 0 0,-14 31-36 0 0,12-33 1 0 0,-9 24-12 0 0,-14 29 42 0 0,1-1-1 0 0,-1 0 1 0 0,0 0-1 0 0,0 0 1 0 0,-1-1-1 0 0,1 1 1 0 0,-1 0-1 0 0,0-1 1 0 0,0 1 0 0 0,1-9-1 0 0,-2 13 67 0 0,-19 25-446 0 0,8-10 348 0 0,2-1-1 0 0,-1 2 1 0 0,2-1 0 0 0,0 1-1 0 0,-5 18 1 0 0,3-10 7 0 0,6-14 1 0 0,1 1 0 0 0,0 0 0 0 0,-2 20-1 0 0,-6 23 17 0 0,8-46-23 0 0,1 1 1 0 0,0-1-1 0 0,1 0 1 0 0,-1 13-1 0 0,2-20-19 0 0,1-3 36 0 0,1 1 7 0 0,0-1-1 0 0,-1 1 1 0 0,1-1 0 0 0,-1 0 0 0 0,0 1 0 0 0,1-1-1 0 0,-1 0 1 0 0,0 0 0 0 0,0 0 0 0 0,0 0 0 0 0,0 0-1 0 0,-1-1 1 0 0,2-2 0 0 0,0-1 0 0 0,5-11-37 0 0,1 0-1 0 0,1 1 0 0 0,0 0 1 0 0,1 0-1 0 0,1 1 0 0 0,0 0 1 0 0,15-13-1 0 0,-18 20 52 0 0,-4 4-126 0 0,-4 10-33 0 0,0 10 116 0 0,3 83 130 0 0,-3-96-121 0 0,1 0 0 0 0,-1 1 0 0 0,0-1-1 0 0,1 0 1 0 0,0 1 0 0 0,0-1 0 0 0,0 0 0 0 0,0 0 0 0 0,1 0 0 0 0,-1 0 0 0 0,1 0 0 0 0,-1 0 0 0 0,1 0 0 0 0,0 0 0 0 0,0-1 0 0 0,5 6 0 0 0,-6-7 4 0 0,1-1 0 0 0,-1 1 1 0 0,0 0-1 0 0,1 0 0 0 0,-1-1 1 0 0,0 1-1 0 0,1 0 0 0 0,-1-1 0 0 0,1 1 1 0 0,-1-1-1 0 0,1 0 0 0 0,-1 0 1 0 0,1 1-1 0 0,-1-1 0 0 0,1 0 1 0 0,-1 0-1 0 0,1 0 0 0 0,-1-1 0 0 0,1 1 1 0 0,-1 0-1 0 0,1 0 0 0 0,-1-1 1 0 0,1 1-1 0 0,-1-1 0 0 0,1 0 1 0 0,-1 1-1 0 0,0-1 0 0 0,1 0 0 0 0,-1 0 1 0 0,0 0-1 0 0,0 1 0 0 0,1-2 1 0 0,-1 1-1 0 0,0 0 0 0 0,0 0 0 0 0,0 0 1 0 0,0 0-1 0 0,1-3 0 0 0,75-94-24 0 0,-63 84 31 0 0,-13 14-46 0 0,0 7-22 0 0,1 1 1 0 0,1-1-1 0 0,-1 0 1 0 0,7 11-1 0 0,-5-8 26 0 0,18 64 0 0 0,-22-74 33 0 0,0 1 0 0 0,0-1 0 0 0,0 1 0 0 0,1-1 0 0 0,-1 1 0 0 0,0-1 0 0 0,0 1 1 0 0,1-1-1 0 0,-1 1 0 0 0,0-1 0 0 0,1 1 0 0 0,-1-1 0 0 0,1 0 0 0 0,-1 1 0 0 0,1-1 0 0 0,-1 0 0 0 0,0 1 0 0 0,1-1 0 0 0,-1 0 0 0 0,1 1 0 0 0,-1-1 0 0 0,1 0 1 0 0,0 0-1 0 0,-1 0 0 0 0,1 0 0 0 0,-1 0 0 0 0,1 1 0 0 0,-1-1 0 0 0,1 0 0 0 0,-1 0 0 0 0,1 0 0 0 0,0 0 0 0 0,-1 0 0 0 0,1-1 0 0 0,-1 1 0 0 0,1 0 0 0 0,-1 0 0 0 0,1 0 1 0 0,-1 0-1 0 0,1-1 0 0 0,-1 1 0 0 0,1 0 0 0 0,-1 0 0 0 0,1-1 0 0 0,-1 1 0 0 0,1-1 0 0 0,21-21 145 0 0,-16 16-136 0 0,31-37-23 0 0,-31 35-2 0 0,0 0 0 0 0,0 1 1 0 0,0 0-1 0 0,1 0 0 0 0,1 0 0 0 0,-1 1 1 0 0,1 0-1 0 0,15-9 0 0 0,-22 14 10 0 0,0 1-1 0 0,0-1 0 0 0,0 1 0 0 0,1 0 0 0 0,-1-1 0 0 0,0 1 1 0 0,0 0-1 0 0,0 0 0 0 0,1 0 0 0 0,-1 0 0 0 0,0 0 1 0 0,0 0-1 0 0,1 0 0 0 0,-1 0 0 0 0,0 0 0 0 0,0 0 0 0 0,0 1 1 0 0,1-1-1 0 0,-1 1 0 0 0,0-1 0 0 0,0 1 0 0 0,1 0 1 0 0,0 0 1 0 0,0 1 0 0 0,0 0 0 0 0,0 0 0 0 0,0-1 0 0 0,-1 1 1 0 0,1 0-1 0 0,-1 0 0 0 0,1 1 0 0 0,-1-1 0 0 0,2 3 1 0 0,0 2-2 0 0,-1 0 0 0 0,1-1 1 0 0,-1 1-1 0 0,-1 0 0 0 0,1 0 1 0 0,-1 0-1 0 0,0 10 1 0 0,0 1-72 0 0,-2 35 69 0 0,1-51-40 0 0,0 1 1 0 0,-1-1-1 0 0,1 0 0 0 0,-1 0 0 0 0,1 1 0 0 0,-1-1 0 0 0,0 0 0 0 0,0 0 0 0 0,0 0 0 0 0,0 0 0 0 0,0 0 0 0 0,0 0 0 0 0,0 0 0 0 0,-1-1 0 0 0,1 1 1 0 0,-1 0-1 0 0,1-1 0 0 0,-4 3 0 0 0,3-3-216 0 0,1 0 1 0 0,-1-1 0 0 0,0 1-1 0 0,0-1 1 0 0,1 0-1 0 0,-1 1 1 0 0,0-1 0 0 0,0 0-1 0 0,1 0 1 0 0,-1 0-1 0 0,0 0 1 0 0,0 0-1 0 0,1-1 1 0 0,-1 1 0 0 0,0-1-1 0 0,0 1 1 0 0,1-1-1 0 0,-1 1 1 0 0,0-1 0 0 0,1 0-1 0 0,-1 0 1 0 0,1 0-1 0 0,-1 0 1 0 0,1 0 0 0 0,-1 0-1 0 0,-1-2 1 0 0,-17-17-6154 0 0,5 1-4045 0 0,8 10 6184 0 0</inkml:trace>
</inkml:ink>
</file>

<file path=ppt/ink/ink1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0T13:08:40.58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 7722 0 0,'0'0'19632'0'0,"0"5"-20046"0"0,0 43-46 0 0,0-36-4650 0 0,0-1-5150 0 0</inkml:trace>
</inkml:ink>
</file>

<file path=ppt/ink/ink1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0T13:08:40.80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 16948 0 0,'0'0'11099'0'0,"14"18"-11033"0"0,48 53-89 0 0,-60-69 2 0 0,0 0 0 0 0,1 0 1 0 0,-1-1-1 0 0,0 1 0 0 0,1 0 0 0 0,-1-1 1 0 0,1 0-1 0 0,-1 0 0 0 0,1 1 0 0 0,0-2 1 0 0,0 1-1 0 0,-1 0 0 0 0,1 0 0 0 0,0-1 0 0 0,0 0 1 0 0,0 1-1 0 0,0-1 0 0 0,0 0 0 0 0,-1 0 1 0 0,1-1-1 0 0,0 1 0 0 0,0-1 0 0 0,4-1 1 0 0,4 0-258 0 0,22-2-1560 0 0,-11-1-2691 0 0,-17 4 2527 0 0,14-2-10342 0 0</inkml:trace>
</inkml:ink>
</file>

<file path=ppt/ink/ink1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0T13:08:43.44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1 296 8218 0 0,'0'0'15032'0'0,"19"-1"-14373"0"0,62-7-81 0 0,-77 8-502 0 0,0 0 1 0 0,0-1-1 0 0,0 0 1 0 0,0 0 0 0 0,0 0-1 0 0,-1 0 1 0 0,1-1 0 0 0,-1 1-1 0 0,1-1 1 0 0,-1 0 0 0 0,1 0-1 0 0,-1-1 1 0 0,0 1 0 0 0,0 0-1 0 0,0-1 1 0 0,0 0-1 0 0,-1 0 1 0 0,5-5 0 0 0,3-3 203 0 0,10-11 93 0 0,-1-1 0 0 0,-1-1 0 0 0,-1-1-1 0 0,27-53 1 0 0,-34 54-223 0 0,9-16 447 0 0,-19 39-395 0 0,-8 15-519 0 0,-10 20 255 0 0,1 1 0 0 0,-20 57 0 0 0,21-50 38 0 0,-2 4-74 0 0,2 1 0 0 0,-10 50 0 0 0,-2 39 56 0 0,23-111-45 0 0,1-3 673 0 0,9-43-49 0 0,-2 10-531 0 0,-1-1-27 0 0,1 1-1 0 0,1-1 0 0 0,9-20 1 0 0,50-97-227 0 0,-17 57 165 0 0,-45 69 82 0 0,-1 3-54 0 0,0 9-32 0 0,0 1 0 0 0,1 0 0 0 0,0-1 1 0 0,1 1-1 0 0,0-1 0 0 0,0 1 0 0 0,5 9 0 0 0,-6-16 94 0 0,0 0 1 0 0,0-1-1 0 0,1 1 0 0 0,-1-1 1 0 0,1 1-1 0 0,0-1 0 0 0,0 1 1 0 0,0-1-1 0 0,0 0 0 0 0,0 0 1 0 0,0 0-1 0 0,0 0 0 0 0,1 0 1 0 0,-1-1-1 0 0,1 1 0 0 0,-1-1 0 0 0,1 1 1 0 0,0-1-1 0 0,0 0 0 0 0,-1 0 1 0 0,1 0-1 0 0,0-1 0 0 0,0 1 1 0 0,0-1-1 0 0,0 1 0 0 0,5-1 1 0 0,-7 0 8 0 0,1 0 0 0 0,0 0 1 0 0,0-1-1 0 0,0 1 0 0 0,-1 0 0 0 0,1-1 1 0 0,0 0-1 0 0,-1 1 0 0 0,1-1 1 0 0,0 0-1 0 0,-1 0 0 0 0,1 0 0 0 0,-1 0 1 0 0,1 0-1 0 0,-1 0 0 0 0,1 0 1 0 0,-1 0-1 0 0,0-1 0 0 0,0 1 0 0 0,1-1 1 0 0,0-1-1 0 0,2-4 56 0 0,-1 1-1 0 0,1-1 1 0 0,4-14 0 0 0,1-3-13 0 0,-6 18-49 0 0,0-1 0 0 0,-1 0 0 0 0,4-14 0 0 0,6-17-23 0 0,-5 21 105 0 0,-6 15-113 0 0,-1 1 0 0 0,0-1 0 0 0,1 1 0 0 0,0 0 0 0 0,-1-1 0 0 0,1 1 0 0 0,0 0 0 0 0,0 0 0 0 0,-1-1 0 0 0,1 1 0 0 0,0 0 0 0 0,0 0 0 0 0,0 0 0 0 0,2-1 0 0 0,-1 1 6 0 0,0 1 1 0 0,-1 0 0 0 0,1 0-1 0 0,0 0 1 0 0,0 0 0 0 0,0 0-1 0 0,0 0 1 0 0,0 0 0 0 0,0 1-1 0 0,-1-1 1 0 0,1 1 0 0 0,0-1-1 0 0,0 1 1 0 0,-1 0 0 0 0,3 1-1 0 0,2 0 15 0 0,11 4 6 0 0,-1 0 1 0 0,21 4-1 0 0,-35-9-13 0 0,0 0 0 0 0,0 0 0 0 0,0 0 0 0 0,0 0 0 0 0,0 0 0 0 0,0 0 0 0 0,0 1 0 0 0,0-1 0 0 0,-1 1 0 0 0,1-1 0 0 0,0 1 0 0 0,-1 0-1 0 0,1-1 1 0 0,-1 1 0 0 0,0 0 0 0 0,0 0 0 0 0,0 0 0 0 0,0 0 0 0 0,0 0 0 0 0,0 0 0 0 0,0 1 0 0 0,0 1 0 0 0,1 4 13 0 0,0 0 0 0 0,0 0 0 0 0,-1 0 0 0 0,1 17 0 0 0,-2-22-7 0 0,0 1 1 0 0,0-1-1 0 0,0 0 0 0 0,1 1 1 0 0,0-1-1 0 0,-1 0 0 0 0,1 0 1 0 0,0 0-1 0 0,1 1 0 0 0,-1-1 1 0 0,0 0-1 0 0,1-1 0 0 0,0 1 0 0 0,0 0 1 0 0,0 0-1 0 0,0-1 0 0 0,0 1 1 0 0,0-1-1 0 0,5 4 0 0 0,-3-3 6 0 0,0-1 0 0 0,1 1 0 0 0,-1-1 0 0 0,1 0 0 0 0,-1 0 0 0 0,1 0 0 0 0,0-1-1 0 0,0 0 1 0 0,0 0 0 0 0,0 0 0 0 0,0 0 0 0 0,0-1 0 0 0,5 0 0 0 0,-3 0 11 0 0,-1-1 1 0 0,0 1 0 0 0,1-2-1 0 0,-1 1 1 0 0,0-1 0 0 0,0 0-1 0 0,0 0 1 0 0,0 0-1 0 0,0-1 1 0 0,0 0 0 0 0,-1 0-1 0 0,1-1 1 0 0,-1 1 0 0 0,0-1-1 0 0,0 0 1 0 0,0-1 0 0 0,-1 1-1 0 0,1-1 1 0 0,-1 0 0 0 0,7-10-1 0 0,3-4 34 0 0,8-12 107 0 0,-16 25-98 0 0,-2-1 119 0 0,-4 6-42 0 0,-13 18-657 0 0,13-17 521 0 0,-4 10-25 0 0,0-1 0 0 0,-1 1 1 0 0,-7 9-1 0 0,9-13 11 0 0,0 1 0 0 0,1-1 0 0 0,-1 0 0 0 0,1 1-1 0 0,1-1 1 0 0,-1 1 0 0 0,1-1 0 0 0,0 1 0 0 0,1 12 0 0 0,0-19 16 0 0,0 0 0 0 0,0 0 0 0 0,0 1 0 0 0,0-1 0 0 0,0 0 0 0 0,1 1 0 0 0,-1-1 0 0 0,0 0 0 0 0,0 0 1 0 0,0 1-1 0 0,1-1 0 0 0,-1 0 0 0 0,0 0 0 0 0,0 0 0 0 0,1 0 0 0 0,-1 1 0 0 0,0-1 0 0 0,1 0 0 0 0,-1 0 0 0 0,0 0 0 0 0,1 0 0 0 0,-1 0 1 0 0,0 0-1 0 0,0 0 0 0 0,1 0 0 0 0,-1 1 0 0 0,0-1 0 0 0,1 0 0 0 0,-1 0 0 0 0,0-1 0 0 0,1 1 0 0 0,-1 0 0 0 0,0 0 0 0 0,1 0 0 0 0,-1 0 1 0 0,0 0-1 0 0,1 0 0 0 0,-1 0 0 0 0,0 0 0 0 0,0-1 0 0 0,1 1 0 0 0,-1 0 0 0 0,13-5 186 0 0,-10 2-154 0 0,0 1 0 0 0,-1-1-1 0 0,1 0 1 0 0,-1 0 0 0 0,1 0-1 0 0,-1 0 1 0 0,0 0 0 0 0,0-1-1 0 0,3-6 1 0 0,3-5 15 0 0,-3 5-22 0 0,0 0 1 0 0,-1 0 0 0 0,-1 0-1 0 0,1-1 1 0 0,-2 1-1 0 0,0-1 1 0 0,0 0 0 0 0,0 0-1 0 0,-2 1 1 0 0,0-20 0 0 0,0 30-31 0 0,0-1 0 0 0,0 1 0 0 0,0-1 0 0 0,0 1 1 0 0,0-1-1 0 0,0 1 0 0 0,0-1 0 0 0,-1 1 0 0 0,1-1 1 0 0,0 1-1 0 0,0-1 0 0 0,0 1 0 0 0,-1-1 0 0 0,1 1 0 0 0,0 0 1 0 0,-1-1-1 0 0,1 1 0 0 0,0 0 0 0 0,-1-1 0 0 0,1 1 1 0 0,-1 0-1 0 0,1-1 0 0 0,0 1 0 0 0,-1 0 0 0 0,1-1 0 0 0,-1 1 1 0 0,1 0-1 0 0,-1 0 0 0 0,1 0 0 0 0,-1 0 0 0 0,1 0 1 0 0,-1-1-1 0 0,1 1 0 0 0,-1 0 0 0 0,1 0 0 0 0,-1 0 1 0 0,1 0-1 0 0,-1 0 0 0 0,1 0 0 0 0,-1 1 0 0 0,1-1 0 0 0,-1 0 1 0 0,1 0-1 0 0,-1 0 0 0 0,1 0 0 0 0,-1 1 0 0 0,1-1 1 0 0,-1 0-1 0 0,-23 13-233 0 0,20-9 220 0 0,-1 1-1 0 0,1 0 0 0 0,0 0 1 0 0,1 0-1 0 0,-7 12 0 0 0,9-15 7 0 0,0 0-1 0 0,0 0 0 0 0,0 1 1 0 0,0-1-1 0 0,0 0 1 0 0,1 1-1 0 0,-1-1 0 0 0,1 0 1 0 0,-1 1-1 0 0,1-1 1 0 0,0 1-1 0 0,0-1 0 0 0,0 0 1 0 0,0 1-1 0 0,1-1 1 0 0,-1 1-1 0 0,0-1 0 0 0,2 4 1 0 0,0-4 9 0 0,-1-1-1 0 0,0 0 1 0 0,0 1 0 0 0,1-1 0 0 0,-1 0-1 0 0,1 0 1 0 0,-1 0 0 0 0,1 0 0 0 0,0 0-1 0 0,-1 0 1 0 0,1 0 0 0 0,0-1 0 0 0,-1 1-1 0 0,1-1 1 0 0,0 1 0 0 0,0-1 0 0 0,0 1-1 0 0,0-1 1 0 0,-1 0 0 0 0,1 0 0 0 0,0 0-1 0 0,0 0 1 0 0,0 0 0 0 0,3-1 0 0 0,4-1 25 0 0,-1 1 0 0 0,1-1 0 0 0,16-6 0 0 0,1-4 11 0 0,-1-1-1 0 0,46-31 1 0 0,-56 34-13 0 0,-3-1 3 0 0,-12 10-21 0 0,1 0 0 0 0,0 0 0 0 0,0 0 0 0 0,0 0 0 0 0,0 0-1 0 0,0 0 1 0 0,0 0 0 0 0,0 0 0 0 0,0 1 0 0 0,0-1 0 0 0,1 0 0 0 0,-1 1 0 0 0,0-1 0 0 0,0 1 0 0 0,0-1 0 0 0,2 1 0 0 0,-2 0 36 0 0,-1 3-80 0 0,-1 1 15 0 0,0-1 0 0 0,0 1 0 0 0,0 0 1 0 0,0-1-1 0 0,-2 4 0 0 0,-6 19 72 0 0,7-4-37 0 0,0 35 0 0 0,2-49-19 0 0,0-7 82 0 0,15-29 506 0 0,33-34-591 0 0,-41 52-16 0 0,-6 9 21 0 0,-1-1 0 0 0,1 1 0 0 0,0-1 0 0 0,0 1-1 0 0,0-1 1 0 0,1 1 0 0 0,-1-1 0 0 0,0 1-1 0 0,0 0 1 0 0,1 0 0 0 0,-1 0 0 0 0,1 0 0 0 0,-1 0-1 0 0,1 0 1 0 0,-1 0 0 0 0,1 0 0 0 0,0 1-1 0 0,-1-1 1 0 0,4 0 0 0 0,-5 29-332 0 0,0 91 419 0 0,0-119 68 0 0,14-22 386 0 0,-8 7-544 0 0,1 1 1 0 0,1 1 0 0 0,0-1-1 0 0,1 1 1 0 0,16-18 0 0 0,15-5-86 0 0,-40 36 40 0 0,28 33-123 0 0,-26-31 181 0 0,0 1 0 0 0,-1-1 1 0 0,1 1-1 0 0,-1-1 0 0 0,0 1 1 0 0,0 0-1 0 0,0-1 1 0 0,1 6-1 0 0,8 16-13 0 0,-7-20-5 0 0,-1 0 0 0 0,1 1 1 0 0,-1-1-1 0 0,0 1 0 0 0,0-1 1 0 0,-1 1-1 0 0,0 0 0 0 0,2 8 1 0 0,-2 11-6833 0 0</inkml:trace>
</inkml:ink>
</file>

<file path=ppt/ink/ink1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0T13:08:44.58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1 321 19180 0 0,'0'0'8837'0'0,"10"-13"-8715"0"0,76-86 373 0 0,-71 82-353 0 0,-3 5 4 0 0,-1 0 1 0 0,-1-1 0 0 0,0 0-1 0 0,0-1 1 0 0,9-19 0 0 0,-11 8 542 0 0,-8 25-518 0 0,-5 11-228 0 0,-11 18-66 0 0,2-7 107 0 0,-1 6 19 0 0,-6 16 22 0 0,13-25-25 0 0,5-12 1 0 0,0 0 0 0 0,1 0 1 0 0,-1 1-1 0 0,2-1 0 0 0,-1 0 1 0 0,1 1-1 0 0,-1 9 0 0 0,2-7 5 0 0,0-3-11 0 0,0 1 0 0 0,0-1 0 0 0,1 0 0 0 0,0 0 1 0 0,3 14-1 0 0,-3-19 9 0 0,-1 0 0 0 0,1-1 0 0 0,0 1 0 0 0,0 0 0 0 0,1 0 1 0 0,-1-1-1 0 0,0 1 0 0 0,0 0 0 0 0,1-1 0 0 0,-1 0 0 0 0,1 1 0 0 0,-1-1 1 0 0,1 0-1 0 0,0 0 0 0 0,-1 1 0 0 0,1-1 0 0 0,0 0 0 0 0,0-1 0 0 0,0 1 1 0 0,0 0-1 0 0,0-1 0 0 0,0 1 0 0 0,0-1 0 0 0,0 1 0 0 0,3-1 0 0 0,0 0 25 0 0,-1 0 0 0 0,1 0 0 0 0,-1 0 0 0 0,0-1 0 0 0,1 0 0 0 0,-1 0-1 0 0,0 0 1 0 0,0 0 0 0 0,0-1 0 0 0,0 1 0 0 0,0-1 0 0 0,0 0 0 0 0,0-1-1 0 0,0 1 1 0 0,5-5 0 0 0,5-5 54 0 0,-1-1 1 0 0,18-20-1 0 0,-20 20-61 0 0,75-92 75 0 0,-22 15-80 0 0,-8 7-75 0 0,-44 68 19 0 0,-19 25-57 0 0,-14 19 55 0 0,-4 13 72 0 0,6-13-28 0 0,1 0-1 0 0,2 2 1 0 0,1 0-1 0 0,-12 33 1 0 0,24-49-6 0 0,0 0 1 0 0,0 1-1 0 0,2-1 0 0 0,0 31 1 0 0,1-45 2 0 0,-1-1 1 0 0,1 0 0 0 0,0 1-1 0 0,0-1 1 0 0,0 1-1 0 0,0-1 1 0 0,0 0 0 0 0,0 1-1 0 0,0-1 1 0 0,0 1 0 0 0,0-1-1 0 0,0 1 1 0 0,1-1-1 0 0,-1 0 1 0 0,0 1 0 0 0,0-1-1 0 0,0 1 1 0 0,0-1 0 0 0,1 0-1 0 0,-1 1 1 0 0,0-1 0 0 0,0 0-1 0 0,1 1 1 0 0,-1-1-1 0 0,0 0 1 0 0,0 1 0 0 0,1-1-1 0 0,-1 0 1 0 0,1 0 0 0 0,-1 0-1 0 0,0 1 1 0 0,1-1-1 0 0,11-6 119 0 0,11-19 59 0 0,-23 25-179 0 0,29-36 33 0 0,-2 2-82 0 0,29-46 0 0 0,-55 77 43 0 0,1 0 0 0 0,0 0 0 0 0,1 0 0 0 0,-1 0 0 0 0,0 1 0 0 0,1-1 0 0 0,-1 1 0 0 0,1-1 0 0 0,5-2 0 0 0,-7 5-31 0 0,-2 7-25 0 0,0 0 1 0 0,0 0 0 0 0,0 0 0 0 0,-1 0-1 0 0,-3 7 1 0 0,3-7 79 0 0,-1 0 1 0 0,2 0-1 0 0,-1 1 1 0 0,1-1-1 0 0,-1 9 0 0 0,2 2-15 0 0,0 20 3 0 0,1-36-5 0 0,-1 0 0 0 0,1 0 1 0 0,-1 0-1 0 0,1 0 0 0 0,-1 0 0 0 0,1 0 0 0 0,0 0 0 0 0,0-1 0 0 0,0 1 1 0 0,0 0-1 0 0,0-1 0 0 0,1 1 0 0 0,-1 0 0 0 0,0-1 0 0 0,3 3 1 0 0,-1-2 4 0 0,-1 0 0 0 0,1-1 1 0 0,-1 1-1 0 0,1-1 0 0 0,-1 1 1 0 0,1-1-1 0 0,0 0 0 0 0,0 0 1 0 0,-1 0-1 0 0,1 0 1 0 0,0 0-1 0 0,0-1 0 0 0,0 1 1 0 0,0-1-1 0 0,0 0 0 0 0,0 0 1 0 0,0 0-1 0 0,0 0 0 0 0,0-1 1 0 0,0 1-1 0 0,0-1 0 0 0,0 0 1 0 0,0 1-1 0 0,4-3 1 0 0,2-2 26 0 0,0-1 1 0 0,-1 1 0 0 0,0-1 0 0 0,0-1-1 0 0,12-11 1 0 0,-1 0-6 0 0,-15 14-15 0 0,-1 0-1 0 0,0 0 1 0 0,0-1-1 0 0,0 1 1 0 0,0-1 0 0 0,3-7-1 0 0,1-2-1 0 0,-5 11 4 0 0,-1-1 0 0 0,1 0 1 0 0,-1 1-1 0 0,1-1 0 0 0,-1 0 0 0 0,0 0 1 0 0,-1 0-1 0 0,1 1 0 0 0,0-7 0 0 0,-2 10-17 0 0,0 0-1 0 0,1 0 0 0 0,-1 0 0 0 0,0 0 0 0 0,1 0 1 0 0,-1 0-1 0 0,0 0 0 0 0,1 0 0 0 0,-1 0 0 0 0,0 0 0 0 0,1 1 1 0 0,-1-1-1 0 0,0 0 0 0 0,1 0 0 0 0,-1 1 0 0 0,0-1 1 0 0,1 1-1 0 0,-1-1 0 0 0,1 0 0 0 0,-2 2 0 0 0,-6 7-30 0 0,1 1 0 0 0,0 0 0 0 0,-12 20 0 0 0,18-27 29 0 0,-1 1-1 0 0,1-1 0 0 0,0 0 1 0 0,0 0-1 0 0,1 1 0 0 0,-1-1 1 0 0,1 0-1 0 0,-1 1 0 0 0,1-1 1 0 0,0 0-1 0 0,1 1 0 0 0,-1-1 1 0 0,0 0-1 0 0,1 1 0 0 0,0-1 1 0 0,0 0-1 0 0,0 1 0 0 0,0-1 1 0 0,0 0-1 0 0,1 0 0 0 0,-1 0 1 0 0,1 0-1 0 0,0 0 0 0 0,0-1 1 0 0,0 1-1 0 0,0 0 0 0 0,0-1 1 0 0,1 0-1 0 0,-1 1 0 0 0,1-1 1 0 0,2 2-1 0 0,2-1-33 0 0,0 1 0 0 0,1-2 0 0 0,-1 1 0 0 0,0-1 0 0 0,1 0 0 0 0,0 0 0 0 0,-1-1 0 0 0,1 0 0 0 0,0-1 0 0 0,13 0-1 0 0,-13 0-754 0 0,0-1-1 0 0,0-1 0 0 0,-1 1 1 0 0,12-5-1 0 0,-14 5-924 0 0,0-1-1 0 0,0-1 1 0 0,0 1-1 0 0,-1-1 1 0 0,0 1-1 0 0,1-1 1 0 0,4-5-1 0 0</inkml:trace>
</inkml:ink>
</file>

<file path=ppt/ink/ink1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0T13:08:44.79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1 22549 0 0,'0'0'5680'0'0,"23"7"-5278"0"0,74 24-133 0 0,-84-27-246 0 0,0-2 0 0 0,-1 0 0 0 0,1 0 1 0 0,0-1-1 0 0,0-1 0 0 0,0 0 1 0 0,0-1-1 0 0,17-3 0 0 0,-1 1-66 0 0,-15 1-224 0 0,98-10-752 0 0,-40 2-6878 0 0,-44 6-4544 0 0</inkml:trace>
</inkml:ink>
</file>

<file path=ppt/ink/ink1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0T13:08:47.28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90 216 0 0 0,'0'0'21229'0'0,"10"-17"-18122"0"0,-3 1-2249 0 0,-1-2 1 0 0,7-25-1 0 0,-12 35-760 0 0,1-1 0 0 0,-1 1 0 0 0,0-1 0 0 0,-1 1 0 0 0,0-1 0 0 0,0 1 0 0 0,-3-14 0 0 0,3 21-102 0 0,0 0 0 0 0,0 0 0 0 0,-1 0 0 0 0,1 0 0 0 0,0 0-1 0 0,0 0 1 0 0,-1 1 0 0 0,1-1 0 0 0,-1 0 0 0 0,1 0 0 0 0,-1 0 0 0 0,1 0 0 0 0,-1 1-1 0 0,1-1 1 0 0,-1 0 0 0 0,0 1 0 0 0,1-1 0 0 0,-1 0 0 0 0,0 1 0 0 0,1-1-1 0 0,-1 1 1 0 0,0-1 0 0 0,0 1 0 0 0,0 0 0 0 0,0-1 0 0 0,1 1 0 0 0,-1 0-1 0 0,0-1 1 0 0,0 1 0 0 0,0 0 0 0 0,0 0 0 0 0,0 0 0 0 0,0 0 0 0 0,0 0 0 0 0,0 0-1 0 0,0 0 1 0 0,0 0 0 0 0,0 0 0 0 0,1 0 0 0 0,-1 1 0 0 0,0-1 0 0 0,-1 1-1 0 0,-1 0-32 0 0,0 0-1 0 0,0 0 0 0 0,0 1 0 0 0,1-1 1 0 0,-1 1-1 0 0,0 0 0 0 0,1 0 0 0 0,-1 0 1 0 0,1 0-1 0 0,0 0 0 0 0,-3 4 0 0 0,-7 10-13 0 0,7-10 46 0 0,-1 1 0 0 0,1 0-1 0 0,0 0 1 0 0,1 1 0 0 0,0 0-1 0 0,0-1 1 0 0,1 1 0 0 0,0 1 0 0 0,0-1-1 0 0,0 0 1 0 0,0 10 0 0 0,2-11 13 0 0,0 1-1 0 0,0-1 0 0 0,1 0 0 0 0,-1 0 0 0 0,1 1 0 0 0,3 13 0 0 0,-3-19 2 0 0,1 0 0 0 0,-1-1 0 0 0,1 1 0 0 0,0 0 0 0 0,0-1 0 0 0,0 1 0 0 0,0 0 0 0 0,0-1 0 0 0,0 1 0 0 0,0-1 1 0 0,0 0-1 0 0,0 1 0 0 0,1-1 0 0 0,-1 0 0 0 0,1 0 0 0 0,-1 0 0 0 0,1 0 0 0 0,-1 0 0 0 0,1 0 0 0 0,0 0 0 0 0,-1 0 1 0 0,1-1-1 0 0,0 1 0 0 0,0-1 0 0 0,-1 1 0 0 0,1-1 0 0 0,0 0 0 0 0,3 1 0 0 0,0-1 31 0 0,0 0 0 0 0,-1-1 0 0 0,1 1-1 0 0,0-1 1 0 0,0 0 0 0 0,-1 0 0 0 0,1-1-1 0 0,0 1 1 0 0,-1-1 0 0 0,1 0 0 0 0,-1 0 0 0 0,0-1-1 0 0,0 1 1 0 0,0-1 0 0 0,0 0 0 0 0,0 0 0 0 0,-1 0-1 0 0,1-1 1 0 0,-1 1 0 0 0,4-6 0 0 0,0 1 22 0 0,0-1 1 0 0,-1 0 0 0 0,0-1-1 0 0,-1 0 1 0 0,0 1-1 0 0,-1-2 1 0 0,7-19-1 0 0,-10 24 124 0 0,-3 6-105 0 0,-6 9-121 0 0,-7 19-51 0 0,13-21 91 0 0,0 1 0 0 0,1 0-1 0 0,0 0 1 0 0,0 10 0 0 0,0-16 0 0 0,1 0 0 0 0,0 0 0 0 0,0 0 0 0 0,0 0 0 0 0,1 0 0 0 0,-1-1 0 0 0,0 1 0 0 0,1 0 0 0 0,-1 0 0 0 0,1 0 0 0 0,0-1 0 0 0,-1 1 0 0 0,1 0 0 0 0,0-1 0 0 0,0 1 0 0 0,0 0 0 0 0,0-1 0 0 0,0 1 0 0 0,0-1 0 0 0,1 0 0 0 0,-1 1 0 0 0,2 0 0 0 0,2 1 16 0 0,0-1-1 0 0,0 0 1 0 0,0 0 0 0 0,1-1-1 0 0,-1 0 1 0 0,0 1-1 0 0,0-2 1 0 0,1 1 0 0 0,-1-1-1 0 0,1 0 1 0 0,-1 0-1 0 0,0 0 1 0 0,1-1 0 0 0,9-2-1 0 0,0-1 49 0 0,-1-1-1 0 0,0-1 1 0 0,25-14-1 0 0,-3-6 22 0 0,-11 7-34 0 0,-14 10-38 0 0,0 0-1 0 0,0 0 0 0 0,-1-1 0 0 0,12-15 1 0 0,-11 12-12 0 0,0 1 1 0 0,19-16 0 0 0,-30 28-8 0 0,1 0 0 0 0,-1 0 0 0 0,0 0 0 0 0,0 0 0 0 0,0 0 1 0 0,0 0-1 0 0,0 0 0 0 0,0 0 0 0 0,1 0 0 0 0,-1 0 0 0 0,0 0 0 0 0,0 0 0 0 0,0 0 0 0 0,0 0 0 0 0,0 0 0 0 0,0 0 1 0 0,1 0-1 0 0,-1 0 0 0 0,0 0 0 0 0,0 0 0 0 0,0 0 0 0 0,0 0 0 0 0,0 0 0 0 0,0 0 0 0 0,0 0 0 0 0,1 0 0 0 0,-1 0 1 0 0,0 0-1 0 0,0 1 0 0 0,0-1 0 0 0,0 0 0 0 0,0 0 0 0 0,0 0 0 0 0,0 0 0 0 0,0 0 0 0 0,0 0 0 0 0,1 0 1 0 0,-1 0-1 0 0,0 1 0 0 0,0-1 0 0 0,0 0 0 0 0,0 0 0 0 0,0 0 0 0 0,0 0 0 0 0,0 0 0 0 0,0 0 0 0 0,0 1 0 0 0,0-1 1 0 0,0 0-1 0 0,0 0 0 0 0,2 14-103 0 0,-2 22 119 0 0,0-29-30 0 0,-1 6 9 0 0,0 0 0 0 0,-1 0 0 0 0,-1 0 0 0 0,-5 13 0 0 0,-1 10-5 0 0,4-24 170 0 0,-1-11 186 0 0,-8-19 182 0 0,14 18-522 0 0,-3-5 9 0 0,1-1 0 0 0,-1 1 0 0 0,1-1 0 0 0,1 1 0 0 0,-3-10 0 0 0,-3-12 7 0 0,-11-38 2 0 0,18 64-16 0 0,0 0 0 0 0,0 1-1 0 0,0-1 1 0 0,0 0-1 0 0,0 0 1 0 0,-1 0-1 0 0,1 1 1 0 0,0-1-1 0 0,-1 0 1 0 0,1 1-1 0 0,0-1 1 0 0,-1 0 0 0 0,1 0-1 0 0,-1 1 1 0 0,1-1-1 0 0,-1 1 1 0 0,1-1-1 0 0,-1 0 1 0 0,0 0-1 0 0,0 1-6 0 0,1 0-1 0 0,0 0 0 0 0,-1 1 1 0 0,1-1-1 0 0,-1 0 0 0 0,1 0 1 0 0,0 0-1 0 0,-1 0 0 0 0,1 1 0 0 0,0-1 1 0 0,-1 0-1 0 0,1 0 0 0 0,0 1 1 0 0,-1-1-1 0 0,1 0 0 0 0,0 1 1 0 0,-1-1-1 0 0,1 0 0 0 0,0 1 1 0 0,0-1-1 0 0,0 0 0 0 0,-1 1 0 0 0,1-1 1 0 0,0 0-1 0 0,0 1 0 0 0,-2 3-17 0 0,1 0 0 0 0,-1 0 0 0 0,1 0 0 0 0,0 0 0 0 0,0 0 0 0 0,0 7 0 0 0,1-6 21 0 0,1-1 0 0 0,-1 0 0 0 0,1 1 0 0 0,0-1 0 0 0,1 0 1 0 0,-1 0-1 0 0,1 0 0 0 0,0 0 0 0 0,0 0 0 0 0,0 0 0 0 0,0 0 1 0 0,1 0-1 0 0,-1-1 0 0 0,1 1 0 0 0,0-1 0 0 0,0 0 0 0 0,0 0 0 0 0,1 0 1 0 0,-1 0-1 0 0,7 3 0 0 0,-3-2 1 0 0,-1 0 0 0 0,1 0 0 0 0,0-1 1 0 0,0 0-1 0 0,1 0 0 0 0,-1-1 0 0 0,1 0 0 0 0,-1 0 0 0 0,1-1 1 0 0,14 1-1 0 0,-13-1 8 0 0,0-2 0 0 0,-1 1 0 0 0,1-1 0 0 0,0-1 0 0 0,15-4 0 0 0,-19 4 7 0 0,0 0 0 0 0,0 0 0 0 0,0-1 0 0 0,0 0 1 0 0,-1 0-1 0 0,1 0 0 0 0,-1-1 0 0 0,0 1 0 0 0,0-1 0 0 0,6-7 0 0 0,42-65 91 0 0,-7 10-129 0 0,-45 66 14 0 0,0 0-1 0 0,0 0 0 0 0,0-1 1 0 0,1 1-1 0 0,-1 0 0 0 0,0 0 1 0 0,0-1-1 0 0,1 1 0 0 0,-1 0 1 0 0,0 0-1 0 0,1 0 0 0 0,-1 0 1 0 0,0-1-1 0 0,0 1 0 0 0,1 0 1 0 0,-1 0-1 0 0,0 0 0 0 0,1 0 1 0 0,-1 0-1 0 0,0 0 0 0 0,1 0 1 0 0,-1 0-1 0 0,0 0 0 0 0,1 0 0 0 0,-1 0 1 0 0,0 0-1 0 0,1 0 0 0 0,-1 0 1 0 0,0 0-1 0 0,1 0 0 0 0,-1 0 1 0 0,0 1-1 0 0,1-1 0 0 0,-1 0 1 0 0,0 0-1 0 0,12 12-57 0 0,-10-8 72 0 0,0 0 1 0 0,0 0-1 0 0,0 0 1 0 0,0 0-1 0 0,1 7 1 0 0,3 55-61 0 0,-6-61 56 0 0,-1 0 0 0 0,1 1-1 0 0,-1-1 1 0 0,1 0 0 0 0,-2 0 0 0 0,1 0-1 0 0,0 0 1 0 0,-1 0 0 0 0,0 0 0 0 0,-4 7-1 0 0,5-12 15 0 0,0 1-1 0 0,0 0 1 0 0,0 0 0 0 0,0-1-1 0 0,0 1 1 0 0,0 0-1 0 0,0-1 1 0 0,-1 1 0 0 0,1-1-1 0 0,0 1 1 0 0,0-1-1 0 0,-1 0 1 0 0,1 0 0 0 0,0 0-1 0 0,0 1 1 0 0,-1-1-1 0 0,1 0 1 0 0,0 0 0 0 0,0-1-1 0 0,-1 1 1 0 0,1 0-1 0 0,0 0 1 0 0,0-1-1 0 0,-1 1 1 0 0,0-1 0 0 0,-34-13 212 0 0,10-9-112 0 0,14 11-76 0 0,-9-23 140 0 0,20 34-169 0 0,1 2-193 0 0,1 0 160 0 0,-1 0 0 0 0,0 0 0 0 0,0 0 0 0 0,0 0 0 0 0,1 0 0 0 0,-1-1 0 0 0,0 1 0 0 0,1 0 1 0 0,-1 0-1 0 0,1 0 0 0 0,-1-1 0 0 0,1 1 0 0 0,-1 0 0 0 0,2 0 0 0 0,-2-1 15 0 0,9 13-8 0 0,-8-10 16 0 0,1-1 0 0 0,-1 0 0 0 0,1 1-1 0 0,-1-1 1 0 0,1 0 0 0 0,0 0 0 0 0,0 0-1 0 0,4 2 1 0 0,2 2-1 0 0,-1-1 0 0 0,1 0 1 0 0,1-1-1 0 0,-1 1 0 0 0,0-2 0 0 0,1 1 1 0 0,0-1-1 0 0,0-1 0 0 0,0 0 0 0 0,0 0 0 0 0,10 1 1 0 0,-4-2-26 0 0,0-1 0 0 0,0 0 0 0 0,0-1 0 0 0,0-1 0 0 0,26-6 0 0 0,-32 6 20 0 0,0-1 0 0 0,0-1 1 0 0,-1 0-1 0 0,1 0 0 0 0,-1 0 0 0 0,0-1 1 0 0,-1-1-1 0 0,1 1 0 0 0,-1-1 0 0 0,11-11 1 0 0,26-35-75 0 0,-27 31-58 0 0,27-27 0 0 0,-37 40 275 0 0,-1 3-1098 0 0,-4 16 109 0 0,-1 9 701 0 0,0 0 0 0 0,7 32 0 0 0,-8-50 161 0 0,1 1-1 0 0,-1-1 1 0 0,1 0 0 0 0,0 1 0 0 0,0-1 0 0 0,0 0 0 0 0,0 0-1 0 0,0 0 1 0 0,0 0 0 0 0,1 0 0 0 0,-1 0 0 0 0,3 2-1 0 0,-4-4 28 0 0,1-1 0 0 0,-1 1 0 0 0,1-1 0 0 0,-1 1 0 0 0,1-1 0 0 0,-1 1 0 0 0,0-1 0 0 0,1 1 0 0 0,-1-1 0 0 0,1 0 0 0 0,-1 1 0 0 0,0-1 0 0 0,0 0 0 0 0,0 1 0 0 0,1-1 0 0 0,-1 0 0 0 0,0 1 0 0 0,0-1 0 0 0,0 0 0 0 0,0 1 0 0 0,0-1 0 0 0,0-1 0 0 0,1-17 0 0 0,-1 18-5 0 0,4-36 28 0 0,-3 30-49 0 0,1 0 1 0 0,-2 0-1 0 0,1 1 1 0 0,-1-1-1 0 0,0 0 1 0 0,0 0-1 0 0,-2-6 1 0 0,2 12-10 0 0,0 0-1 0 0,-1 0 1 0 0,1 0 0 0 0,-1 0-1 0 0,1 0 1 0 0,-1 0-1 0 0,1 0 1 0 0,-1 1 0 0 0,1-1-1 0 0,-1 0 1 0 0,0 0-1 0 0,1 1 1 0 0,-1-1 0 0 0,0 1-1 0 0,0-1 1 0 0,0 0 0 0 0,0 1-1 0 0,1-1 1 0 0,-1 1-1 0 0,0 0 1 0 0,0-1 0 0 0,0 1-1 0 0,0 0 1 0 0,0-1-1 0 0,0 1 1 0 0,0 0 0 0 0,0 0-1 0 0,0 0 1 0 0,0 0 0 0 0,0 0-1 0 0,0 0 1 0 0,0 0-1 0 0,0 0 1 0 0,0 1 0 0 0,0-1-1 0 0,0 0 1 0 0,0 1-1 0 0,0-1 1 0 0,-1 1 0 0 0,-2 1-13 0 0,0-1 0 0 0,0 1 0 0 0,0 0 1 0 0,1 0-1 0 0,-1 0 0 0 0,1 0 0 0 0,-1 1 0 0 0,-2 3 1 0 0,-3 2-6 0 0,2 1 1 0 0,-1 1-1 0 0,1-1 0 0 0,-10 20 1 0 0,14-22 11 0 0,0 0 1 0 0,0 1 0 0 0,1-1-1 0 0,0 0 1 0 0,1 1-1 0 0,0-1 1 0 0,0 1-1 0 0,0 12 1 0 0,1-17 7 0 0,0 0 1 0 0,0 0-1 0 0,0 0 0 0 0,0-1 1 0 0,1 1-1 0 0,-1 0 0 0 0,1 0 1 0 0,0 0-1 0 0,0 0 1 0 0,0-1-1 0 0,0 1 0 0 0,0 0 1 0 0,0-1-1 0 0,1 1 0 0 0,1 2 1 0 0,-1-4 10 0 0,0 1 1 0 0,0-1 0 0 0,-1 0 0 0 0,1 0 0 0 0,0 0 0 0 0,0 0 0 0 0,0 0-1 0 0,0 0 1 0 0,0-1 0 0 0,1 1 0 0 0,-1-1 0 0 0,0 1 0 0 0,0-1-1 0 0,0 0 1 0 0,0 0 0 0 0,1 0 0 0 0,-1 0 0 0 0,0 0 0 0 0,0 0 0 0 0,4-2-1 0 0,-3 1 19 0 0,1 0 0 0 0,-1-1 0 0 0,1 1 0 0 0,-1-1 0 0 0,1 0 0 0 0,-1 0 0 0 0,0 0 0 0 0,0 0 0 0 0,0-1 0 0 0,0 1 0 0 0,-1-1 0 0 0,1 1 0 0 0,-1-1 0 0 0,1 0 0 0 0,-1 0 0 0 0,0-1 0 0 0,2-3 0 0 0,5-9 85 0 0,-2 0 0 0 0,8-18 1 0 0,-15 34-118 0 0,2-7 38 0 0,0 0 1 0 0,-1 1-1 0 0,0-1 1 0 0,0 0-1 0 0,0 0 0 0 0,-1-13 1 0 0,0 15 40 0 0,-2 5-102 0 0,1 1 0 0 0,-1 0 1 0 0,1-1-1 0 0,-1 1 0 0 0,1 0 0 0 0,-1 0 1 0 0,1 0-1 0 0,0 0 0 0 0,0 0 0 0 0,-1 0 0 0 0,1 0 1 0 0,0 0-1 0 0,0 1 0 0 0,-2 2 0 0 0,-1 7-12 0 0,0 1 1 0 0,1 0-1 0 0,-4 23 0 0 0,7-31 28 0 0,0 1 1 0 0,0 0-1 0 0,0-1 1 0 0,0 1-1 0 0,0-1 0 0 0,1 1 1 0 0,0-1-1 0 0,0 1 1 0 0,0-1-1 0 0,1 1 1 0 0,-1-1-1 0 0,1 0 0 0 0,4 7 1 0 0,-5-10 7 0 0,0 0 0 0 0,0 0 1 0 0,0 0-1 0 0,0 0 0 0 0,0 0 0 0 0,1 0 1 0 0,-1 0-1 0 0,0 0 0 0 0,0 0 0 0 0,1-1 0 0 0,-1 1 1 0 0,1-1-1 0 0,-1 1 0 0 0,1-1 0 0 0,-1 1 1 0 0,1-1-1 0 0,-1 0 0 0 0,1 0 0 0 0,-1 0 1 0 0,1 1-1 0 0,-1-2 0 0 0,1 1 0 0 0,-1 0 0 0 0,1 0 1 0 0,-1 0-1 0 0,1-1 0 0 0,-1 1 0 0 0,3-2 1 0 0,2 0 24 0 0,-1 0 1 0 0,1 0 0 0 0,-1-1 0 0 0,1 0 0 0 0,8-7 0 0 0,-3 2 0 0 0,0-1-1 0 0,-1-1 1 0 0,0 0 0 0 0,0 0-1 0 0,-1-1 1 0 0,-1 0-1 0 0,0-1 1 0 0,0 0 0 0 0,-1 0-1 0 0,6-16 1 0 0,-5 13 14 0 0,-7 13-15 0 0,0 0 0 0 0,0 0 0 0 0,0 1 0 0 0,0-1 0 0 0,-1 0 0 0 0,1 0 0 0 0,0 0 0 0 0,-1 0 0 0 0,1 0 0 0 0,-1 0-1 0 0,1-3 1 0 0,-1 5 92 0 0,-1 14-583 0 0,-3 1 349 0 0,3-12 110 0 0,0 1 0 0 0,0-1 0 0 0,0 1 0 0 0,0-1 0 0 0,0 1 0 0 0,1-1 0 0 0,0 1 0 0 0,0-1-1 0 0,0 1 1 0 0,0 0 0 0 0,0-1 0 0 0,1 1 0 0 0,0-1 0 0 0,-1 1 0 0 0,1-1 0 0 0,2 5 0 0 0,5 9 0 0 0,-7-15 5 0 0,-1 0 0 0 0,1-1-1 0 0,0 1 1 0 0,-1 0-1 0 0,1 0 1 0 0,0-1 0 0 0,0 1-1 0 0,0 0 1 0 0,0-1 0 0 0,1 1-1 0 0,-1-1 1 0 0,0 1-1 0 0,1-1 1 0 0,-1 0 0 0 0,1 1-1 0 0,-1-1 1 0 0,1 0 0 0 0,-1 0-1 0 0,1 0 1 0 0,0 0-1 0 0,0-1 1 0 0,-1 1 0 0 0,1 0-1 0 0,0-1 1 0 0,0 1 0 0 0,0-1-1 0 0,0 1 1 0 0,0-1-1 0 0,0 0 1 0 0,3 0 0 0 0,0 0 8 0 0,-1-1 1 0 0,0 1-1 0 0,0-1 1 0 0,0 0-1 0 0,0 0 1 0 0,0-1 0 0 0,0 1-1 0 0,-1-1 1 0 0,1 0-1 0 0,0 0 1 0 0,-1 0-1 0 0,1 0 1 0 0,4-5 0 0 0,4-3 23 0 0,0-1 1 0 0,11-16 0 0 0,-16 19-21 0 0,6-9 42 0 0,-10 13-22 0 0,0-1 0 0 0,1 1 0 0 0,-1 0 0 0 0,9-8 0 0 0,-11 12 456 0 0,-2 22-802 0 0,-7 27 360 0 0,4-26-5 0 0,-8 31 0 0 0,2-7 77 0 0,8-34-62 0 0,0 1 0 0 0,-7 17 0 0 0,5-19-22 0 0,-5 16 11 0 0,-1 0-1 0 0,-1-1 1 0 0,-2 0-1 0 0,-1-1 1 0 0,-20 29-1 0 0,29-49 7 0 0,0 0 0 0 0,-1 0-1 0 0,0 0 1 0 0,0-1 0 0 0,-1 0-1 0 0,1-1 1 0 0,-1 1 0 0 0,0-1-1 0 0,-1-1 1 0 0,-8 4 0 0 0,13-5-18 0 0,-1-1 1 0 0,1 0 0 0 0,-1 0-1 0 0,1 0 1 0 0,-1 0 0 0 0,1-1 0 0 0,-1 1-1 0 0,1-1 1 0 0,-1 0 0 0 0,0 0-1 0 0,1 0 1 0 0,-1-1 0 0 0,1 1-1 0 0,-1-1 1 0 0,1 0 0 0 0,-1 0 0 0 0,1 0-1 0 0,-1-1 1 0 0,1 1 0 0 0,0-1-1 0 0,0 0 1 0 0,0 1 0 0 0,0-1-1 0 0,0-1 1 0 0,-4-2 0 0 0,3 0-22 0 0,0 1-1 0 0,1-1 1 0 0,-1 1 0 0 0,1-1 0 0 0,0 0-1 0 0,0-1 1 0 0,1 1 0 0 0,-1 0 0 0 0,1-1-1 0 0,-2-10 1 0 0,3 13-23 0 0,0-1-1 0 0,1 1 1 0 0,0 0 0 0 0,0-1-1 0 0,0 1 1 0 0,0 0-1 0 0,0-1 1 0 0,1 1 0 0 0,-1 0-1 0 0,1 0 1 0 0,0-1-1 0 0,0 1 1 0 0,0 0 0 0 0,0 0-1 0 0,1 0 1 0 0,-1 0 0 0 0,1 0-1 0 0,0 0 1 0 0,0 1-1 0 0,0-1 1 0 0,2-2 0 0 0,8-5-32 0 0,-1 0 1 0 0,1 0-1 0 0,0 1 1 0 0,1 1 0 0 0,0 0-1 0 0,28-11 1 0 0,92-27-159 0 0,-68 27-26 0 0,103-32-2749 0 0,-132 42-1409 0 0,-1 1-3385 0 0,-8 2-5459 0 0</inkml:trace>
</inkml:ink>
</file>

<file path=ppt/ink/ink1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0T13:08:49.46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32 14 10026 0 0,'0'0'16229'0'0,"-4"-2"-15838"0"0,-10-7-53 0 0,10 7 136 0 0,4 12 76 0 0,0 16 565 0 0,-6 53 0 0 0,4-66-1072 0 0,1 0-1 0 0,1 0 0 0 0,-1 1 0 0 0,2-1 0 0 0,0 0 1 0 0,1 0-1 0 0,0 0 0 0 0,1 0 0 0 0,0 0 0 0 0,1 0 0 0 0,0-1 1 0 0,1 1-1 0 0,1-1 0 0 0,0-1 0 0 0,0 1 0 0 0,10 12 0 0 0,2-1-13 0 0,0-1 0 0 0,2 0 0 0 0,0-2 0 0 0,1 0 0 0 0,2-1-1 0 0,31 20 1 0 0,-35-23-3 0 0,-16-13-20 0 0,0 1 1 0 0,1-1-1 0 0,0 0 1 0 0,0 0-1 0 0,0-1 1 0 0,0 1-1 0 0,0-1 1 0 0,7 3-1 0 0,-10-5 405 0 0,-7-22 415 0 0,0 8-730 0 0,2 6-405 0 0,2 27 215 0 0,2-19 533 0 0,0 0-436 0 0,0-1 0 0 0,0 1 0 0 0,0-1 0 0 0,0 1 0 0 0,0-1 0 0 0,0 1 0 0 0,0-1 0 0 0,0 1 0 0 0,-1-1 0 0 0,1 1 0 0 0,0-1 0 0 0,0 1 0 0 0,-1-1 0 0 0,1 1 0 0 0,0-1 0 0 0,-1 1 0 0 0,1 0 0 0 0,0-1 0 0 0,-1 1 0 0 0,1 0 0 0 0,-1-1 0 0 0,1 1 0 0 0,0 0 0 0 0,-2-1 0 0 0,-14-11 66 0 0,10 8-56 0 0,-16-13-36 0 0,-1 1 1 0 0,-32-17-1 0 0,45 28 15 0 0,0 0-1 0 0,0 1 0 0 0,0 1 1 0 0,-1-1-1 0 0,1 2 1 0 0,-1-1-1 0 0,0 2 0 0 0,-21-2 1 0 0,31 4 3 0 0,0-1 1 0 0,0 1 0 0 0,0 0 0 0 0,1-1 0 0 0,-1 1-1 0 0,0 0 1 0 0,1-1 0 0 0,-1 1 0 0 0,0 0 0 0 0,1 0-1 0 0,-1 0 1 0 0,1 0 0 0 0,-1-1 0 0 0,1 1 0 0 0,0 0-1 0 0,-1 0 1 0 0,1 0 0 0 0,0 0 0 0 0,0 0 0 0 0,-1 1-1 0 0,-4 24-81 0 0,4-25 86 0 0,1 4-2 0 0,-1 0 1 0 0,1 1-1 0 0,-1-1 0 0 0,2 1 1 0 0,-1-1-1 0 0,1 0 0 0 0,-1 1 0 0 0,1-1 1 0 0,1 0-1 0 0,-1 1 0 0 0,1-1 1 0 0,0 0-1 0 0,0 0 0 0 0,1 0 1 0 0,-1 0-1 0 0,5 4 0 0 0,-1 0-1 0 0,1 0-1 0 0,0-1 1 0 0,1 0-1 0 0,0 0 1 0 0,0-1-1 0 0,17 11 1 0 0,-6-4-2 0 0,34 32 0 0 0,-46-37 14 0 0,-6-8-7 0 0,0 1 1 0 0,0-1-1 0 0,0 1 0 0 0,0-1 0 0 0,1 0 1 0 0,-1 0-1 0 0,0 1 0 0 0,0-1 1 0 0,1 0-1 0 0,-1 0 0 0 0,1 0 0 0 0,-1 0 1 0 0,1-1-1 0 0,-1 1 0 0 0,4 1 1 0 0,-4-2 235 0 0,-8-16-139 0 0,0 2-99 0 0,-1 1 0 0 0,-10-16 0 0 0,-3-3 0 0 0,15 24 0 0 0,0 0 0 0 0,0 0 0 0 0,-9-8 0 0 0,-15-21 0 0 0,31 40 0 0 0,-1 0 0 0 0,1 0 0 0 0,0 0 0 0 0,0 0 0 0 0,0 0 0 0 0,0 0 0 0 0,0 0 0 0 0,0 0 0 0 0,1-1 0 0 0,3 5 0 0 0,0-2-11 0 0,-2-2-64 0 0,0 0-1 0 0,-1 0 0 0 0,1-1 0 0 0,1 1 0 0 0,-1-1 0 0 0,0 0 0 0 0,0 0 0 0 0,1 0 0 0 0,-1-1 0 0 0,1 1 0 0 0,0-1 0 0 0,-1 1 0 0 0,1-1 0 0 0,7 1 0 0 0,9 0-1457 0 0,-4-2-3600 0 0,-2 0-7623 0 0</inkml:trace>
</inkml:ink>
</file>

<file path=ppt/ink/ink1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0T13:12:11.99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4 3 0 0 0,'0'-2'29705'0'0,"4"507"-27798"0"0,-8 816-1033 0 0,6-644-725 0 0,0 0-17 0 0,0-619-132 0 0,-1-28 0 0 0,-4 52 0 0 0,0-37 0 0 0,4 63 0 0 0,1-34 0 0 0,-2 227-794 0 0,0 303-3200 0 0,-1-613-6335 0 0,-2-5 4599 0 0,0 2 327 0 0,3 3-1114 0 0</inkml:trace>
</inkml:ink>
</file>

<file path=ppt/ink/ink1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0T13:12:15.59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11 75 0 0 0,'0'2'0'0'0,"0"-4"0"0"0,0 0 0 0 0,0-1 0 0 0,0 0 0 0 0,-6-63 27770 0 0,5 70-24976 0 0,4 559-1326 0 0,1-46-998 0 0,-1 576-205 0 0,1 144-265 0 0,-3-1085 0 0 0,1 90 0 0 0,2-81 0 0 0,3-71 0 0 0,-7-84 0 0 0,0 0 0 0 0,-1 1 0 0 0,0-1 0 0 0,-3 9 0 0 0,4-13 0 0 0,0-1 0 0 0,0 1 0 0 0,0-1 0 0 0,0 1 0 0 0,0-1 0 0 0,0 1 0 0 0,0-1 0 0 0,0 1 0 0 0,1-1 0 0 0,-1 0 0 0 0,1 1 0 0 0,0 1 0 0 0,2 12 0 0 0,-3 292 0 0 0,4-72 0 0 0,-4-233 0 0 0,0-4 0 0 0,0-1 0 0 0,0 0 0 0 0,0 1 0 0 0,0-357 0 0 0,0 212 0 0 0,-4-222 0 0 0,-3 213 0 0 0,3-342 0 0 0,4-238 0 0 0,-3-322 0 0 0,-1 491-52 0 0,1 202-73 0 0,1 166 108 0 0,0-1 34 0 0,2 199-12 0 0,-1 5-400 0 0,0-1 24 0 0,0 1 0 0 0,1-1 1 0 0,-1 1-1 0 0,1-1 0 0 0,0 1 0 0 0,0-1 0 0 0,0 1 0 0 0,1 5 1 0 0,-1-2-626 0 0,-2 28-3622 0 0,0 2-4008 0 0</inkml:trace>
</inkml:ink>
</file>

<file path=ppt/ink/ink1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0T13:12:25.86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22 20 0 0 0,'-18'-19'26972'0'0,"19"25"-23538"0"0,-4 8-3344 0 0,1-4-127 0 0,6 436 423 0 0,7-192-240 0 0,-1 482 308 0 0,1 164-40 0 0,0-397-17 0 0,-1 574 114 0 0,1 43-511 0 0,0-593 0 0 0,-1 451 0 0 0,-3-62 0 0 0,-3-732 0 0 0,3-83 0 0 0,-4 172 0 0 0,1-101 0 0 0,-2-164-3021 0 0</inkml:trace>
</inkml:ink>
</file>

<file path=ppt/ink/ink1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0T13:12:28.69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53 99 0 0 0,'0'-1'21950'0'0,"0"-3"-17809"0"0,0-18-3670 0 0,0-49 1681 0 0,0 83-2259 0 0,4 1338 1802 0 0,-8-574-456 0 0,1 193-448 0 0,-1-163-467 0 0,1-200-213 0 0,-4-219-111 0 0,0 871 0 0 0,3-443 0 0 0,-3-252 0 0 0,7-295 0 0 0,-4-170 0 0 0,1-67-4830 0 0,-4-79-3823 0 0,4-7-1228 0 0,2 34 478 0 0</inkml:trace>
</inkml:ink>
</file>

<file path=ppt/ink/ink1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0T13:12:32.85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1266 0 0 0,'12'-9'30195'0'0,"-10"7"-30161"0"0,-3-5-22 0 0,1 0-1 0 0,0 0 1 0 0,1 0-1 0 0,0 0 0 0 0,0 1 1 0 0,0-1-1 0 0,0 0 1 0 0,1 0-1 0 0,5-10 1 0 0,-4 10-9 0 0,0 0 1 0 0,-1 0-1 0 0,0 0 1 0 0,0 0 0 0 0,1-11-1 0 0,-3 12 0 0 0,1 0-1 0 0,1 0 1 0 0,-1 0-1 0 0,1 0 1 0 0,0 0-1 0 0,0 0 1 0 0,5-9-1 0 0,8-19-11 0 0,-13 29 8 0 0,0-1-1 0 0,0 1 0 0 0,1-1 1 0 0,5-9-1 0 0,28-37-9 0 0,-1 6 12 0 0,54-62 17 0 0,-21 25-24 0 0,-26 38 24 0 0,-23 26-22 0 0,20-27 1 0 0,-34 41 3 0 0,1-1 0 0 0,-1 1-1 0 0,1 0 1 0 0,9-7 0 0 0,11-9 23 0 0,10-5-52 0 0,-12 10 36 0 0,15-11-53 0 0,70-36 0 0 0,-69 42 49 0 0,128-70 6 0 0,-151 82-14 0 0,33-11 0 0 0,-33 13 7 0 0,0 0-1 0 0,24-13 1 0 0,-20 9-10 0 0,41-15 1 0 0,-61 25 7 0 0,38-13 20 0 0,1 2-1 0 0,77-15 1 0 0,-61 13-11 0 0,-40 9-2 0 0,32-6-1 0 0,-21 5-8 0 0,9-1 20 0 0,-28 6-14 0 0,0 0-1 0 0,1 0 0 0 0,-1-1 0 0 0,9-2 0 0 0,8-3 16 0 0,536-70 177 0 0,-393 69-130 0 0,-74 9-37 0 0,-32 1-2 0 0,143 10 51 0 0,-114-5-38 0 0,466 64 40 0 0,-330-22 14 0 0,-203-44-98 0 0,-17-4 7 0 0,-1 1 0 0 0,1-1 0 0 0,-1 1 0 0 0,1 0 0 0 0,11 6 0 0 0,-14-6 2 0 0,0 0 1 0 0,0-1-1 0 0,-1 0 0 0 0,1 0 0 0 0,0 0 0 0 0,5 0 0 0 0,16 5-7 0 0,59 18 50 0 0,115 45-2 0 0,-166-55-24 0 0,-1 2 0 0 0,39 25 0 0 0,-51-33-25 0 0,-17-6 4 0 0,1-1-1 0 0,-1 0 0 0 0,0 1 0 0 0,1 0 0 0 0,-1 0 0 0 0,0 0 0 0 0,3 3 0 0 0,-1-2 2 0 0,0 0 1 0 0,-1 0-1 0 0,1 0 0 0 0,1 0 0 0 0,-1-1 0 0 0,8 3 0 0 0,7 3 22 0 0,140 63 16 0 0,-75-22-29 0 0,8 3 9 0 0,31 11 6 0 0,-58-22 0 0 0,-21-13-15 0 0,-35-21 0 0 0,0 0 1 0 0,18 8-1 0 0,-7-5-10 0 0,33 23 1 0 0,-39-24-2 0 0,22 14 17 0 0,-21-14 0 0 0,0 0-1 0 0,-1 2 1 0 0,0 0-1 0 0,20 18 1 0 0,-26-20-15 0 0,0-2-1 0 0,1 1 1 0 0,0-1 0 0 0,14 7 0 0 0,18 13 1 0 0,66 52 41 0 0,-99-72-54 0 0,1 0-1 0 0,-2 1 1 0 0,9 10 0 0 0,-10-11 16 0 0,0 0 0 0 0,0 0 0 0 0,0-1 0 0 0,14 9 0 0 0,-9-7 4 0 0,0 0 1 0 0,-1 1-1 0 0,12 13 0 0 0,11 7-16 0 0,34 38 32 0 0,-42-40-16 0 0,-21-21-4 0 0,0 0 0 0 0,1-1 0 0 0,-1 1 0 0 0,11 6 0 0 0,13 18 12 0 0,-1 0-10 0 0,3 4-10 0 0,13 15 37 0 0,-38-42-43 0 0,1 0 1 0 0,-1 0-1 0 0,-1 1 0 0 0,6 9 0 0 0,-9-12 5 0 0,10 7 42 0 0,-11-10 582 0 0,-1-4-879 0 0</inkml:trace>
</inkml:ink>
</file>

<file path=ppt/ink/ink1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0T13:12:33.96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3 0 0 0,'2'-2'22320'0'0</inkml:trace>
</inkml:ink>
</file>

<file path=ppt/ink/ink1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0T13:12:39.50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29 67 0 0 0,'0'0'2561'0'0,"1"-3"-1736"0"0,1-10-46 0 0,-5-1 15033 0 0,-5 8-11293 0 0,7 6-4359 0 0,1 1 0 0 0,-1-1 0 0 0,1 0 0 0 0,-1 0 0 0 0,1 1 0 0 0,-1-1 0 0 0,1 0 0 0 0,-1 1 0 0 0,1-1 0 0 0,-1 0 0 0 0,1 1 0 0 0,-1-1 0 0 0,1 1 0 0 0,-1-1 0 0 0,1 0 0 0 0,0 1 0 0 0,-1-1 0 0 0,1 1 0 0 0,0-1 0 0 0,-1 1 0 0 0,1 0 0 0 0,0-1 0 0 0,0 1 0 0 0,-1 0 0 0 0,-5 25 635 0 0,3 24-920 0 0,3-33 214 0 0,1 0 0 0 0,4 24 0 0 0,-3-31-59 0 0,-2-8-20 0 0,1 1 1 0 0,-1-1 0 0 0,1 1-1 0 0,-1-1 1 0 0,1 1-1 0 0,0-1 1 0 0,0 0 0 0 0,0 1-1 0 0,0-1 1 0 0,1 0 0 0 0,1 3-1 0 0,41 74 168 0 0,-40-73-151 0 0,6 8 81 0 0,1-1 0 0 0,19 20-1 0 0,3 10 12 0 0,31 29 20 0 0,-36-42-60 0 0,8 6 8 0 0,-9-6-1 0 0,34 27 173 0 0,-15-21-124 0 0,111 81 84 0 0,-103-80-117 0 0,77 40-1 0 0,2-18-19 0 0,-93-43-57 0 0,254 90 142 0 0,-233-90-87 0 0,1-2 0 0 0,120 12 0 0 0,281 3 124 0 0,-80-23-113 0 0,-249-7-72 0 0,179-11 40 0 0,-101 2-23 0 0,-77 5-48 0 0,-1-7 1 0 0,1-5-1 0 0,241-64 0 0 0,-343 71 27 0 0,-1-1-1 0 0,-1-2 0 0 0,0-2 0 0 0,-1 0 1 0 0,0-2-1 0 0,35-27 0 0 0,47-34 35 0 0,-61 44-31 0 0,101-59 82 0 0,35-12-84 0 0,-111 65-9 0 0,-22 14-7 0 0,1 3 1 0 0,2 2 0 0 0,68-17-1 0 0,-98 31-18 0 0,51-14-11 0 0,-32 11 38 0 0,46-19 0 0 0,-63 18-10 0 0,19-7 15 0 0,51-27 0 0 0,-92 40-9 0 0,-1 0 0 0 0,1 0 0 0 0,10-11 0 0 0,7-5 4 0 0,-7 6 0 0 0,0-2 0 0 0,16-19 0 0 0,-2 3 4 0 0,-9 6 9 0 0,-17 21-23 0 0,0 0-1 0 0,0-1 1 0 0,11-7-1 0 0,16-25 17 0 0,-30 37-12 0 0,0-1 0 0 0,0 0 0 0 0,0 0 0 0 0,0 0 1 0 0,-1 0-1 0 0,1 0 0 0 0,-1 0 0 0 0,0-1 0 0 0,0 1 1 0 0,0 0-1 0 0,0-1 0 0 0,0 1 0 0 0,-1-1 0 0 0,0 1 0 0 0,0-1 1 0 0,0 1-1 0 0,0-6 0 0 0,-1 9-3 0 0,0-1 0 0 0,0 0 0 0 0,0 0 0 0 0,-1 0 0 0 0,1 1 0 0 0,0-1 0 0 0,0 1 0 0 0,0-1 0 0 0,-1 1 0 0 0,1-1 0 0 0,0 1 0 0 0,0 0 0 0 0,-1-1 0 0 0,1 1 0 0 0,0 0 0 0 0,-1 0 0 0 0,-2 0 0 0 0,2 0 0 0 0,0 0-5 0 0,0 0-1 0 0,1-1 1 0 0,-1 1-1 0 0,0 0 1 0 0,0 0 0 0 0,0 0-1 0 0,0 0 1 0 0,0 1 0 0 0,1-1-1 0 0,-1 0 1 0 0,0 1-1 0 0,0-1 1 0 0,0 1 0 0 0,1 0-1 0 0,-1-1 1 0 0,0 1-1 0 0,1 0 1 0 0,-1 0 0 0 0,1 0-1 0 0,-1 0 1 0 0,1 1 0 0 0,-1-1-1 0 0,1 0 1 0 0,0 1-1 0 0,-2 1 1 0 0,2-2-223 0 0,-11 12-852 0 0,4-3-5255 0 0</inkml:trace>
</inkml:ink>
</file>

<file path=ppt/ink/ink1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0T13:12:18.98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0 671 0 0 0,'0'3'25108'0'0,"2"-10"-22163"0"0,6-19-2848 0 0,-6 22-85 0 0,0-1-1 0 0,0 0 1 0 0,0 0-1 0 0,0 0 1 0 0,-1 0-1 0 0,1 0 1 0 0,-1 0-1 0 0,0-6 1 0 0,-1 7-5 0 0,1 1 1 0 0,0-1-1 0 0,0 0 0 0 0,0 1 1 0 0,0-1-1 0 0,1 1 0 0 0,-1-1 0 0 0,1 1 1 0 0,0-1-1 0 0,0 1 0 0 0,3-4 1 0 0,9-17 9 0 0,17-23 78 0 0,-16 29-66 0 0,-14 17-29 0 0,1-1 0 0 0,0 1 0 0 0,-1-1 0 0 0,1 1-1 0 0,-1-1 1 0 0,0 0 0 0 0,1 0 0 0 0,-1 0 0 0 0,0 0-1 0 0,0 0 1 0 0,0 0 0 0 0,0-3 0 0 0,0 3 4 0 0,0 0 0 0 0,0 0 0 0 0,0-1 0 0 0,0 1 1 0 0,0 0-1 0 0,1 0 0 0 0,-1 0 0 0 0,1 0 0 0 0,-1 0 0 0 0,4-2 1 0 0,10-15 27 0 0,-12 15-21 0 0,0-1 0 0 0,1 1 0 0 0,-1 0 0 0 0,1 1-1 0 0,0-1 1 0 0,6-4 0 0 0,-5 4-1 0 0,0 0 1 0 0,-1 0-1 0 0,0 0 0 0 0,8-10 0 0 0,4 1 1 0 0,-14 12-10 0 0,0 0-1 0 0,0 0 1 0 0,-1 0 0 0 0,1 0-1 0 0,0-1 1 0 0,-1 1 0 0 0,1-1-1 0 0,-1 1 1 0 0,2-3-1 0 0,0 1 4 0 0,0-1 0 0 0,1 1 0 0 0,-1 0 0 0 0,1 0-1 0 0,-1 0 1 0 0,1 0 0 0 0,0 1 0 0 0,7-4 0 0 0,11-7 23 0 0,-8 6-16 0 0,-12 6-10 0 0,-1 1 0 0 0,1-1 0 0 0,-1 1 0 0 0,0-1 0 0 0,1 0 0 0 0,-1 1 0 0 0,0-1 0 0 0,1 0 0 0 0,-1 0 0 0 0,0 0 0 0 0,2-1-1 0 0,5-4 12 0 0,1 2-1 0 0,-1-1 0 0 0,1 1 0 0 0,1 0 0 0 0,-1 1 0 0 0,13-3 0 0 0,-21 6-11 0 0,67-24 44 0 0,-41 14-3 0 0,35-9-1 0 0,-39 13 70 0 0,0-1-1 0 0,23-11 1 0 0,-25 9-36 0 0,1 0 1 0 0,25-5-1 0 0,-1 0 40 0 0,-34 10-54 0 0,0 0 0 0 0,23-4 0 0 0,20-3 33 0 0,-41 7-54 0 0,1 1 0 0 0,-1 0 0 0 0,25 0 0 0 0,140-11 303 0 0,-77 7-158 0 0,-71 4-116 0 0,251-6 427 0 0,-264 9-494 0 0,2 2 26 0 0,0 0 1 0 0,0 1 0 0 0,0 2 0 0 0,24 8-1 0 0,48 18 107 0 0,-42-14-91 0 0,6 1 24 0 0,-2 3 47 0 0,-19-7-96 0 0,-26-12 18 0 0,-1 1 0 0 0,1 0 0 0 0,-1 1 0 0 0,0 0 0 0 0,0 0 0 0 0,14 11 0 0 0,43 27 41 0 0,-50-31-48 0 0,1-1 1 0 0,29 14 0 0 0,2 5 95 0 0,-1 0-86 0 0,-6-1 17 0 0,-33-25-45 0 0,0 2 1 0 0,0-1-1 0 0,10 8 0 0 0,-15-9-5 0 0,0-1-1 0 0,0 1 1 0 0,1-1-1 0 0,-1 0 0 0 0,1 1 1 0 0,0-1-1 0 0,0 0 1 0 0,-1-1-1 0 0,6 3 0 0 0,11 8 16 0 0,-5 1-7 0 0,-13-11-10 0 0,1 0 0 0 0,0 0 0 0 0,0-1 0 0 0,0 1 0 0 0,0 0 0 0 0,0-1 0 0 0,0 0-1 0 0,4 3 1 0 0,-3-3 2 0 0,-1 1 0 0 0,0 0-1 0 0,1 0 1 0 0,-1 0 0 0 0,0 0-1 0 0,0 1 1 0 0,2 2 0 0 0,5 5 10 0 0,-2-4 11 0 0,0 1 0 0 0,-1 0 1 0 0,10 13-1 0 0,-10-13-2 0 0,0 0 0 0 0,0 0 0 0 0,12 9 0 0 0,-16-12-25 0 0,-2-3 0 0 0,-1-1 0 0 0,1 0 0 0 0,0 0 0 0 0,0 1 0 0 0,0-1 0 0 0,0 0 0 0 0,0 1 0 0 0,0-1 0 0 0,0 0 0 0 0,0 1 0 0 0,0-1 0 0 0,0 0 0 0 0,0 1 0 0 0,0-1 0 0 0,0 0 0 0 0,0 1 0 0 0,0-1 0 0 0,0 0 0 0 0,0 1 0 0 0,0-1 0 0 0,1 0 0 0 0,-1 1 0 0 0,0-1 0 0 0,0 0 0 0 0,0 0 0 0 0,0 1 0 0 0,1-1 0 0 0,-1 0 0 0 0,0 0 0 0 0,0 1 0 0 0,1-1 0 0 0,1 2 0 0 0,-4-15 0 0 0,0 8-480 0 0,1 0 1 0 0,-2 1-1 0 0,1-1 1 0 0,0 0-1 0 0,-5-5 1 0 0,-9-21-6969 0 0,13 20-5552 0 0</inkml:trace>
</inkml:ink>
</file>

<file path=ppt/ink/ink1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0T13:12:21.62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1 118 0 0 0,'4'-29'0'0'0,"-2"24"0"0"0,23-9 28854 0 0,-19 21-27253 0 0,3 6-3762 0 0,0 0 266 0 0,-4-6 4109 0 0,2 1-2133 0 0,10 9 56 0 0,8 9 1 0 0,-20-22-92 0 0,0 0 1 0 0,-1 0-1 0 0,0 0 1 0 0,0 1-1 0 0,4 4 1 0 0,6 8 143 0 0,-7-9-73 0 0,10 8 79 0 0,22 20-1 0 0,-10-11-136 0 0,27 12 121 0 0,12 2-17 0 0,-55-32-119 0 0,1-1 0 0 0,16 4 0 0 0,8 5 49 0 0,-17-7-48 0 0,41 11 0 0 0,-57-18-28 0 0,42 18 84 0 0,-19-10-35 0 0,1-2 0 0 0,51 8-1 0 0,-8-2-22 0 0,12 11 1 0 0,-55-15-17 0 0,50 10 0 0 0,300 27 317 0 0,-228-26-125 0 0,-61-7-101 0 0,-80-12-81 0 0,1 0 0 0 0,-1-1 1 0 0,1 0-1 0 0,-1-1 0 0 0,0-1 0 0 0,17-3 0 0 0,57-24 184 0 0,-69 23-204 0 0,61-27 164 0 0,12-5-12 0 0,-31 8-50 0 0,-29 13-119 0 0,10 0 0 0 0,-8 2 0 0 0,-7-1 0 0 0,50-23 0 0 0,-60 34 0 0 0,0-2 0 0 0,-1 1 0 0 0,0-2 0 0 0,0 0 0 0 0,0 0 0 0 0,13-14 0 0 0,-4 0 0 0 0,7-15 0 0 0,-20 29 0 0 0,-1 0 0 0 0,0-1 0 0 0,7-10 0 0 0,-7 6 0 0 0,-5 9 0 0 0,0 1 0 0 0,0 0 0 0 0,0 0 0 0 0,0 0 0 0 0,0 1 0 0 0,4-5 0 0 0,4-3 0 0 0,-1 0 0 0 0,10-15 0 0 0,-18 24 0 0 0,23-41 0 0 0,-11 13 0 0 0,-11 24 0 0 0,0 0 0 0 0,0 1 0 0 0,0-1 0 0 0,6-7 0 0 0,-8 11 0 0 0,2-1 0 0 0,-1 0 0 0 0,1 1 0 0 0,-1-1 0 0 0,0 0 0 0 0,0 0 0 0 0,0 0 0 0 0,0 0 0 0 0,0 0 0 0 0,-1 0 0 0 0,1 0 0 0 0,-1 0 0 0 0,1-3 0 0 0,-19 4-3646 0 0</inkml:trace>
</inkml:ink>
</file>

<file path=ppt/ink/ink1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0T13:12:46.53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57 1 0 0 0,'17'30'0'0'0,"-16"-28"0"0"0,0 0 0 0 0,-1 0 0 0 0,1-1 0 0 0,-1 1 0 0 0,0 0 0 0 0,1 0 0 0 0,-1-1 0 0 0,0 1 0 0 0,0 0 0 0 0,0 0 0 0 0,0 0 0 0 0,-1-1 0 0 0,1 1 0 0 0,0 0 0 0 0,-1 0 0 0 0,0-1 0 0 0,1 1 0 0 0,-1 0 0 0 0,0-1 0 0 0,1 1 0 0 0,-1-1 0 0 0,0 1 0 0 0,0-1 0 0 0,0 1 0 0 0,-3 1 0 0 0,-4 11 0 0 0,-6 9 456 0 0,11-20-251 0 0,1 0 0 0 0,0 0 0 0 0,0 0-1 0 0,0 1 1 0 0,0-1 0 0 0,-1 4 0 0 0,-10 20 3483 0 0,11-24-3006 0 0,1 0 0 0 0,-1 0 1 0 0,0 0-1 0 0,1 0 0 0 0,0 0 1 0 0,0 1-1 0 0,0-1 0 0 0,0 0 1 0 0,0 1-1 0 0,1-1 0 0 0,0 13 16777 0 0,0-16-17445 0 0,0 0 0 0 0,0 0-1 0 0,0 1 1 0 0,0-1-1 0 0,0 0 1 0 0,0 0 0 0 0,0 0-1 0 0,0 1 1 0 0,0-1 0 0 0,0 0-1 0 0,0 0 1 0 0,0 1-1 0 0,0-1 1 0 0,0 0 0 0 0,0 0-1 0 0,0 0 1 0 0,1 0 0 0 0,-1 1-1 0 0,0-1 1 0 0,0 0-1 0 0,0 0 1 0 0,0 0 0 0 0,1 0-1 0 0,-1 0 1 0 0,0 1 0 0 0,0-1-1 0 0,0 0 1 0 0,1 0-1 0 0,-1 0 1 0 0,0 0 0 0 0,0 0-1 0 0,0 0 1 0 0,1 0 0 0 0,-1 0-1 0 0,0 0 1 0 0,0 0-1 0 0,0 0 1 0 0,1 0 0 0 0,-1 0-1 0 0,0 0 1 0 0,0 0 0 0 0,1 0-1 0 0,-1 0 1 0 0,0 0-1 0 0,0 0 1 0 0,1 0 0 0 0,22 5 95 0 0,0 1 0 0 0,23 10 1 0 0,14 3-21 0 0,330 100 132 0 0,-31-8-59 0 0,53 13 28 0 0,-39-10-103 0 0,79 25 39 0 0,-98-29-65 0 0,1295 390 162 0 0,-867-252-217 0 0,-610-194 6 0 0,100 29 11 0 0,186 59 33 0 0,-361-114-56 0 0,71 22 0 0 0,-68-18 0 0 0,12 3 0 0 0,-36-13 0 0 0,-74-21 0 0 0,0 1 0 0 0,-1-2 0 0 0,0 1 0 0 0,0 0 0 0 0,0-1 0 0 0,0 1 0 0 0,0-1 0 0 0,0 0 0 0 0,0 1 0 0 0,0-1 0 0 0,0 0 0 0 0,0 0 0 0 0,0 1 0 0 0,1-1 0 0 0,-1 0 0 0 0,1-1 0 0 0,8 3 0 0 0,174 55 0 0 0,-76-27 0 0 0,-46-11 0 0 0,-86-26-1283 0 0,2 1-4294 0 0,9 3-7247 0 0</inkml:trace>
</inkml:ink>
</file>

<file path=ppt/ink/ink1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0T13:12:48.31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541 506 3465 0 0,'0'0'17784'0'0,"6"-8"-16292"0"0,-5 8-1015 0 0,5 0 2042 0 0,-5 0-2195 0 0,0 1 0 0 0,0-1 0 0 0,0 0 0 0 0,-1 0 0 0 0,1 0 0 0 0,0 0 0 0 0,0 0 0 0 0,0 0 0 0 0,0 0 0 0 0,0 0 0 0 0,0 0 0 0 0,-1 0 0 0 0,1-1 0 0 0,0 1 0 0 0,0 0-1 0 0,0 0 1 0 0,0-1 0 0 0,-1 1 0 0 0,1-1 0 0 0,1 0 0 0 0,-3-3-307 0 0,1 0-1 0 0,-1 0 0 0 0,-1 0 0 0 0,1 0 0 0 0,0 0 1 0 0,-1 0-1 0 0,0 0 0 0 0,0 1 0 0 0,0-1 1 0 0,-3-3-1 0 0,-12-26 32 0 0,12 15-48 0 0,-2 0 0 0 0,0 1 0 0 0,-17-28 0 0 0,-32-40 0 0 0,20 36 0 0 0,-24-41 0 0 0,48 70 0 0 0,9 15 0 0 0,1 1 0 0 0,-1-1 0 0 0,1 0 0 0 0,-4-8 0 0 0,5 9 0 0 0,0 0 0 0 0,-1 0 0 0 0,0 1 0 0 0,1-1 0 0 0,-1 1 0 0 0,0 0 0 0 0,-1-1 0 0 0,1 1 0 0 0,-1 0 0 0 0,-3-3 0 0 0,5 8 0 0 0,1 0 0 0 0,-1 0 0 0 0,1 0 0 0 0,-1 1 0 0 0,1-1 0 0 0,0 0 0 0 0,0 1 0 0 0,0-1 0 0 0,0 0 0 0 0,0 3 0 0 0,5 11 0 0 0,0 1 0 0 0,1-1 0 0 0,1 0 0 0 0,0-1 0 0 0,1 0 0 0 0,11 16 0 0 0,-11-17 0 0 0,48 67 0 0 0,-47-67 0 0 0,2 0 0 0 0,18 20 0 0 0,-4-6 0 0 0,-10-12 0 0 0,24 21 0 0 0,-32-32 0 0 0,9 9 0 0 0,-6-6 0 0 0,-1 0 0 0 0,15 16 0 0 0,-22-21 0 0 0,1-1 0 0 0,-1 0 0 0 0,1 0 0 0 0,-1 0 0 0 0,1 0 0 0 0,0 0 0 0 0,4 2 0 0 0,14 10 0 0 0,-18-12 0 0 0,-1-1 0 0 0,1 0 0 0 0,-1 1 0 0 0,1-1 0 0 0,0 0 0 0 0,0 0 0 0 0,-1 0 0 0 0,1-1 0 0 0,0 1 0 0 0,0-1 0 0 0,0 0 0 0 0,3 1 0 0 0,-3-1 0 0 0,-20-7 0 0 0,-17 4 0 0 0,7 2 0 0 0,-5-3 0 0 0,-1 2 0 0 0,-46 2 0 0 0,-10 1 0 0 0,47-3 0 0 0,-104-8 0 0 0,-2 5 0 0 0,147 5 0 0 0,-1-1 0 0 0,0 1 0 0 0,1 0 0 0 0,-1 0 0 0 0,1 1 0 0 0,-1-1 0 0 0,1 0 0 0 0,-1 0 0 0 0,1 1 0 0 0,-1-1 0 0 0,1 1 0 0 0,0-1 0 0 0,-1 1 0 0 0,1 0 0 0 0,-1-1 0 0 0,1 1 0 0 0,0 0 0 0 0,0 0 0 0 0,0 0 0 0 0,-1 0 0 0 0,1 0 0 0 0,0 0 0 0 0,0 0 0 0 0,0 1 0 0 0,1-1 0 0 0,-1 0 0 0 0,0 1 0 0 0,-1 1 0 0 0,1 3 0 0 0,0-1 0 0 0,0 0 0 0 0,1 0 0 0 0,-1 1 0 0 0,1-1 0 0 0,1 10 0 0 0,0 4 0 0 0,-1-18-102 0 0,0 0-1 0 0,0 0 1 0 0,1 1 0 0 0,-1-1 0 0 0,0 0-1 0 0,1 0 1 0 0,-1 0 0 0 0,1 0-1 0 0,-1 0 1 0 0,1-1 0 0 0,-1 1-1 0 0,1 0 1 0 0,0 0 0 0 0,-1 0 0 0 0,1 0-1 0 0,0-1 1 0 0,0 1 0 0 0,-1 0-1 0 0,1 0 1 0 0,0-1 0 0 0,1 1 0 0 0,1 1-954 0 0,0-1 0 0 0,0 1 0 0 0,0-1 0 0 0,-1 0 0 0 0,1 0 0 0 0,6 1 0 0 0</inkml:trace>
</inkml:ink>
</file>

<file path=ppt/ink/ink1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0T13:13:32.12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1247 201 1152 0 0,'0'0'20079'0'0,"0"-3"-19496"0"0,2-5-469 0 0,1-25 4096 0 0,-3 32-4110 0 0,0-1 1 0 0,0 1-1 0 0,0-1 1 0 0,-1 0 0 0 0,1 1-1 0 0,0-1 1 0 0,-1 1-1 0 0,0 0 1 0 0,1-1-1 0 0,-1 1 1 0 0,0-1 0 0 0,0 1-1 0 0,0 0 1 0 0,0 0-1 0 0,0-1 1 0 0,0 1 0 0 0,0 0-1 0 0,0 0 1 0 0,0 0-1 0 0,-3-1 1 0 0,-13-10 64 0 0,-2 2 1 0 0,1 0-1 0 0,-1 1 1 0 0,-1 1-1 0 0,-24-7 0 0 0,-6 2 33 0 0,-3-1-19 0 0,-66-10 0 0 0,66 18-86 0 0,0 2 0 0 0,0 2 0 0 0,-99 9 0 0 0,127-4-70 0 0,0 2 0 0 0,-1 0 1 0 0,2 2-1 0 0,-1 0 0 0 0,1 2 0 0 0,0 1 0 0 0,1 0 1 0 0,0 2-1 0 0,1 1 0 0 0,-24 17 0 0 0,14-3 1 0 0,1 1-1 0 0,2 1 1 0 0,1 2 0 0 0,1 1-1 0 0,1 1 1 0 0,-20 36 0 0 0,37-56-10 0 0,2 1 0 0 0,-1 1 1 0 0,2-1-1 0 0,0 1 1 0 0,1 1-1 0 0,0-1 1 0 0,1 0-1 0 0,1 1 1 0 0,-2 20-1 0 0,5-27-6 0 0,0 1 1 0 0,0 0-1 0 0,1 0 0 0 0,0 0 0 0 0,0-1 0 0 0,1 1 0 0 0,1-1 0 0 0,-1 1 0 0 0,2-1 0 0 0,-1 0 1 0 0,1 0-1 0 0,0 0 0 0 0,1 0 0 0 0,0-1 0 0 0,1 0 0 0 0,7 8 0 0 0,0-2 20 0 0,0-2-1 0 0,1 0 1 0 0,1 0 0 0 0,0-1-1 0 0,0-1 1 0 0,1-1-1 0 0,1 0 1 0 0,-1-1 0 0 0,1-1-1 0 0,24 7 1 0 0,-1-2 25 0 0,1-3 0 0 0,-1-1 0 0 0,65 4 0 0 0,-44-10 29 0 0,-1-2-1 0 0,1-3 1 0 0,-1-2-1 0 0,62-15 0 0 0,-9-6 52 0 0,127-47 0 0 0,-209 62-123 0 0,250-96 57 0 0,-244 90-47 0 0,0-2 0 0 0,-1-2-1 0 0,-1-1 1 0 0,-2-1 0 0 0,39-35 0 0 0,-66 52-4 0 0,0 0 1 0 0,0 0-1 0 0,0-1 1 0 0,-1 0-1 0 0,0 0 1 0 0,-1 0-1 0 0,1 0 1 0 0,-1-1 0 0 0,-1 0-1 0 0,1 0 1 0 0,-2 0-1 0 0,1 0 1 0 0,-1 0-1 0 0,0 0 1 0 0,0-1-1 0 0,-1 1 1 0 0,-1-1 0 0 0,1 1-1 0 0,-1-1 1 0 0,-1 0-1 0 0,1 1 1 0 0,-1-1-1 0 0,-3-8 1 0 0,1 11-12 0 0,0 0 0 0 0,0 1 0 0 0,0 0-1 0 0,-1 0 1 0 0,1 0 0 0 0,-1 0 0 0 0,-1 0 0 0 0,1 1 0 0 0,-1 0 0 0 0,1 0 0 0 0,-1 0-1 0 0,-1 1 1 0 0,1-1 0 0 0,0 1 0 0 0,-8-3 0 0 0,-7-3 6 0 0,-1 0 1 0 0,-40-11-1 0 0,12 9-11 0 0,-1 2 0 0 0,0 2 0 0 0,-55-1 0 0 0,-152 16 0 0 0,198-3-2 0 0,0 3 0 0 0,-62 17 0 0 0,89-16-1 0 0,0 2 0 0 0,0 0-1 0 0,1 2 1 0 0,1 2 0 0 0,-35 22 0 0 0,57-32-40 0 0,-1 1 0 0 0,1 0-1 0 0,1 0 1 0 0,-1 1 0 0 0,1 0 0 0 0,0 0 0 0 0,0 1 0 0 0,1 0 0 0 0,0 0 0 0 0,1 1 0 0 0,0 0 0 0 0,0-1 0 0 0,1 2 0 0 0,0-1 0 0 0,0 0 0 0 0,1 1 0 0 0,1 0 0 0 0,-1-1 0 0 0,2 1 0 0 0,-1 0-1 0 0,1 18 1 0 0,1-17-834 0 0,1-1 0 0 0,0 1 0 0 0,1 0 0 0 0,1-1 0 0 0,-1 1 0 0 0,2-1-1 0 0,6 16 1 0 0,-2-6-11729 0 0</inkml:trace>
</inkml:ink>
</file>

<file path=ppt/ink/ink1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0T13:13:34.33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1 529 16339 0 0,'0'0'5902'0'0,"3"0"-5327"0"0,-2 0-441 0 0,0 0 0 0 0,0 0 1 0 0,0-1-1 0 0,1 1 1 0 0,-1 0-1 0 0,0-1 1 0 0,0 1-1 0 0,0-1 1 0 0,0 1-1 0 0,0-1 1 0 0,0 0-1 0 0,0 1 1 0 0,0-1-1 0 0,0 0 0 0 0,0 0 1 0 0,0 0-1 0 0,1-1 1 0 0,15-26 1125 0 0,8-40-307 0 0,-22 57-731 0 0,3-6-85 0 0,0-1 6 0 0,0-1 0 0 0,4-25 0 0 0,-1-8 15 0 0,-5 34 46 0 0,-1 0 0 0 0,2-33 1 0 0,-26 198-196 0 0,21-135-11 0 0,0 0 0 0 0,0 0 1 0 0,1-1-1 0 0,1 1 0 0 0,0 0 1 0 0,0 0-1 0 0,1-1 0 0 0,1 0 1 0 0,0 1-1 0 0,7 13 0 0 0,-9-22 25 0 0,1 1 0 0 0,0-1-1 0 0,-1 1 1 0 0,1-1 0 0 0,0 0-1 0 0,1 0 1 0 0,-1 0 0 0 0,0-1-1 0 0,1 1 1 0 0,0-1 0 0 0,7 4-1 0 0,-9-5-6 0 0,0 0 0 0 0,1 0 0 0 0,-1 0 0 0 0,0 0 0 0 0,0 0 0 0 0,1-1 0 0 0,-1 1 0 0 0,1-1 0 0 0,-1 0 0 0 0,0 1 0 0 0,1-1 0 0 0,-1 0 0 0 0,1 0 0 0 0,-1-1 0 0 0,0 1 0 0 0,1 0 0 0 0,-1-1 0 0 0,0 0 0 0 0,1 1 0 0 0,-1-1 0 0 0,0 0 0 0 0,4-3 0 0 0,4-4 73 0 0,0-2-1 0 0,-1 1 0 0 0,0-1 1 0 0,0-1-1 0 0,-1 1 1 0 0,-1-1-1 0 0,10-19 0 0 0,35-89 9 0 0,-14 10-114 0 0,1-8 27 0 0,-32 72 109 0 0,-6 34-79 0 0,-4 31-385 0 0,0-2 295 0 0,-9 31-1 0 0,7-34 56 0 0,1 0-1 0 0,1 0 1 0 0,-2 17-1 0 0,-2 255 80 0 0,7-286 72 0 0,0-19 558 0 0,6-33-573 0 0,-5 34-176 0 0,1 1 0 0 0,1 0 0 0 0,0-1 0 0 0,6-17 1 0 0,-3 24-117 0 0,-7 22-406 0 0,0 2 447 0 0,8 48 117 0 0,-3-35-6 0 0,-3-23-3 0 0,0 0 0 0 0,1 0 1 0 0,-1 0-1 0 0,1 0 0 0 0,0 0 0 0 0,0-1 0 0 0,0 1 0 0 0,0-1 0 0 0,1 1 0 0 0,-1-1 1 0 0,1 0-1 0 0,0 0 0 0 0,0 0 0 0 0,0 0 0 0 0,0 0 0 0 0,1-1 0 0 0,-1 1 1 0 0,1-1-1 0 0,6 3 0 0 0,-7-4 14 0 0,-1-1 0 0 0,0 1 0 0 0,1-1 0 0 0,-1 0 0 0 0,0 1 0 0 0,1-1 0 0 0,-1 0 0 0 0,0-1 0 0 0,1 1 0 0 0,-1 0-1 0 0,0-1 1 0 0,1 1 0 0 0,-1-1 0 0 0,0 0 0 0 0,0 0 0 0 0,1 0 0 0 0,-1 0 0 0 0,0 0 0 0 0,0 0 0 0 0,0 0 0 0 0,0-1 0 0 0,-1 1 0 0 0,1-1 0 0 0,0 0 0 0 0,0 1 0 0 0,1-3 0 0 0,6-7 36 0 0,-1 0 1 0 0,0 0-1 0 0,9-17 0 0 0,-6 11-41 0 0,-7 7 15 0 0,1 1 1 0 0,-1 0-1 0 0,-1-1 1 0 0,0 0-1 0 0,0 0 1 0 0,1-11-1 0 0,6-18 51 0 0,-9 31-195 0 0,-4 15-212 0 0,-5 16 2 0 0,6 5 298 0 0,1-23 29 0 0,0-1 1 0 0,1 0 0 0 0,-1 1-1 0 0,1-1 1 0 0,0 1 0 0 0,1-1 0 0 0,-1 1-1 0 0,1-1 1 0 0,0 1 0 0 0,0-1 0 0 0,0 0-1 0 0,0 0 1 0 0,1 1 0 0 0,2 3-1 0 0,4 5 10 0 0,-5-8-8 0 0,0 1 0 0 0,0-1 0 0 0,1 1 0 0 0,0-1 0 0 0,1-1 0 0 0,7 9 0 0 0,-11-13 16 0 0,0 1 0 0 0,1 0 1 0 0,-1 0-1 0 0,1-1 0 0 0,-1 1 0 0 0,1 0 0 0 0,-1-1 0 0 0,1 0 0 0 0,-1 1 0 0 0,1-1 0 0 0,0 0 0 0 0,-1 0 1 0 0,1 0-1 0 0,-1 0 0 0 0,1 0 0 0 0,0 0 0 0 0,-1 0 0 0 0,1 0 0 0 0,-1-1 0 0 0,1 1 0 0 0,-1-1 1 0 0,1 1-1 0 0,-1-1 0 0 0,1 0 0 0 0,-1 1 0 0 0,1-1 0 0 0,-1 0 0 0 0,0 0 0 0 0,0 0 0 0 0,1 0 1 0 0,-1 0-1 0 0,0 0 0 0 0,1-2 0 0 0,4-4 43 0 0,1 0 1 0 0,-2 0-1 0 0,6-10 0 0 0,1 1-16 0 0,17-35 18 0 0,-13 23-58 0 0,-15 25-4 0 0,1-1-1 0 0,0 0 1 0 0,0 0 0 0 0,0 1 0 0 0,0-1 0 0 0,1 1 0 0 0,0 0-1 0 0,3-4 1 0 0,-5 6-5 0 0,3 20-546 0 0,-4-13 551 0 0,1 1 0 0 0,0-1 1 0 0,1 0-1 0 0,-1 0 0 0 0,1 0 0 0 0,4 7 0 0 0,2 11-9 0 0,-6-16-7 0 0,-1-3 19 0 0,0-1-1 0 0,1 1 0 0 0,-1-1 0 0 0,1 0 1 0 0,0 0-1 0 0,0 0 0 0 0,0 0 0 0 0,1 0 1 0 0,3 4-1 0 0,-6-8 23 0 0,0 0-1 0 0,0 0 1 0 0,1 0 0 0 0,-1 0 0 0 0,0 0 0 0 0,0 0-1 0 0,1 0 1 0 0,-1 0 0 0 0,0 0 0 0 0,0 0 0 0 0,1 0 0 0 0,-1-1-1 0 0,0 1 1 0 0,0 0 0 0 0,1 0 0 0 0,-1 0 0 0 0,0 0-1 0 0,0-1 1 0 0,0 1 0 0 0,1 0 0 0 0,-1 0 0 0 0,0 0 0 0 0,0-1-1 0 0,0 1 1 0 0,0 0 0 0 0,0 0 0 0 0,0-1 0 0 0,1 1-1 0 0,-1 0 1 0 0,0 0 0 0 0,0-1 0 0 0,0 1 0 0 0,0 0 0 0 0,0 0-1 0 0,0-1 1 0 0,8-20 171 0 0,1 0-161 0 0,3 2-16 0 0,21-28-55 0 0,-32 45 33 0 0,1 0 0 0 0,-1 0-1 0 0,1 0 1 0 0,0 1 0 0 0,0-1 0 0 0,0 0-1 0 0,0 1 1 0 0,0-1 0 0 0,0 1 0 0 0,0 0-1 0 0,0-1 1 0 0,0 1 0 0 0,1 0 0 0 0,-1 1-1 0 0,1-1 1 0 0,4-1 0 0 0,-6 3-11 0 0,1-1 0 0 0,-1 0 0 0 0,1 1 1 0 0,-1-1-1 0 0,1 1 0 0 0,-1-1 0 0 0,0 1 0 0 0,1 0 0 0 0,-1 0 0 0 0,0-1 1 0 0,1 1-1 0 0,-1 0 0 0 0,0 0 0 0 0,0 0 0 0 0,0 0 0 0 0,0 1 0 0 0,0-1 1 0 0,2 2-1 0 0,15 29 9 0 0,-12-21-10 0 0,-2-3-16 0 0,0 0-1 0 0,-1 0 1 0 0,0 1-1 0 0,0-1 0 0 0,-1 1 1 0 0,0 0-1 0 0,0 0 1 0 0,0 14-1 0 0,1-13-348 0 0,-3-10 244 0 0,0 0 1 0 0,1 0 0 0 0,-1 0-1 0 0,0 0 1 0 0,0 0 0 0 0,0 0-1 0 0,1 2-1393 0 0,-1-2 1394 0 0,0 0 0 0 0,0 0-1 0 0,0 0 1 0 0,0 0 0 0 0,0 0-1 0 0,0 1 1 0 0,0-1 0 0 0,0 0-1 0 0,0 0 1 0 0,0 0 0 0 0,0 0-1 0 0,0 0 1 0 0,0 1 0 0 0,0-1-1 0 0,0 0 1 0 0,0 0 0 0 0,0 0-1 0 0,0 0 1 0 0,0 0 0 0 0,0 1-1 0 0,0-1 1 0 0,0 0 0 0 0,0 0-1 0 0,0 0 1 0 0,-2 1-1394 0 0,2-1 1394 0 0,0 0 0 0 0,0 0-1 0 0,0 0 1 0 0,0 0 0 0 0,-1 0-1 0 0,1 0 1 0 0,0 0 0 0 0,0 0-1 0 0,0 0 1 0 0,0 0 0 0 0,0 0-1 0 0,-1 0 1 0 0,1 0 0 0 0,0 0-1 0 0,0 0 1 0 0</inkml:trace>
</inkml:ink>
</file>

<file path=ppt/ink/ink2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0T13:13:34.63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93 17764 0 0,'0'0'10119'0'0,"21"2"-9695"0"0,-7-1-364 0 0,11 1 14 0 0,0-2-1 0 0,1 0 1 0 0,-1-1 0 0 0,27-5-1 0 0,237-51-867 0 0,-228 43-3360 0 0,-1 1-3864 0 0,-26 6-4966 0 0</inkml:trace>
</inkml:ink>
</file>

<file path=ppt/ink/ink2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0T13:13:36.76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1 514 17084 0 0,'0'0'6124'0'0,"15"-15"-5944"0"0,3-2-117 0 0,1-1 101 0 0,29-36 1 0 0,-38 42 90 0 0,0 0 1 0 0,-1-1-1 0 0,-1-1 1 0 0,11-22-1 0 0,-6 17 543 0 0,-9 18-276 0 0,-8 12-829 0 0,-4 11 196 0 0,5-3 79 0 0,0-1 0 0 0,1 0 0 0 0,1 28 0 0 0,1-46 568 0 0,3-28 994 0 0,-2 16-1494 0 0,0 0 0 0 0,-1 0 0 0 0,0 0 0 0 0,-1 0 0 0 0,-1-1 0 0 0,-4-16 0 0 0,6 28-39 0 0,0 0 0 0 0,0 0 0 0 0,-1 1 0 0 0,1-1 1 0 0,0 0-1 0 0,0 0 0 0 0,-1 1 0 0 0,1-1 0 0 0,-1 0 0 0 0,1 1 1 0 0,-1-1-1 0 0,1 0 0 0 0,-1 1 0 0 0,1-1 0 0 0,-1 1 0 0 0,1-1 1 0 0,-1 1-1 0 0,0-1 0 0 0,1 1 0 0 0,-1-1 0 0 0,0 1 1 0 0,0-1-1 0 0,1 1 0 0 0,-1 0 0 0 0,0 0 0 0 0,0-1 0 0 0,1 1 1 0 0,-1 0-1 0 0,0 0 0 0 0,0 0 0 0 0,0 0 0 0 0,1 0 0 0 0,-1 0 1 0 0,0 0-1 0 0,0 0 0 0 0,0 0 0 0 0,0 0 0 0 0,1 1 0 0 0,-1-1 1 0 0,0 0-1 0 0,0 0 0 0 0,1 1 0 0 0,-2 0 0 0 0,-2 0-41 0 0,1 1-1 0 0,0-1 1 0 0,-1 1 0 0 0,1 0-1 0 0,0 0 1 0 0,0 1-1 0 0,0-1 1 0 0,-3 4 0 0 0,1-1 36 0 0,-10 13-28 0 0,1 0 0 0 0,-13 20 0 0 0,23-31 30 0 0,0-1 0 0 0,1 1 1 0 0,0 0-1 0 0,0 0 0 0 0,1 0 0 0 0,0 0 1 0 0,0 1-1 0 0,0-1 0 0 0,1 0 1 0 0,0 13-1 0 0,1-16 5 0 0,-1 1 0 0 0,2 0 0 0 0,-1 0 0 0 0,0-1 0 0 0,1 1 0 0 0,0 0 0 0 0,0-1 0 0 0,1 1 0 0 0,-1-1 0 0 0,1 1 0 0 0,0-1 0 0 0,0 0 0 0 0,0 0 0 0 0,1 0 0 0 0,-1 0 0 0 0,1 0 0 0 0,0 0 0 0 0,0-1 1 0 0,0 1-1 0 0,1-1 0 0 0,-1 0 0 0 0,1 0 0 0 0,0 0 0 0 0,0 0 0 0 0,0-1 0 0 0,0 0 0 0 0,0 0 0 0 0,6 2 0 0 0,1 0 50 0 0,0-1 0 0 0,0-1 1 0 0,0 1-1 0 0,0-2 0 0 0,0 0 1 0 0,0 0-1 0 0,1-1 0 0 0,-1 0 1 0 0,0-1-1 0 0,1 0 0 0 0,-1-1 0 0 0,0-1 1 0 0,0 1-1 0 0,0-2 0 0 0,-1 1 1 0 0,1-2-1 0 0,15-8 0 0 0,-13 7-10 0 0,-1-2-1 0 0,0 0 0 0 0,-1 0 0 0 0,1-1 1 0 0,-2-1-1 0 0,1 0 0 0 0,-1 0 0 0 0,-1-1 1 0 0,0 0-1 0 0,0-1 0 0 0,-2 0 0 0 0,1 0 1 0 0,9-22-1 0 0,-6 9-22 0 0,-4 9-12 0 0,0-1-1 0 0,7-29 0 0 0,-10 28 8 0 0,1-6 49 0 0,0 0 1 0 0,-2 0-1 0 0,1-30 1 0 0,-5 38 84 0 0,1 16-146 0 0,0 0 0 0 0,0 0 0 0 0,0 0 0 0 0,0 0 0 0 0,0-1-1 0 0,0 1 1 0 0,0 0 0 0 0,-1 0 0 0 0,1 0 0 0 0,0 0 0 0 0,0 0 0 0 0,0 0 0 0 0,0 0 0 0 0,0 0 0 0 0,0 0 0 0 0,0 0 0 0 0,0-1 0 0 0,0 1 0 0 0,0 0 0 0 0,0 0 0 0 0,0 0 0 0 0,-1 0 0 0 0,1 0-1 0 0,0 0 1 0 0,0 0 0 0 0,0 0 0 0 0,0 0 0 0 0,0 0 0 0 0,0 0 0 0 0,0 0 0 0 0,-1 0 0 0 0,1 0 0 0 0,0 0 0 0 0,0 0 0 0 0,0 0 0 0 0,0 0 0 0 0,0 0 0 0 0,0 0 0 0 0,0 0 0 0 0,0 0 0 0 0,-1 0 0 0 0,1 0-1 0 0,0 0 1 0 0,0 0 0 0 0,0 0 0 0 0,0 0 0 0 0,0 0 0 0 0,0 0 0 0 0,0 1 0 0 0,0-1 0 0 0,0 0 0 0 0,-1 0 0 0 0,-12 22-318 0 0,12-21 309 0 0,-2 7-22 0 0,0 1 0 0 0,0-1 1 0 0,1 1-1 0 0,-3 15 0 0 0,-2 10-18 0 0,5-27 43 0 0,0 0-1 0 0,1 0 0 0 0,0 0 0 0 0,0 0 0 0 0,0 0 0 0 0,1 0 0 0 0,0 0 0 0 0,1 0 0 0 0,-1 1 0 0 0,1-1 0 0 0,1 0 1 0 0,-1 0-1 0 0,6 13 0 0 0,3 3 5 0 0,-7-18-2 0 0,-1 1 1 0 0,1-1 0 0 0,0 0-1 0 0,0 0 1 0 0,4 6-1 0 0,-2-5 6 0 0,1 0-1 0 0,0-1 0 0 0,0 1 1 0 0,7 4-1 0 0,-12-9 12 0 0,0-1 0 0 0,-1 1 0 0 0,1 0 0 0 0,0-1 0 0 0,0 1 0 0 0,0 0 0 0 0,0-1 0 0 0,0 1 0 0 0,0-1 0 0 0,0 0 0 0 0,0 1 0 0 0,0-1 0 0 0,0 0 0 0 0,1 0 0 0 0,-1 1 0 0 0,0-1 0 0 0,0 0 0 0 0,0 0 0 0 0,0 0 0 0 0,0 0 0 0 0,0 0 0 0 0,0-1 0 0 0,0 1 0 0 0,1 0 0 0 0,-1-1 0 0 0,0 1 0 0 0,0 0 0 0 0,0-1 0 0 0,0 1 0 0 0,0-1 0 0 0,0 1 0 0 0,0-1 0 0 0,-1 0 0 0 0,1 1 0 0 0,0-1 0 0 0,0 0 0 0 0,0 0 0 0 0,0-1 0 0 0,10-15 50 0 0,-2 5 10 0 0,-1-1-1 0 0,0 0 0 0 0,-1 0 1 0 0,0-1-1 0 0,4-15 1 0 0,-6 16-71 0 0,1-10 19 0 0,-6 23 47 0 0,1 16-757 0 0,5-3 668 0 0,-1-2 13 0 0,1-1 0 0 0,0 0 0 0 0,0-1 0 0 0,12 15 0 0 0,-16-21 10 0 0,1-1-1 0 0,0 1 0 0 0,0 0 0 0 0,1-1 0 0 0,-1 0 0 0 0,0 0 0 0 0,1 0 0 0 0,0 0 0 0 0,-1 0 0 0 0,1-1 0 0 0,0 0 0 0 0,0 1 0 0 0,0-2 1 0 0,0 1-1 0 0,0 0 0 0 0,0-1 0 0 0,6 1 0 0 0,-5-2 8 0 0,0 1 0 0 0,-1-1-1 0 0,1 0 1 0 0,0 0 0 0 0,-1-1 0 0 0,1 1 0 0 0,-1-1 0 0 0,1 0 0 0 0,-1 0-1 0 0,0 0 1 0 0,0-1 0 0 0,0 1 0 0 0,0-1 0 0 0,0 0 0 0 0,-1 0 0 0 0,1-1-1 0 0,-1 1 1 0 0,0-1 0 0 0,0 0 0 0 0,3-4 0 0 0,6-10-32 0 0,-1-1 1 0 0,-1 0-1 0 0,9-25 0 0 0,-15 34-6 0 0,-1 3 219 0 0,1 0-771 0 0,1 19-265 0 0,-2-7 819 0 0,1 0 0 0 0,0 0 1 0 0,0 0-1 0 0,0 0 1 0 0,7 5-1 0 0,-10-10 35 0 0,20-33 756 0 0,-19 27-731 0 0,-1 0 0 0 0,0 1 0 0 0,-1-1 0 0 0,1 0 0 0 0,-1 0 1 0 0,-1-9-1 0 0,1 0 171 0 0,0 15-203 0 0,0-1 0 0 0,0 1 0 0 0,-1 0 1 0 0,1-1-1 0 0,0 1 0 0 0,0-1 0 0 0,0 1 1 0 0,0 0-1 0 0,-1-1 0 0 0,1 1 0 0 0,0 0 1 0 0,0 0-1 0 0,-1-1 0 0 0,1 1 0 0 0,0 0 0 0 0,0-1 1 0 0,-1 1-1 0 0,1 0 0 0 0,0 0 0 0 0,-1 0 1 0 0,1-1-1 0 0,0 1 0 0 0,-1 0 0 0 0,1 0 1 0 0,0 0-1 0 0,-1 0 0 0 0,1 0 0 0 0,-1 0 0 0 0,1-1 1 0 0,0 1-1 0 0,-1 0 0 0 0,1 0 0 0 0,-1 0 1 0 0,1 0-1 0 0,0 0 0 0 0,-1 1 0 0 0,1-1 0 0 0,0 0 1 0 0,-1 0-1 0 0,1 0 0 0 0,-1 0 0 0 0,1 0 1 0 0,0 0-1 0 0,-1 1 0 0 0,0-1 0 0 0,-16 9-344 0 0,11-3 315 0 0,0 1-1 0 0,0 0 1 0 0,1 0-1 0 0,0 1 1 0 0,0 0-1 0 0,1 0 1 0 0,0 0-1 0 0,1 0 1 0 0,-1 0-1 0 0,1 1 0 0 0,1 0 1 0 0,0-1-1 0 0,0 1 1 0 0,1 0-1 0 0,0 0 1 0 0,0 0-1 0 0,1 0 1 0 0,1 0-1 0 0,0 10 1 0 0,0-17 26 0 0,-1 0 1 0 0,1 0 0 0 0,-1-1 0 0 0,1 1 0 0 0,0 0 0 0 0,-1-1-1 0 0,1 1 1 0 0,0-1 0 0 0,0 1 0 0 0,0-1 0 0 0,0 0 0 0 0,1 1-1 0 0,-1-1 1 0 0,0 0 0 0 0,0 0 0 0 0,1 1 0 0 0,2 0 0 0 0,0 0 12 0 0,0 0 1 0 0,0 0-1 0 0,0 0 1 0 0,0-1 0 0 0,0 1-1 0 0,0-1 1 0 0,6 1-1 0 0,-2-1 28 0 0,1 0 0 0 0,0-1 0 0 0,0 0 0 0 0,-1 0-1 0 0,1-1 1 0 0,0 0 0 0 0,8-2 0 0 0,-2-2-5 0 0,-1 0 0 0 0,0-1 0 0 0,0 0 0 0 0,0-1 0 0 0,-1 0 0 0 0,0-1 0 0 0,0-1 0 0 0,-1 0 1 0 0,-1-1-1 0 0,13-12 0 0 0,-9 7-28 0 0,-1 0 1 0 0,0-1-1 0 0,-2-1 1 0 0,1 0-1 0 0,-2-1 1 0 0,11-23-1 0 0,-13 24 35 0 0,-2-1 0 0 0,0-1 0 0 0,-1 1 0 0 0,-1-1 0 0 0,-1 0 0 0 0,0 0 0 0 0,-2 0 0 0 0,1-31 0 0 0,-8 57-139 0 0,-1 1 60 0 0,0 0-1 0 0,1 1 0 0 0,-6 12 0 0 0,0 14 39 0 0,6-21 4 0 0,0 0 1 0 0,2 0 0 0 0,-4 23-1 0 0,3-8-14 0 0,2-18 3 0 0,1 0 0 0 0,0 0 0 0 0,1 0 0 0 0,0 1 0 0 0,0-1 0 0 0,4 17 0 0 0,0-20 235 0 0,0-18 344 0 0,0-4-519 0 0,11-27-83 0 0,-12 33-3 0 0,0 0 1 0 0,0 0-1 0 0,1 0 1 0 0,-1 0-1 0 0,10-12 1 0 0,-1-3-33 0 0,-12 21 57 0 0,1 0 0 0 0,0 0 0 0 0,0 0 1 0 0,0 0-1 0 0,0 0 0 0 0,0 0 0 0 0,0 0 1 0 0,1 0-1 0 0,-1 1 0 0 0,1-1 0 0 0,-1 0 1 0 0,4-2-1 0 0,-4 4-19 0 0,0 0 0 0 0,0 0-1 0 0,0-1 1 0 0,0 1 0 0 0,0 0 0 0 0,0 0 0 0 0,0 0 0 0 0,0 0-1 0 0,0 0 1 0 0,0 0 0 0 0,0 1 0 0 0,0-1 0 0 0,0 0 0 0 0,0 0-1 0 0,0 1 1 0 0,0-1 0 0 0,0 1 0 0 0,0-1 0 0 0,0 1 0 0 0,0-1-1 0 0,0 1 1 0 0,-1-1 0 0 0,1 1 0 0 0,0 0 0 0 0,1 1 0 0 0,-1-1 13 0 0,1 0 0 0 0,-1 0 1 0 0,0 0-1 0 0,1 1 0 0 0,-1-1 1 0 0,0 0-1 0 0,0 1 0 0 0,0-1 1 0 0,0 1-1 0 0,0-1 0 0 0,0 1 1 0 0,0 0-1 0 0,0 2 0 0 0,1 11-141 0 0,-2-14 197 0 0,1 0 0 0 0,-1 0 0 0 0,0 0-1 0 0,0 0 1 0 0,0 0 0 0 0,0 1 0 0 0,0-1 0 0 0,0 0-1 0 0,0 0 1 0 0,0 0 0 0 0,-1 0 0 0 0,1 0 0 0 0,0 0-1 0 0,0 0 1 0 0,-1 0 0 0 0,1 0 0 0 0,-1 0 0 0 0,1 0-1 0 0,-1 0 1 0 0,0 0 0 0 0,0 1 0 0 0,-12 15 36 0 0,-6 12 1 0 0,18-27-72 0 0,0 0 1 0 0,0 0-1 0 0,1-1 1 0 0,-1 1-1 0 0,0 0 1 0 0,1 0-1 0 0,0 0 1 0 0,-1 0-1 0 0,1 0 1 0 0,0 0-1 0 0,0 0 1 0 0,0 0-1 0 0,0 0 1 0 0,0 0-1 0 0,1 0 1 0 0,-1 0-1 0 0,1 0 1 0 0,-1 0-1 0 0,1 0 1 0 0,0 0-1 0 0,-1-1 1 0 0,1 1-1 0 0,0 0 1 0 0,0 0-1 0 0,0-1 1 0 0,1 1-1 0 0,1 2 1 0 0,0-2 3 0 0,0 0 0 0 0,0 1 0 0 0,1-1 1 0 0,-1 0-1 0 0,1-1 0 0 0,-1 1 0 0 0,1 0 0 0 0,0-1 1 0 0,0 0-1 0 0,0 0 0 0 0,-1 0 0 0 0,1-1 1 0 0,7 1-1 0 0,-7 0-44 0 0,8 0-199 0 0,1 0 1 0 0,-1 0-1 0 0,0-1 1 0 0,1-1 0 0 0,-1 0-1 0 0,0-1 1 0 0,13-3-1 0 0,-16-2-2753 0 0</inkml:trace>
</inkml:ink>
</file>

<file path=ppt/ink/ink2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0T13:13:36.94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0 21028 0 0,'0'0'5906'0'0</inkml:trace>
</inkml:ink>
</file>

<file path=ppt/ink/ink2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0T13:13:39.04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0 331 6713 0 0,'0'0'14744'0'0,"21"7"-13803"0"0,70 22-171 0 0,-82-26-618 0 0,0-1 0 0 0,0 0 0 0 0,0-1 0 0 0,0 0 0 0 0,0 0 0 0 0,0-1 0 0 0,0 0 1 0 0,15-2-1 0 0,-9 1 43 0 0,1-1-40 0 0,1 0 1 0 0,-1-1-1 0 0,0-1 0 0 0,-1 0 0 0 0,1-1 1 0 0,-1-1-1 0 0,0 0 0 0 0,0-1 1 0 0,-1-1-1 0 0,1 0 0 0 0,-2-1 0 0 0,1 0 1 0 0,-1-1-1 0 0,-1-1 0 0 0,0 0 1 0 0,-1-1-1 0 0,13-15 0 0 0,-18 16-95 0 0,0 1 0 0 0,0-1 0 0 0,-2 1 0 0 0,1-1 0 0 0,-1-1 0 0 0,-1 1 0 0 0,0-1-1 0 0,0 1 1 0 0,-2-1 0 0 0,1 0 0 0 0,-1 0 0 0 0,-1-14 0 0 0,0 22-35 0 0,0 1-1 0 0,0-1 1 0 0,0 1-1 0 0,-1-1 1 0 0,1 1 0 0 0,-1-1-1 0 0,0 1 1 0 0,0-1-1 0 0,0 1 1 0 0,0-1 0 0 0,-1 1-1 0 0,1 0 1 0 0,-1 0 0 0 0,0 0-1 0 0,0 0 1 0 0,0 0-1 0 0,0 0 1 0 0,-1 0 0 0 0,-3-3-1 0 0,-13 45-1057 0 0,11-26 1010 0 0,2 1 0 0 0,-5 16 1 0 0,-2 2 16 0 0,4-8-16 0 0,-6 28 0 0 0,8-27 29 0 0,3-4 3 0 0,0 0 0 0 0,2 1 1 0 0,0-1-1 0 0,2 29 0 0 0,0-37 18 0 0,-2 23-91 0 0,1-22 374 0 0,1-13 264 0 0,0-5 406 0 0,3-60-906 0 0,-2 58-100 0 0,0 0 0 0 0,1 0-1 0 0,-1 0 1 0 0,1 0-1 0 0,0 1 1 0 0,1-1-1 0 0,-1 1 1 0 0,5-8 0 0 0,5-5-28 0 0,-10 14 28 0 0,1 0 1 0 0,-1 0-1 0 0,1 0 1 0 0,0 0 0 0 0,0 1-1 0 0,0-1 1 0 0,5-3 0 0 0,-8 7 12 0 0,1-1 1 0 0,-1 1 0 0 0,1-1 0 0 0,-1 1 0 0 0,1 0 0 0 0,-1-1 0 0 0,1 1 0 0 0,-1 0 0 0 0,1 0 0 0 0,-1-1 0 0 0,1 1 0 0 0,0 0-1 0 0,-1 0 1 0 0,1 0 0 0 0,-1 0 0 0 0,1-1 0 0 0,0 1 0 0 0,-1 0 0 0 0,1 0 0 0 0,0 0 0 0 0,-1 1 0 0 0,1-1 0 0 0,-1 0 0 0 0,1 0-1 0 0,0 0 1 0 0,-1 0 0 0 0,1 0 0 0 0,-1 1 0 0 0,1-1 0 0 0,-1 0 0 0 0,1 1 0 0 0,-1-1 0 0 0,1 0 0 0 0,-1 1 0 0 0,1-1-1 0 0,-1 0 1 0 0,1 1 0 0 0,0 0 0 0 0,12 26-54 0 0,-4-9 73 0 0,6 4-15 0 0,-10-14 3 0 0,1 0 0 0 0,0 1 0 0 0,0-2 0 0 0,13 13 0 0 0,-15-18 8 0 0,0 1 1 0 0,-1-1-1 0 0,1 1 1 0 0,0-1 0 0 0,0-1-1 0 0,0 1 1 0 0,0 0-1 0 0,0-1 1 0 0,1 0 0 0 0,-1 0-1 0 0,0 0 1 0 0,1-1-1 0 0,-1 1 1 0 0,7-1-1 0 0,-5-1 14 0 0,0 1-1 0 0,0-1 0 0 0,-1 0 0 0 0,1-1 0 0 0,0 1 0 0 0,-1-1 0 0 0,1 0 0 0 0,-1-1 0 0 0,0 1 0 0 0,1-1 0 0 0,-1 0 0 0 0,0 0 1 0 0,-1-1-1 0 0,1 1 0 0 0,-1-1 0 0 0,8-8 0 0 0,-2 0 16 0 0,-1 0 0 0 0,0 0 0 0 0,0-1 0 0 0,-1 0 0 0 0,8-18 0 0 0,-12 23 0 0 0,-1 1 1 0 0,0-1-1 0 0,0 0 1 0 0,-1 0-1 0 0,0 0 0 0 0,-1 0 1 0 0,1-1-1 0 0,-1-14 1 0 0,-1 23-35 0 0,0 0-1 0 0,0 0 1 0 0,0-1 0 0 0,0 1 0 0 0,0 0-1 0 0,0 0 1 0 0,0-1 0 0 0,0 1 0 0 0,0 0-1 0 0,0-1 1 0 0,0 1 0 0 0,0 0 0 0 0,0 0-1 0 0,0 0 1 0 0,0-1 0 0 0,-1 1 0 0 0,1 0-1 0 0,0 0 1 0 0,0-1 0 0 0,0 1-1 0 0,0 0 1 0 0,-1 0 0 0 0,1 0 0 0 0,0 0-1 0 0,0-1 1 0 0,0 1 0 0 0,-1 0 0 0 0,1 0-1 0 0,0 0 1 0 0,0 0 0 0 0,-1 0 0 0 0,1 0-1 0 0,0-1 1 0 0,0 1 0 0 0,-1 0 0 0 0,-10 3-308 0 0,9-2 265 0 0,-1 0 1 0 0,1 1-1 0 0,0-1 0 0 0,0 0 1 0 0,0 1-1 0 0,1-1 0 0 0,-1 1 1 0 0,-2 2-1 0 0,-6 12-37 0 0,7-13 68 0 0,1 1 1 0 0,0-1 0 0 0,0 1-1 0 0,0-1 1 0 0,-2 8-1 0 0,2-6 4 0 0,0 0 0 0 0,1 0-1 0 0,0 1 1 0 0,0-1 0 0 0,0 1-1 0 0,1-1 1 0 0,-1 1 0 0 0,2 0 0 0 0,0 9-1 0 0,0-12 12 0 0,0 0 0 0 0,0 0-1 0 0,0 0 1 0 0,0 0 0 0 0,0 0-1 0 0,1-1 1 0 0,0 1-1 0 0,-1 0 1 0 0,1-1 0 0 0,0 1-1 0 0,0-1 1 0 0,1 0 0 0 0,-1 1-1 0 0,0-1 1 0 0,1 0 0 0 0,-1 0-1 0 0,1-1 1 0 0,0 1-1 0 0,4 1 1 0 0,3 2 33 0 0,0-1-1 0 0,1 0 1 0 0,0-1-1 0 0,0 0 1 0 0,0-1-1 0 0,0-1 1 0 0,1 1-1 0 0,-1-2 1 0 0,14 0-1 0 0,-16 0-13 0 0,-1 0 0 0 0,0-1 0 0 0,1-1 0 0 0,-1 1 0 0 0,0-1 0 0 0,0 0-1 0 0,0-1 1 0 0,0 0 0 0 0,0 0 0 0 0,-1-1 0 0 0,1 0 0 0 0,-1-1 0 0 0,8-5 0 0 0,-4 0 15 0 0,0-1 0 0 0,-1-1 0 0 0,-1 0 0 0 0,0 0 0 0 0,0 0 1 0 0,-1-1-1 0 0,6-14 0 0 0,-11 17 17 0 0,0 0 0 0 0,-1 0-1 0 0,0-1 1 0 0,-1 1 0 0 0,0 0 0 0 0,-1-19-1 0 0,0 28-13 0 0,0 2-635 0 0,-1-1 585 0 0,1 1-1 0 0,0-1 0 0 0,0 0 1 0 0,0 1-1 0 0,0-1 0 0 0,0 1 0 0 0,0-1 1 0 0,0 0-1 0 0,0 1 0 0 0,0-1 1 0 0,0 0-1 0 0,0 1 0 0 0,0-1 0 0 0,0 0 1 0 0,0 1-1 0 0,1-1 0 0 0,-1 0 1 0 0,0 1-1 0 0,0-1 0 0 0,0 0 0 0 0,1 1 1 0 0,-1-1-1 0 0,0 0 0 0 0,0 1 1 0 0,0-1-1 0 0,1 0 0 0 0,-1 0 0 0 0,0 1 1 0 0,1-1-1 0 0,-1 0 0 0 0,0 0 1 0 0,1 1-1 0 0,9 9 47 0 0,7-2-46 0 0,-13-7 8 0 0,-1 0-1 0 0,0 0 1 0 0,0 1 0 0 0,0 0 0 0 0,0-1 0 0 0,0 1-1 0 0,-1 0 1 0 0,1 0 0 0 0,0 0 0 0 0,3 4 0 0 0,-5-1 24 0 0,1-1 0 0 0,0 1 0 0 0,-1 0 0 0 0,0 0 0 0 0,0-1 1 0 0,-1 1-1 0 0,1 0 0 0 0,-1 0 0 0 0,0 0 0 0 0,-1 8 0 0 0,0 3 9 0 0,1-15-25 0 0,1 0-1 0 0,-1 0 1 0 0,0 0-1 0 0,0 0 0 0 0,0 0 1 0 0,1 0-1 0 0,-1 0 1 0 0,1 0-1 0 0,-1 0 1 0 0,1-1-1 0 0,-1 1 0 0 0,1 0 1 0 0,-1 0-1 0 0,1 0 1 0 0,0-1-1 0 0,-1 1 1 0 0,1 0-1 0 0,0-1 1 0 0,0 1-1 0 0,-1-1 0 0 0,1 1 1 0 0,0-1-1 0 0,0 1 1 0 0,0-1-1 0 0,0 1 1 0 0,1-1-1 0 0,28 7 181 0 0,-24-6-160 0 0,1-1 38 0 0,1 0 1 0 0,-1 0-1 0 0,0 0 0 0 0,1-1 1 0 0,-1 0-1 0 0,0-1 1 0 0,0 1-1 0 0,0-1 1 0 0,0-1-1 0 0,0 0 0 0 0,0 1 1 0 0,8-7-1 0 0,1 0-7 0 0,-1 0-1 0 0,0-1 1 0 0,25-24 0 0 0,-27 21-60 0 0,19-24 0 0 0,-27 31 54 0 0,-1 1 0 0 0,-1-1 0 0 0,1 0-1 0 0,-1 0 1 0 0,0 0 0 0 0,0 0 0 0 0,2-11-1 0 0,-4 17-38 0 0,-1 0-1 0 0,0-1 1 0 0,0 1 0 0 0,0 0-1 0 0,0 0 1 0 0,0-1-1 0 0,1 1 1 0 0,-1 0 0 0 0,0-1-1 0 0,0 1 1 0 0,0 0-1 0 0,0 0 1 0 0,0-1 0 0 0,0 1-1 0 0,0 0 1 0 0,0-1-1 0 0,0 1 1 0 0,0 0 0 0 0,0 0-1 0 0,0-1 1 0 0,0 1-1 0 0,0 0 1 0 0,-1 0 0 0 0,1-1-1 0 0,0 1 1 0 0,0 0-1 0 0,0 0 1 0 0,0-1 0 0 0,0 1-1 0 0,-1 0 1 0 0,1 0-1 0 0,0-1 1 0 0,0 1 0 0 0,0 0-1 0 0,-1 0 1 0 0,1 0-1 0 0,0-1 1 0 0,0 1 0 0 0,0 0-1 0 0,-1 0 1 0 0,1 0-1 0 0,-1 0 1 0 0,-12 6 92 0 0,-13 19-46 0 0,21-19-32 0 0,0 1 0 0 0,1-1 0 0 0,0 0-1 0 0,0 1 1 0 0,1 0 0 0 0,0 0 0 0 0,0 0 0 0 0,0 1-1 0 0,1-1 1 0 0,0 0 0 0 0,1 1 0 0 0,-1-1-1 0 0,1 13 1 0 0,1-17-58 0 0,0 0 0 0 0,0 0 0 0 0,1 0 0 0 0,-1 0 0 0 0,1 0 0 0 0,0-1 0 0 0,0 1 0 0 0,0 0 0 0 0,0 0 0 0 0,0 0 0 0 0,0-1 0 0 0,1 1 0 0 0,0-1 0 0 0,-1 1 0 0 0,4 3 0 0 0,-1-2 120 0 0,0-1 0 0 0,0 0 1 0 0,0 0-1 0 0,1 0 0 0 0,-1 0 0 0 0,0-1 0 0 0,1 1 0 0 0,6 1 0 0 0,1 0-1079 0 0,1 0 0 0 0,18 3 0 0 0,19-1-10816 0 0,-24-5-2207 0 0</inkml:trace>
</inkml:ink>
</file>

<file path=ppt/ink/ink2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0T13:14:43.42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1596 434 10114 0 0,'0'0'13142'0'0,"-9"-6"-12717"0"0,-14-11 217 0 0,-37-20-1 0 0,-260-132 1988 0 0,282 148-2519 0 0,-2 1 0 0 0,0 3 0 0 0,-1 1 0 0 0,-1 2 0 0 0,-49-10 1 0 0,59 18-29 0 0,1 2 0 0 0,-1 0 0 0 0,0 3 0 0 0,0 0 0 0 0,0 3 0 0 0,0 0 0 0 0,-57 13 0 0 0,52-6-37 0 0,1 1-1 0 0,0 3 1 0 0,1 0-1 0 0,1 2 1 0 0,0 2-1 0 0,-38 25 1 0 0,48-26-4 0 0,1 1 0 0 0,2 1 0 0 0,-1 1 0 0 0,2 1 0 0 0,1 1 0 0 0,0 0 0 0 0,2 2 1 0 0,-29 47-1 0 0,33-46-24 0 0,1 0 1 0 0,1 0-1 0 0,1 1 1 0 0,1 0-1 0 0,1 1 1 0 0,1 0 0 0 0,2 0-1 0 0,0 1 1 0 0,2-1-1 0 0,1 1 1 0 0,3 53-1 0 0,0-69-8 0 0,1 1-1 0 0,1-2 0 0 0,0 1 0 0 0,0 0 0 0 0,1-1 0 0 0,0 1 0 0 0,1-1 0 0 0,0 0 1 0 0,1 0-1 0 0,7 10 0 0 0,-3-8-1 0 0,1 1 1 0 0,0-2 0 0 0,1 1-1 0 0,0-1 1 0 0,1-1 0 0 0,18 11-1 0 0,1-2 16 0 0,2-2 0 0 0,-1-1 0 0 0,2-2 0 0 0,0-2 0 0 0,51 12-1 0 0,-4-7 24 0 0,1-3 0 0 0,1-4 0 0 0,-1-4 0 0 0,1-3 0 0 0,1-4 0 0 0,-1-4 0 0 0,102-18 0 0 0,-55-3 126 0 0,0-6 0 0 0,-3-5 0 0 0,224-97-1 0 0,-274 99-31 0 0,112-69-1 0 0,-162 86-90 0 0,0-2 0 0 0,-1-1 0 0 0,-1-1 1 0 0,-1-1-1 0 0,-1-1 0 0 0,38-51 0 0 0,-52 60-14 0 0,-1 1 1 0 0,0-2-1 0 0,-1 1 0 0 0,-1-1 0 0 0,-1-1 0 0 0,0 1 1 0 0,-1-1-1 0 0,-1 0 0 0 0,4-30 0 0 0,-7 36-9 0 0,0 1-1 0 0,-1-1 1 0 0,-1 0 0 0 0,0 1-1 0 0,0-1 1 0 0,-1 0 0 0 0,0 1-1 0 0,-1 0 1 0 0,0-1 0 0 0,0 1-1 0 0,-1 0 1 0 0,-1 0 0 0 0,0 1-1 0 0,0 0 1 0 0,-1 0 0 0 0,-13-17-1 0 0,6 13-13 0 0,0-1 0 0 0,-2 2-1 0 0,0 0 1 0 0,0 1 0 0 0,-1 0 0 0 0,0 2-1 0 0,0 0 1 0 0,-1 0 0 0 0,-24-7-1 0 0,-3 2 1 0 0,0 1 1 0 0,-76-10-1 0 0,-9 9 9 0 0,-1 5 1 0 0,-189 12 0 0 0,224 3-22 0 0,1 4 0 0 0,-167 38 0 0 0,199-31 0 0 0,1 3 0 0 0,1 2 0 0 0,1 3 0 0 0,1 3 0 0 0,-60 37 0 0 0,73-35 0 0 0,1 1 0 0 0,1 3 0 0 0,-52 52 0 0 0,69-59 0 0 0,2 1 0 0 0,1 1 0 0 0,1 1 0 0 0,2 1 0 0 0,-30 60 0 0 0,42-73-57 0 0,1 0-1 0 0,0 0 1 0 0,2 1 0 0 0,0 0 0 0 0,1 0-1 0 0,1 0 1 0 0,1 0 0 0 0,0 0-1 0 0,2 0 1 0 0,0 1 0 0 0,1-1-1 0 0,1 0 1 0 0,1 1 0 0 0,0-1 0 0 0,2-1-1 0 0,0 1 1 0 0,1-1 0 0 0,1 0-1 0 0,1 0 1 0 0,0 0 0 0 0,1-1 0 0 0,1-1-1 0 0,1 0 1 0 0,0 0 0 0 0,20 21-1 0 0,28 22-1536 0 0,-18-21-2930 0 0,-4-9-8048 0 0</inkml:trace>
</inkml:ink>
</file>

<file path=ppt/ink/ink2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0T13:14:46.57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8 611 14923 0 0,'0'0'10594'0'0,"6"-16"-10404"0"0,16-49-10 0 0,-20 59-116 0 0,1-1-1 0 0,0 1 1 0 0,0-1 0 0 0,7-10 0 0 0,2-5 164 0 0,-4 5-73 0 0,1 1 1 0 0,0-1-1 0 0,1 2 1 0 0,21-26-1 0 0,-31 41-167 0 0,0 0-1 0 0,1 0 0 0 0,-1-1 1 0 0,0 1-1 0 0,0 0 1 0 0,0 0-1 0 0,1-1 0 0 0,-1 1 1 0 0,0 0-1 0 0,0 0 1 0 0,1 0-1 0 0,-1-1 0 0 0,0 1 1 0 0,0 0-1 0 0,1 0 1 0 0,-1 0-1 0 0,0 0 1 0 0,1 0-1 0 0,-1 0 0 0 0,0-1 1 0 0,0 1-1 0 0,1 0 1 0 0,-1 0-1 0 0,0 0 0 0 0,1 0 1 0 0,-1 0-1 0 0,0 0 1 0 0,1 0-1 0 0,-1 0 0 0 0,0 1 1 0 0,1-1-1 0 0,-1 0 1 0 0,0 0-1 0 0,1 0 0 0 0,-1 0 1 0 0,0 0-1 0 0,0 0 1 0 0,1 1-1 0 0,-1-1 0 0 0,0 0 1 0 0,0 0-1 0 0,1 0 1 0 0,-1 1-1 0 0,9 18-103 0 0,1 36 290 0 0,-8-46-219 0 0,2 7 53 0 0,2 14 38 0 0,-5-42 1236 0 0,2-29-833 0 0,-3 39-448 0 0,0 0 1 0 0,0-1-1 0 0,0 1 1 0 0,-1 0-1 0 0,1-1 1 0 0,0 1 0 0 0,-1 0-1 0 0,0 0 1 0 0,1 0-1 0 0,-1-1 1 0 0,0 1-1 0 0,0 0 1 0 0,-1 0 0 0 0,-1-3-1 0 0,-4-3-9 0 0,7 7 2 0 0,-1 0 0 0 0,1 0 0 0 0,-1 1 0 0 0,0-1 0 0 0,1 0 0 0 0,-1 0 0 0 0,0 0 0 0 0,0 1 0 0 0,1-1 0 0 0,-1 0 0 0 0,0 1-1 0 0,0-1 1 0 0,0 0 0 0 0,0 1 0 0 0,0 0 0 0 0,0-1 0 0 0,0 1 0 0 0,0-1 0 0 0,0 1 0 0 0,0 0 0 0 0,0 0 0 0 0,0-1 0 0 0,0 1 0 0 0,0 0 0 0 0,0 0 0 0 0,0 0 0 0 0,0 0 0 0 0,0 0-1 0 0,0 1 1 0 0,0-1 0 0 0,0 0 0 0 0,0 0 0 0 0,0 1 0 0 0,0-1 0 0 0,0 1 0 0 0,-1 0 0 0 0,-4 2-12 0 0,0 0 0 0 0,0 1 0 0 0,1 0 0 0 0,0 0 0 0 0,0 1 0 0 0,0-1 1 0 0,-7 9-1 0 0,-27 41 38 0 0,18-11-3 0 0,14-26 9 0 0,4-11-17 0 0,1 1-1 0 0,0 0 0 0 0,0-1 1 0 0,0 1-1 0 0,1 0 1 0 0,0 0-1 0 0,0 13 1 0 0,1-17-8 0 0,0 1-1 0 0,0-1 1 0 0,1 1 0 0 0,-1-1-1 0 0,1 1 1 0 0,0-1 0 0 0,0 0 0 0 0,0 1-1 0 0,0-1 1 0 0,0 0 0 0 0,1 0-1 0 0,-1 0 1 0 0,1 0 0 0 0,0 0 0 0 0,0 0-1 0 0,4 4 1 0 0,-2-4 17 0 0,0 1 0 0 0,0-1-1 0 0,0 0 1 0 0,1 0 0 0 0,-1 0 0 0 0,1 0-1 0 0,0-1 1 0 0,-1 0 0 0 0,1 0 0 0 0,0 0-1 0 0,0-1 1 0 0,0 0 0 0 0,1 0 0 0 0,-1 0-1 0 0,9 0 1 0 0,1-1 19 0 0,1 0-1 0 0,-1-1 1 0 0,0 0 0 0 0,0-2-1 0 0,0 0 1 0 0,0 0-1 0 0,0-1 1 0 0,0-1 0 0 0,-1-1-1 0 0,26-13 1 0 0,-21 8 20 0 0,-1-1 1 0 0,0-1-1 0 0,0-1 0 0 0,-2 0 1 0 0,0-1-1 0 0,0-1 0 0 0,14-19 1 0 0,-22 23-10 0 0,0 0 0 0 0,11-23-1 0 0,-8 13 14 0 0,-5 9-31 0 0,-1 1 0 0 0,0-1 0 0 0,-1-1 0 0 0,3-12 1 0 0,-1-1-28 0 0,-1 10 0 0 0,-2 1-1 0 0,2-26 0 0 0,-4 35 42 0 0,-1 0-1 0 0,0 0 1 0 0,0-1 0 0 0,-1 1 0 0 0,0 0-1 0 0,0 0 1 0 0,-1 0 0 0 0,-3-11-1 0 0,5 17-36 0 0,-1 0-1 0 0,1 0 1 0 0,0 1-1 0 0,-1-1 1 0 0,1 0-1 0 0,-1 0 1 0 0,1 0-1 0 0,-1 1 1 0 0,1-1-1 0 0,-1 0 1 0 0,0 1-1 0 0,1-1 1 0 0,-1 0-1 0 0,0 1 0 0 0,1-1 1 0 0,-1 1-1 0 0,0-1 1 0 0,0 1-1 0 0,0-1 1 0 0,1 1-1 0 0,-1 0 1 0 0,0-1-1 0 0,0 1 1 0 0,0 0-1 0 0,0 0 1 0 0,0 0-1 0 0,0 0 1 0 0,0-1-1 0 0,1 1 0 0 0,-1 0 1 0 0,0 1-1 0 0,0-1 1 0 0,0 0-1 0 0,0 0 1 0 0,0 0-1 0 0,0 0 1 0 0,0 1-1 0 0,1-1 1 0 0,-1 0-1 0 0,-1 2 1 0 0,-2-1-14 0 0,1 1 0 0 0,0 0 0 0 0,0 1 0 0 0,0-1 0 0 0,0 0 0 0 0,1 1 0 0 0,-1 0 0 0 0,-4 5 0 0 0,-3 7 1 0 0,1 0 0 0 0,1 1 0 0 0,0 0 0 0 0,1 1 0 0 0,0-1 0 0 0,-7 31 0 0 0,11-35 7 0 0,1 0 0 0 0,0 1-1 0 0,1-1 1 0 0,0 1 0 0 0,1-1-1 0 0,1 0 1 0 0,0 1 0 0 0,0-1-1 0 0,1 1 1 0 0,6 19-1 0 0,-4-22 1 0 0,-3-5-1 0 0,0 0 0 0 0,1 0 0 0 0,0-1 0 0 0,0 1 0 0 0,1 0 0 0 0,-1-1 0 0 0,5 7-1 0 0,3 1 14 0 0,-8-10-13 0 0,-1 0 0 0 0,1 0 1 0 0,0 0-1 0 0,-1 0 0 0 0,1 0 0 0 0,0-1 0 0 0,0 1 0 0 0,3 1 0 0 0,-2-1 8 0 0,0 0 0 0 0,0-1 1 0 0,0 1-1 0 0,0-1 0 0 0,0 0 0 0 0,0 0 1 0 0,0 0-1 0 0,1 0 0 0 0,3 0 1 0 0,-5-1 6 0 0,0-1 0 0 0,0 1 0 0 0,0-1 0 0 0,0 1 0 0 0,0-1 0 0 0,0 0 1 0 0,0 1-1 0 0,0-1 0 0 0,-1 0 0 0 0,1 0 0 0 0,0 0 0 0 0,-1-1 0 0 0,1 1 0 0 0,-1 0 1 0 0,1 0-1 0 0,2-4 0 0 0,6-6 2 0 0,-1-1 1 0 0,-1 0 0 0 0,0-1-1 0 0,10-19 1 0 0,-9 15-34 0 0,20-28 0 0 0,-19 29 0 0 0,-10 14 15 0 0,1 0-1 0 0,0 0 1 0 0,0 1-1 0 0,0-1 1 0 0,0 1-1 0 0,0-1 1 0 0,0 1 0 0 0,0-1-1 0 0,1 1 1 0 0,-1-1-1 0 0,1 1 1 0 0,-1 0-1 0 0,3-2 1 0 0,-3 1-12 0 0,-1 2-11 0 0,1 13-77 0 0,-1-1 0 0 0,6 26 1 0 0,-6-34 100 0 0,1 0 0 0 0,0 0 1 0 0,1 0-1 0 0,-1 0 0 0 0,0 0 1 0 0,1-1-1 0 0,0 1 0 0 0,0-1 1 0 0,0 1-1 0 0,1-1 0 0 0,-1 0 1 0 0,1 0-1 0 0,4 4 0 0 0,-3-3 5 0 0,0-1-1 0 0,0-1 0 0 0,0 1 1 0 0,0-1-1 0 0,0 1 1 0 0,1-1-1 0 0,-1-1 0 0 0,1 1 1 0 0,0 0-1 0 0,-1-1 1 0 0,1 0-1 0 0,6 0 0 0 0,-7 0 6 0 0,-1-1 0 0 0,0 0 0 0 0,0 0-1 0 0,1-1 1 0 0,-1 1 0 0 0,0 0 0 0 0,1-1-1 0 0,-1 0 1 0 0,0 0 0 0 0,0 0 0 0 0,0 0-1 0 0,0-1 1 0 0,0 1 0 0 0,0-1 0 0 0,0 0-1 0 0,0 1 1 0 0,4-6 0 0 0,1-1 21 0 0,0 0 1 0 0,-1-1-1 0 0,11-18 0 0 0,4-4 15 0 0,6-15-11 0 0,-24 39-31 0 0,0 1-1 0 0,-1-1 1 0 0,6-13-1 0 0,7-14 10 0 0,-14 28-14 0 0,-2 5-2 0 0,1 0 1 0 0,-1 1-1 0 0,0-1 0 0 0,0 0 1 0 0,0 1-1 0 0,0-1 1 0 0,1 0-1 0 0,-1 1 1 0 0,0-1-1 0 0,1 0 0 0 0,-1 1 1 0 0,0-1-1 0 0,1 1 1 0 0,-1-1-1 0 0,1 1 1 0 0,-1-1-1 0 0,0 1 0 0 0,1-1 1 0 0,0 1-1 0 0,-1-1 1 0 0,1 1-1 0 0,0-1 1 0 0,-1 1-73 0 0,2 2-171 0 0,-1 0 227 0 0,1 0 0 0 0,0 0 0 0 0,-1-1 1 0 0,1 1-1 0 0,0-1 0 0 0,0 1 0 0 0,0-1 0 0 0,0 0 0 0 0,3 2 0 0 0,0 0-2 0 0,0 1 16 0 0,-4-3 3 0 0,1 0 0 0 0,0 1 0 0 0,-1-1 0 0 0,1 0 0 0 0,0 0 0 0 0,-1 0 0 0 0,1 0-1 0 0,0 0 1 0 0,0 0 0 0 0,0-1 0 0 0,3 2 0 0 0,-5-2 165 0 0,1-13 70 0 0,-1 7-188 0 0,1 0 1 0 0,-1 1-1 0 0,0-1 1 0 0,-1 0-1 0 0,-1-10 1 0 0,1 15-54 0 0,1 0 0 0 0,0 0 1 0 0,0 0-1 0 0,-1 1 1 0 0,1-1-1 0 0,-1 0 0 0 0,1 0 1 0 0,-1 0-1 0 0,1 1 0 0 0,-1-1 1 0 0,0 0-1 0 0,1 0 0 0 0,-1 1 1 0 0,0-1-1 0 0,0 1 1 0 0,1-1-1 0 0,-1 1 0 0 0,0-1 1 0 0,0 1-1 0 0,0-1 0 0 0,0 1 1 0 0,1 0-1 0 0,-1-1 1 0 0,0 1-1 0 0,0 0 0 0 0,0 0 1 0 0,0 0-1 0 0,0-1 0 0 0,0 1 1 0 0,0 0-1 0 0,0 0 0 0 0,0 1 1 0 0,0-1-1 0 0,0 0 1 0 0,0 0-1 0 0,0 0 0 0 0,0 1 1 0 0,1-1-1 0 0,-1 0 0 0 0,0 1 1 0 0,0-1-1 0 0,-1 2 1 0 0,-4 2-20 0 0,1 0 0 0 0,0 1 1 0 0,0 0-1 0 0,0 0 0 0 0,0 0 1 0 0,1 1-1 0 0,-6 9 0 0 0,6-10 16 0 0,-4 7-3 0 0,0 0 0 0 0,1 1 0 0 0,-9 20-1 0 0,14-28 11 0 0,1 0-1 0 0,-1 0 0 0 0,0 0 0 0 0,1 0 0 0 0,0 0 1 0 0,1 1-1 0 0,-1-1 0 0 0,1 0 0 0 0,0 0 1 0 0,0 1-1 0 0,0-1 0 0 0,1 0 0 0 0,1 7 0 0 0,-1-9 8 0 0,1-1 0 0 0,-1 1 0 0 0,1-1 0 0 0,0 1 0 0 0,0-1 0 0 0,0 0 0 0 0,0 1 0 0 0,0-1 0 0 0,0 0 0 0 0,1 0 0 0 0,-1-1-1 0 0,0 1 1 0 0,1 0 0 0 0,0-1 0 0 0,-1 1 0 0 0,1-1 0 0 0,0 0 0 0 0,0 0 0 0 0,0 0 0 0 0,0 0 0 0 0,0-1 0 0 0,0 1 0 0 0,0-1 0 0 0,0 0-1 0 0,0 0 1 0 0,4 0 0 0 0,1 0 16 0 0,1 0 0 0 0,0 0 0 0 0,-1-1 0 0 0,1-1 0 0 0,-1 1 0 0 0,1-1 0 0 0,15-7 0 0 0,-7 1 7 0 0,0-2 0 0 0,0 0 0 0 0,-1-1 0 0 0,-1 0 1 0 0,0-2-1 0 0,0 1 0 0 0,-1-2 0 0 0,20-25 0 0 0,-1-6 36 0 0,45-81 1 0 0,-33 48-116 0 0,-28 54 52 0 0,-12 18 10 0 0,-1-1 1 0 0,1 0-1 0 0,-1 0 0 0 0,-1 0 0 0 0,6-14 1 0 0,-4 9 65 0 0,1-2 149 0 0,-6 13-220 0 0,0 1-1 0 0,0-1 1 0 0,0 1-1 0 0,-1 0 1 0 0,1-1 0 0 0,0 1-1 0 0,0 0 1 0 0,0-1 0 0 0,0 1-1 0 0,0 0 1 0 0,-1 0-1 0 0,1-1 1 0 0,0 1 0 0 0,0 0-1 0 0,-1 0 1 0 0,1-1-1 0 0,0 1 1 0 0,0 0 0 0 0,-1 0-1 0 0,1-1 1 0 0,0 1 0 0 0,-1 0-1 0 0,1 0 1 0 0,0 0-1 0 0,-1 0 1 0 0,1 0 0 0 0,0-1-1 0 0,-1 1 1 0 0,1 0-1 0 0,0 0 1 0 0,-1 0 0 0 0,1 0-1 0 0,0 0 1 0 0,-1 0 0 0 0,1 0-1 0 0,0 0 1 0 0,-1 0-1 0 0,1 1 1 0 0,-1-1 0 0 0,-21 28-386 0 0,12-14 366 0 0,1 2-1 0 0,0-1 1 0 0,1 1-1 0 0,1 0 1 0 0,0 1-1 0 0,-6 28 1 0 0,6-24 21 0 0,2 2-1 0 0,0-1 0 0 0,2 0 1 0 0,1 1-1 0 0,1-1 0 0 0,2 32 1 0 0,-1-18 5 0 0,1-36-3 0 0,-1 0 1 0 0,0 0 0 0 0,0 0 0 0 0,0 0-1 0 0,0 0 1 0 0,0 0 0 0 0,0 0-1 0 0,0 0 1 0 0,1 0 0 0 0,-1 0 0 0 0,0 0-1 0 0,0 0 1 0 0,0 0 0 0 0,0 0 0 0 0,0 0-1 0 0,0 0 1 0 0,1 0 0 0 0,-1 0 0 0 0,0 0-1 0 0,0 0 1 0 0,0 0 0 0 0,0 0-1 0 0,0 0 1 0 0,0 0 0 0 0,1 0 0 0 0,-1 0-1 0 0,0 0 1 0 0,0 0 0 0 0,0 0 0 0 0,0 0-1 0 0,0 0 1 0 0,0 0 0 0 0,0 0 0 0 0,1 0-1 0 0,-1 0 1 0 0,0 1 0 0 0,0-1-1 0 0,0 0 1 0 0,0 0 0 0 0,0 0 0 0 0,0 0-1 0 0,0 0 1 0 0,0 0 0 0 0,0 0 0 0 0,0 1-1 0 0,0-1 1 0 0,0 0 0 0 0,0 0 0 0 0,9-16 188 0 0,-7 12-197 0 0,11-17 37 0 0,-5 6-41 0 0,1 2-1 0 0,0-1 1 0 0,1 2-1 0 0,14-14 0 0 0,15-12-82 0 0,-27 30-49 0 0,-15 17-190 0 0,-3 6 429 0 0,-8 5-12 0 0,12-17-79 0 0,1-1 0 0 0,-1 0 0 0 0,0 0 0 0 0,1 1-1 0 0,-1-1 1 0 0,1 1 0 0 0,-2 3 0 0 0,-4 15 80 0 0,5-15-69 0 0,0 0 0 0 0,0 0 0 0 0,1 0 0 0 0,0 0-1 0 0,0 0 1 0 0,0 9 0 0 0,1-14-14 0 0,0 1 1 0 0,1-1-1 0 0,-1 1 0 0 0,1-1 0 0 0,0 0 1 0 0,-1 1-1 0 0,1-1 0 0 0,0 1 0 0 0,0-1 1 0 0,0 0-1 0 0,0 0 0 0 0,0 1 0 0 0,0-1 1 0 0,0 0-1 0 0,0 0 0 0 0,1 0 1 0 0,-1 0-1 0 0,0 0 0 0 0,0-1 0 0 0,1 1 1 0 0,-1 0-1 0 0,1-1 0 0 0,-1 1 0 0 0,1-1 1 0 0,2 2-1 0 0,3 0 32 0 0,1 0 1 0 0,-1-1-1 0 0,0 1 1 0 0,10-1-1 0 0,18-1-26 0 0,1-1 0 0 0,0-2-1 0 0,-1-2 1 0 0,0-1-1 0 0,55-16 1 0 0,-58 8-166 0 0,-18 4-1739 0 0,-9-2-5631 0 0</inkml:trace>
</inkml:ink>
</file>

<file path=ppt/ink/ink2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0T13:14:46.79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0 27766 0 0,'0'0'1560'0'0</inkml:trace>
</inkml:ink>
</file>

<file path=ppt/ink/ink2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0T13:14:48.28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0 181 16652 0 0,'0'0'8897'0'0,"5"19"-8462"0"0,0-1-313 0 0,0 1 0 0 0,9 18 0 0 0,-13-35-103 0 0,1 0 1 0 0,-1 0-1 0 0,0 0 1 0 0,1 0 0 0 0,-1 0-1 0 0,1-1 1 0 0,0 1-1 0 0,0-1 1 0 0,0 1 0 0 0,-1-1-1 0 0,1 1 1 0 0,1-1-1 0 0,-1 0 1 0 0,0 0 0 0 0,0 0-1 0 0,0 0 1 0 0,0 0-1 0 0,1-1 1 0 0,-1 1 0 0 0,0-1-1 0 0,1 1 1 0 0,-1-1-1 0 0,1 0 1 0 0,4 0 0 0 0,2 1 60 0 0,26 3 154 0 0,0-1-1 0 0,0-2 1 0 0,40-4-1 0 0,-59 2-152 0 0,0-1 0 0 0,0-1 0 0 0,-1-1 0 0 0,1 0 0 0 0,-1-1 1 0 0,1-1-1 0 0,-1 0 0 0 0,-1-1 0 0 0,15-9 0 0 0,-22 11-53 0 0,-1 0-1 0 0,1 0 1 0 0,-1-1 0 0 0,0 0 0 0 0,0 0-1 0 0,-1 0 1 0 0,1-1 0 0 0,-1 0 0 0 0,-1 0-1 0 0,1 0 1 0 0,-1-1 0 0 0,-1 1 0 0 0,1-1-1 0 0,1-8 1 0 0,0-3-17 0 0,-1 1 1 0 0,-1-1-1 0 0,0 1 0 0 0,-2-1 1 0 0,0-22-1 0 0,-1 41-15 0 0,0-1 0 0 0,0 0 0 0 0,0 1 0 0 0,0-1-1 0 0,0 1 1 0 0,0-1 0 0 0,0 0 0 0 0,0 1 0 0 0,0-1 0 0 0,0 0 0 0 0,0 1 0 0 0,-1-1 0 0 0,1 0 0 0 0,0 1-1 0 0,0-1 1 0 0,-1 1 0 0 0,1-1 0 0 0,0 1 0 0 0,-1-1 0 0 0,1 1 0 0 0,-1-1 0 0 0,1 1 0 0 0,-2-1 0 0 0,2 0-6 0 0,-1 1 1 0 0,1 0 0 0 0,-1 0-1 0 0,0 0 1 0 0,1 0 0 0 0,-1 0-1 0 0,0 0 1 0 0,1 0 0 0 0,-1 0-1 0 0,0 1 1 0 0,1-1 0 0 0,-1 0-1 0 0,1 0 1 0 0,-1 0 0 0 0,0 1 0 0 0,1-1-1 0 0,-1 0 1 0 0,0 1 0 0 0,-25 23-210 0 0,3 2 217 0 0,1 2-1 0 0,2 0 0 0 0,1 1 1 0 0,1 2-1 0 0,2-1 0 0 0,1 2 1 0 0,1 0-1 0 0,-16 60 0 0 0,26-75 15 0 0,2-1 0 0 0,0 0 0 0 0,0 1 0 0 0,2-1-1 0 0,1 17 1 0 0,9 5 72 0 0,-10-38-71 0 0,0 1 0 0 0,0 0 1 0 0,1-1-1 0 0,-1 1 0 0 0,0 0 0 0 0,1-1 0 0 0,-1 1 0 0 0,0-1 0 0 0,1 1 0 0 0,-1-1 0 0 0,1 1 0 0 0,-1-1 0 0 0,1 1 0 0 0,-1-1 0 0 0,1 1 0 0 0,0-1 0 0 0,-1 0 0 0 0,1 1 0 0 0,0-1 0 0 0,0 0 12 0 0,0 0-1 0 0,-1 0 1 0 0,1 0-1 0 0,0-1 1 0 0,-1 1-1 0 0,1 0 1 0 0,0-1 0 0 0,-1 1-1 0 0,1-1 1 0 0,-1 1-1 0 0,1 0 1 0 0,-1-1-1 0 0,1 1 1 0 0,-1-1-1 0 0,1 1 1 0 0,-1-1 0 0 0,1 0-1 0 0,-1 1 1 0 0,0-1-1 0 0,1 1 1 0 0,-1-1-1 0 0,0 0 1 0 0,0 1-1 0 0,1-2 1 0 0,9-17 107 0 0,27-35 1 0 0,0-1-229 0 0,42-64-354 0 0,-53 94 362 0 0,-21 22 78 0 0,-5 3-15 0 0,0 19-106 0 0,-3 29 305 0 0,2-38-158 0 0,0 1 1 0 0,0-1-1 0 0,1 1 0 0 0,0-1 1 0 0,1 1-1 0 0,4 19 0 0 0,-3-27-11 0 0,-1 0 0 0 0,1 0 0 0 0,-1 0 0 0 0,1-1 0 0 0,0 1 0 0 0,0-1 0 0 0,0 1 0 0 0,0-1 0 0 0,0 0 1 0 0,1 0-1 0 0,-1 0 0 0 0,0 0 0 0 0,1 0 0 0 0,0-1 0 0 0,0 1 0 0 0,-1-1 0 0 0,1 0 0 0 0,0 1 0 0 0,0-1 0 0 0,0-1 0 0 0,0 1 0 0 0,0 0 0 0 0,0-1 0 0 0,4 1 0 0 0,0 0 23 0 0,1 0 1 0 0,-1-1 0 0 0,1 0-1 0 0,-1 0 1 0 0,0-1-1 0 0,1 0 1 0 0,-1 0-1 0 0,15-4 1 0 0,-13 1-7 0 0,0 1 0 0 0,0-1-1 0 0,0-1 1 0 0,0 1 0 0 0,0-1-1 0 0,-1-1 1 0 0,0 0 0 0 0,0 0 0 0 0,-1-1-1 0 0,0 0 1 0 0,0 0 0 0 0,0 0 0 0 0,-1-1-1 0 0,0 0 1 0 0,-1 0 0 0 0,1-1 0 0 0,-2 0-1 0 0,1 0 1 0 0,4-13 0 0 0,-1-2 45 0 0,-6 19-50 0 0,1-1 0 0 0,-1 1 0 0 0,-1-1 0 0 0,1 0 0 0 0,-1 0 0 0 0,0 0 0 0 0,0 0 0 0 0,-1 0 0 0 0,1 0 0 0 0,-2 0 0 0 0,0-10 0 0 0,1 15-15 0 0,0 0 1 0 0,0 1-1 0 0,0-1 1 0 0,-1 0 0 0 0,1 1-1 0 0,0-1 1 0 0,0 1-1 0 0,-1-1 1 0 0,1 0 0 0 0,0 1-1 0 0,-1-1 1 0 0,1 1-1 0 0,0-1 1 0 0,-1 1 0 0 0,1-1-1 0 0,-1 1 1 0 0,1-1-1 0 0,-1 1 1 0 0,1-1 0 0 0,-1 1-1 0 0,1 0 1 0 0,-1-1 0 0 0,1 1-1 0 0,-1 0 1 0 0,0-1-1 0 0,1 1 1 0 0,-1 0 0 0 0,0 0-1 0 0,1 0 1 0 0,-1-1-1 0 0,0 1 1 0 0,1 0 0 0 0,-1 0-1 0 0,0 0 1 0 0,1 0-1 0 0,-1 0 1 0 0,0 0 0 0 0,1 0-1 0 0,-1 1 1 0 0,-1-1 0 0 0,0 1-17 0 0,0 0 1 0 0,0 0 0 0 0,1 0 0 0 0,-1 0 0 0 0,0 0 0 0 0,0 0 0 0 0,1 0 0 0 0,-1 1 0 0 0,1-1 0 0 0,-1 1 0 0 0,-1 1 0 0 0,0 1 12 0 0,1 0-1 0 0,-1 0 1 0 0,1 0-1 0 0,0 1 1 0 0,1-1 0 0 0,-1 0-1 0 0,1 1 1 0 0,-1-1-1 0 0,2 1 1 0 0,-1-1-1 0 0,0 1 1 0 0,1 0 0 0 0,0-1-1 0 0,0 1 1 0 0,0-1-1 0 0,0 1 1 0 0,1 0-1 0 0,0-1 1 0 0,0 1-1 0 0,0-1 1 0 0,0 1 0 0 0,1-1-1 0 0,0 0 1 0 0,0 0-1 0 0,0 1 1 0 0,0-1-1 0 0,1-1 1 0 0,0 1 0 0 0,-1 0-1 0 0,1-1 1 0 0,1 1-1 0 0,-1-1 1 0 0,0 0-1 0 0,1 0 1 0 0,0 0 0 0 0,-1 0-1 0 0,1-1 1 0 0,0 0-1 0 0,6 3 1 0 0,-4-2 13 0 0,1 0 0 0 0,-1-1 0 0 0,1 0 0 0 0,0 0 0 0 0,0-1 1 0 0,0 1-1 0 0,0-1 0 0 0,0-1 0 0 0,0 0 0 0 0,0 0 0 0 0,0 0 0 0 0,0-1 0 0 0,1 1 0 0 0,-2-2 1 0 0,1 1-1 0 0,8-3 0 0 0,-7 0-1 0 0,1 0 0 0 0,-1 0 1 0 0,1 0-1 0 0,-1-1 0 0 0,0 0 0 0 0,-1-1 1 0 0,1 0-1 0 0,-1 0 0 0 0,0 0 1 0 0,-1-1-1 0 0,10-12 0 0 0,-8 9 4 0 0,0 0-1 0 0,-1 0 1 0 0,0 0-1 0 0,-1-1 1 0 0,0 0-1 0 0,-1-1 1 0 0,5-15-1 0 0,-6 10 84 0 0,-2 18-193 0 0,-2 10-45 0 0,0-7 142 0 0,0 1 1 0 0,1-1-1 0 0,-1 1 1 0 0,1-1-1 0 0,0 1 1 0 0,2 7-1 0 0,9 46 14 0 0,-11-56-16 0 0,0 3 2 0 0,1 0 0 0 0,0 0 0 0 0,1 1 0 0 0,-1-1 0 0 0,1-1 0 0 0,5 9 0 0 0,-6-12 8 0 0,0 1 0 0 0,0 0-1 0 0,0-1 1 0 0,0 0 0 0 0,0 1 0 0 0,1-1 0 0 0,-1 0 0 0 0,0 0 0 0 0,1 0 0 0 0,-1 0 0 0 0,1-1-1 0 0,-1 1 1 0 0,1-1 0 0 0,-1 1 0 0 0,1-1 0 0 0,-1 0 0 0 0,1 0 0 0 0,2 0 0 0 0,2-1 26 0 0,0 0 1 0 0,-1 0-1 0 0,1 0 1 0 0,0-1-1 0 0,0 0 1 0 0,-1-1-1 0 0,1 1 1 0 0,-1-1-1 0 0,0-1 1 0 0,0 1-1 0 0,0-1 1 0 0,0 0 0 0 0,-1 0-1 0 0,0-1 1 0 0,8-7-1 0 0,-2 0 8 0 0,0 0 0 0 0,-1-1 0 0 0,0 0 0 0 0,-1 0 0 0 0,13-27 0 0 0,-20 33-7 0 0,1 1 1 0 0,-1-1-1 0 0,0 0 1 0 0,-1 0-1 0 0,1 1 1 0 0,-1-1-1 0 0,-1 0 1 0 0,1-8-1 0 0,-1 15-30 0 0,0 0-1 0 0,0 0 0 0 0,0 0 0 0 0,0-1 1 0 0,0 1-1 0 0,0 0 0 0 0,-1 0 1 0 0,1 0-1 0 0,0 0 0 0 0,0 0 1 0 0,0-1-1 0 0,0 1 0 0 0,0 0 1 0 0,0 0-1 0 0,0 0 0 0 0,0 0 0 0 0,0 0 1 0 0,-1 0-1 0 0,1 0 0 0 0,0-1 1 0 0,0 1-1 0 0,0 0 0 0 0,0 0 1 0 0,0 0-1 0 0,0 0 0 0 0,-1 0 1 0 0,1 0-1 0 0,0 0 0 0 0,0 0 0 0 0,0 0 1 0 0,0 0-1 0 0,0 0 0 0 0,-1 0 1 0 0,1 0-1 0 0,0 0 0 0 0,0 0 1 0 0,0 0-1 0 0,0 0 0 0 0,0 0 1 0 0,-1 0-1 0 0,1 0 0 0 0,0 0 0 0 0,0 0 1 0 0,-12 4 133 0 0,-5 6-74 0 0,12-6-57 0 0,0 1 0 0 0,0-1 0 0 0,0 1 0 0 0,0 0 0 0 0,1 0-1 0 0,0 1 1 0 0,0-1 0 0 0,0 1 0 0 0,1 0 0 0 0,0 0 0 0 0,0 0-1 0 0,0 0 1 0 0,-2 13 0 0 0,4-16-7 0 0,1-1 0 0 0,-1 1 0 0 0,1 0 1 0 0,0-1-1 0 0,0 1 0 0 0,1 0 0 0 0,-1-1 0 0 0,0 1 0 0 0,1-1 0 0 0,0 1 0 0 0,-1 0 0 0 0,1-1 0 0 0,0 1 1 0 0,0-1-1 0 0,2 4 0 0 0,-1-4-3 0 0,1 1 0 0 0,-1 0 0 0 0,0-1 0 0 0,1 0 0 0 0,0 1 0 0 0,-1-1 0 0 0,1 0 0 0 0,0 0 0 0 0,0-1 0 0 0,0 1 0 0 0,0-1 0 0 0,0 1 0 0 0,1-1 0 0 0,4 1 0 0 0,11 3-42 0 0,1-2-1 0 0,-1 0 1 0 0,0-1 0 0 0,0-1 0 0 0,22-1-1 0 0,96-14-4696 0 0,-118 12 2909 0 0,27-6-11106 0 0</inkml:trace>
</inkml:ink>
</file>

<file path=ppt/ink/ink2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0T13:17:54.21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1 345 0 0 0,'3'-36'0'0'0,"-1"34"0"0"0,1-1 0 0 0,-1 1 0 0 0,0-1 0 0 0,1 1 0 0 0,-1 0 0 0 0,1-1 0 0 0,0 1 0 0 0,0 1 0 0 0,0-1 0 0 0,0 0 0 0 0,0 1 0 0 0,0-1 0 0 0,5 0 0 0 0,-7 1 28 0 0,-1 0 1 0 0,1 0-1 0 0,-1 0 1 0 0,1 0-1 0 0,-1 0 1 0 0,1 0-1 0 0,-1-1 1 0 0,0 1-1 0 0,0 0 1 0 0,1 0-1 0 0,-1 0 1 0 0,0 0-1 0 0,0 0 1 0 0,0-1-1 0 0,0 1 1 0 0,0 0-1 0 0,0 0 0 0 0,-1 0 1 0 0,1-2-1 0 0,0 2 83 0 0,0-254 31551 0 0,0 264-31528 0 0,3 486 157 0 0,4 273-291 0 0,-3 588 0 0 0,-3-549 0 0 0,1 0 0 0 0,5-687 0 0 0,-7-65 0 0 0,3-137-1482 0 0,-1 30-1451 0 0,-6-80 1 0 0,-3 104-3283 0 0,3 18-4852 0 0</inkml:trace>
</inkml:ink>
</file>

<file path=ppt/ink/ink2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0T13:17:55.72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30 448 0 0,'0'0'17769'0'0,"-1"-19"-13420"0"0,3 8 1743 0 0,-2 11-5999 0 0,1 1 0 0 0,-1-1-1 0 0,1 1 1 0 0,-1-1 0 0 0,1 1-1 0 0,-1-1 1 0 0,1 1 0 0 0,-1-1 0 0 0,0 1-1 0 0,1-1 1 0 0,-1 1 0 0 0,0-1 0 0 0,0 1-1 0 0,1 0 1 0 0,-1-1 0 0 0,0 1-1 0 0,0 0 1 0 0,0-1 0 0 0,0 1 0 0 0,0-1-1 0 0,0 1 1 0 0,0 0 0 0 0,0-1-1 0 0,0 1 1 0 0,0 0 0 0 0,0 28-127 0 0,0-13 243 0 0,5 258 640 0 0,-7-157-687 0 0,2 1243 350 0 0,4 789-512 0 0,-1-1819 0 0 0,-3-333-42 0 0,0-28-2502 0 0,0 21 597 0 0,-1 1 1 0 0,0-1-1 0 0,0 1 0 0 0,-1-1 1 0 0,-4-13-1 0 0,0 11-8648 0 0</inkml:trace>
</inkml:ink>
</file>

<file path=ppt/ink/ink2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0T13:17:58.81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61 749 0 0 0,'-7'3'14162'0'0,"-11"13"-12741"0"0,18-15-1333 0 0,0 0 1 0 0,-1 0-1 0 0,1 0 0 0 0,-1-1 0 0 0,1 1 0 0 0,-1 0 0 0 0,1 0 0 0 0,-1 0 1 0 0,1 0-1 0 0,-1-1 0 0 0,1 1 0 0 0,-1 0 0 0 0,0-1 0 0 0,0 1 0 0 0,1 0 1 0 0,-1-1-1 0 0,0 1 0 0 0,0-1 0 0 0,0 1 0 0 0,0-1 0 0 0,0 0 0 0 0,1 1 0 0 0,-3-1 1 0 0,2 1-8 0 0,0-1 0 0 0,0 0 0 0 0,1 0 0 0 0,-1 1 0 0 0,0-1 1 0 0,0 0-1 0 0,1 1 0 0 0,-1-1 0 0 0,0 1 0 0 0,1-1 0 0 0,-1 1 1 0 0,0-1-1 0 0,1 1 0 0 0,-1-1 0 0 0,1 1 0 0 0,-1 0 0 0 0,1-1 1 0 0,-1 1-1 0 0,1 0 0 0 0,-1-1 0 0 0,-3 6 6866 0 0,7-62-3324 0 0,-2 52-3587 0 0,-1-1 0 0 0,1 1 0 0 0,0 0 0 0 0,1 0 0 0 0,-1 0 0 0 0,1 0 0 0 0,0 0 0 0 0,0 1 0 0 0,3-6 0 0 0,7-15 82 0 0,27-53 348 0 0,-13 36-359 0 0,-21 34-105 0 0,0 0 1 0 0,1 0-1 0 0,0 0 1 0 0,0 0-1 0 0,10-7 1 0 0,1-2 13 0 0,26-21 10 0 0,-30 27-16 0 0,-1 0 0 0 0,14-15 0 0 0,-19 18-4 0 0,1 0 0 0 0,0 1 0 0 0,0 0 1 0 0,1 0-1 0 0,15-8 0 0 0,22-15 19 0 0,2-4 17 0 0,2 2-1 0 0,59-27 0 0 0,69-27 27 0 0,-133 64-75 0 0,0 2 0 0 0,62-17-1 0 0,-39 14-2 0 0,-38 14 22 0 0,0 2-1 0 0,0 1 1 0 0,40-2-1 0 0,-56 6-10 0 0,147-1 161 0 0,-82 3-92 0 0,37 7 16 0 0,-82-4-11 0 0,101 15 60 0 0,-117-16-126 0 0,0 0-1 0 0,31 12 1 0 0,-5-1 27 0 0,80 24 52 0 0,-85-20-53 0 0,-10-3 0 0 0,7 1 45 0 0,-24-10-44 0 0,1 0 0 0 0,18 5 0 0 0,-17-7 14 0 0,0 2 0 0 0,17 8 0 0 0,6 2 18 0 0,-35-15-65 0 0,2 0 20 0 0,0 1 0 0 0,0-1 0 0 0,0 1 0 0 0,0 0 0 0 0,0 0 0 0 0,-1 1 0 0 0,1-1 0 0 0,3 4 0 0 0,5 1-7 0 0,-11-7-16 0 0,0 0 1 0 0,0 1-1 0 0,1-1 1 0 0,-1 0-1 0 0,0 1 1 0 0,0-1-1 0 0,0 1 1 0 0,0 0-1 0 0,0-1 1 0 0,0 1-1 0 0,0 0 1 0 0,-1-1-1 0 0,1 1 0 0 0,1 2 1 0 0,4 1-1 0 0,-1-1 0 0 0,1 1 0 0 0,0-1 0 0 0,10 5 0 0 0,-16-8 0 0 0,77 46 0 0 0,-63-39 0 0 0,-1 0 0 0 0,0 1 0 0 0,20 16 0 0 0,8 1 0 0 0,-18-13 0 0 0,-4-1 0 0 0,29 21 0 0 0,3-3 0 0 0,-38-23 0 0 0,10 7 0 0 0,0 1 0 0 0,27 22 0 0 0,-19-14 0 0 0,22 19 0 0 0,-30-23 0 0 0,-19-16 0 0 0,0 1 0 0 0,0 0 0 0 0,0 0 0 0 0,-1 0 0 0 0,1 0 0 0 0,-1 1 0 0 0,0-1 0 0 0,0 1 0 0 0,0 0 0 0 0,0 0 0 0 0,3 7 0 0 0,8 13 0 0 0,-12-22 0 0 0,0 1 0 0 0,-1 0 0 0 0,1-1 0 0 0,-1 1 0 0 0,1 0 0 0 0,-1 0 0 0 0,0 0 0 0 0,0 0 0 0 0,0 0 0 0 0,0 4 0 0 0,1 1 0 0 0,0 0 0 0 0,0 0 0 0 0,1-1 0 0 0,4 10 0 0 0,-3-8 0 0 0,-1 0 0 0 0,0 1 0 0 0,3 12 0 0 0,-4-14 0 0 0,0 0 0 0 0,1 0 0 0 0,0-1 0 0 0,0 1 0 0 0,1 0 0 0 0,6 10 0 0 0,-5-5 0 0 0,-5-12 0 0 0,0 0 0 0 0,0 0 0 0 0,0 1 0 0 0,1-1 0 0 0,-1 0 0 0 0,0 0 0 0 0,1 0 0 0 0,-1 0 0 0 0,1 0 0 0 0,0 0 0 0 0,-1 0 0 0 0,1 0 0 0 0,0 0 0 0 0,1 1 0 0 0,-2-2 1 0 0,0 1-1 0 0,0-1 1 0 0,0 0-1 0 0,1 0 1 0 0,-1 0-1 0 0,0 0 1 0 0,0 0-1 0 0,0 0 1 0 0,0 0-1 0 0,1 0 1 0 0,-1 0 0 0 0,0 0-1 0 0,0 0 1 0 0,0 0-1 0 0,0 0 1 0 0,1 0-1 0 0,-1 0 1 0 0,0 0-1 0 0,0 0 1 0 0,0 0-1 0 0,0 0 1 0 0,1 0 0 0 0,-1 0-1 0 0,0 0 1 0 0,0 0-1 0 0,0-1 1 0 0,0 1-1 0 0,0 0 1 0 0,1 0-1 0 0,-1 0 1 0 0,0 0 0 0 0,0 0-1 0 0,0 0 1 0 0,0 0-1 0 0,0-1 1 0 0,0 1-1 0 0,0 0 1 0 0,1 0-1 0 0,-1 0 1 0 0,0 0-1 0 0,0 0 1 0 0,0-1 0 0 0,0 1-1 0 0,0 0 1 0 0,0 0-1 0 0,0 0 1 0 0,0 0-1 0 0,0-1 1 0 0,0 1-1 0 0,0 0 1 0 0,0 0-1 0 0,0 0 1 0 0,0-1 0 0 0,0 1-1 0 0,0 0 1 0 0,0 0-1 0 0,0 0 1 0 0,0-1-1 0 0,0-8-161 0 0,-5-11-1725 0 0,2 9-2270 0 0</inkml:trace>
</inkml:ink>
</file>

<file path=ppt/ink/ink2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0T13:18:00.88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1 119 0 0 0,'0'0'5599'0'0,"2"-5"-4861"0"0,1 1-422 0 0,-2 3-161 0 0,0-1-1 0 0,0 1 1 0 0,0 0 0 0 0,0-1-1 0 0,11-14 18991 0 0,-10 17-17006 0 0,-1 0-3492 0 0,10 27 2882 0 0,-10-26-1492 0 0,1 0 0 0 0,-1 0 0 0 0,0 0 0 0 0,1 0 0 0 0,0 0 0 0 0,0 0 0 0 0,-1 0 0 0 0,5 3 0 0 0,11 12 145 0 0,-9-7-43 0 0,1 0 1 0 0,14 13 0 0 0,-21-20-100 0 0,51 55 623 0 0,5 5-305 0 0,-47-54-328 0 0,0 0 0 0 0,1-1 0 0 0,0 0 0 0 0,1-1 0 0 0,0 0 0 0 0,17 6 0 0 0,88 25 298 0 0,-38-14-180 0 0,-33-9-64 0 0,0-1-1 0 0,1-3 1 0 0,0-1 0 0 0,0-3 0 0 0,81 1 0 0 0,111-5 166 0 0,-174 0-109 0 0,106 19 1 0 0,0 0 22 0 0,-112-18-164 0 0,1 3 0 0 0,92 22 0 0 0,-129-23 0 0 0,-1-1 0 0 0,1-1 0 0 0,0-1 0 0 0,34-1 0 0 0,95-11 0 0 0,-121 6 0 0 0,4-1 0 0 0,0-1 0 0 0,-1-3 0 0 0,0 0 0 0 0,59-24 0 0 0,-77 25 0 0 0,87-36 0 0 0,-89 36 0 0 0,0-2 0 0 0,0 1 0 0 0,-1-2 0 0 0,21-18 0 0 0,65-54 0 0 0,-79 64 0 0 0,-2-1 0 0 0,22-26 0 0 0,16-37 0 0 0,-23 28 0 0 0,-18 37 0 0 0,-2-1 0 0 0,24-34 0 0 0,-17 10 0 0 0,-22 43 0 0 0,1-1 0 0 0,0 0 0 0 0,0 0 0 0 0,-1 0 0 0 0,1 0 0 0 0,0 0 0 0 0,0 0 0 0 0,-1 0 0 0 0,1 0 0 0 0,0 0 0 0 0,0 0 0 0 0,0 0 0 0 0,-1-1 0 0 0,1 1 0 0 0,0 0 0 0 0,0 0 0 0 0,0 0 0 0 0,-1 0 0 0 0,1 0 0 0 0,0 0 0 0 0,0 0 0 0 0,0 0 0 0 0,-1-1 0 0 0,1 1 0 0 0,0 0 0 0 0,0 0 0 0 0,0 0 0 0 0,0 0 0 0 0,0-1 0 0 0,-1 1 0 0 0,1 0 0 0 0,0 0 0 0 0,0 0 0 0 0,0-1 0 0 0,0 1 0 0 0,0 0 0 0 0,0 0 0 0 0,0-1 0 0 0,0 1 0 0 0,0 0 0 0 0,0 0 0 0 0,0 0 0 0 0,0-1 0 0 0,0 1 0 0 0,0 0 0 0 0,0 0 0 0 0,0-1 0 0 0,0 1 0 0 0,0 0 0 0 0,0 0 0 0 0,0 0 0 0 0,0-1 0 0 0,0 1 0 0 0,0 0 0 0 0,1 0 0 0 0,-1 0 0 0 0,0-1 0 0 0,0 1 0 0 0,0 0 0 0 0,0 0 0 0 0,0 0 0 0 0,1 0 0 0 0,-1-1 0 0 0,0 1 0 0 0,0 0 0 0 0,-16 4 0 0 0,-12 9-1285 0 0,10-6-2784 0 0,16-6 3176 0 0</inkml:trace>
</inkml:ink>
</file>

<file path=ppt/ink/ink2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0T13:18:05.45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0 260 1040 0 0,'0'0'12591'0'0,"1"-2"-10012"0"0,0 2-2134 0 0,0 0-1 0 0,0 1 1 0 0,0-1-1 0 0,1 1 1 0 0,-1 0-1 0 0,0-1 1 0 0,0 1-1 0 0,0 0 1 0 0,0-1-1 0 0,0 1 1 0 0,-1 0 0 0 0,1 0-1 0 0,1 1 1 0 0,17 26 3377 0 0,1 2-2717 0 0,-4-6-733 0 0,10 15 158 0 0,6-1-15 0 0,-20-24-393 0 0,-11-12-99 0 0,1-1 1 0 0,0 1 0 0 0,-1 0 0 0 0,1 0 0 0 0,-1 0 0 0 0,1 0 0 0 0,-1 0-1 0 0,0 0 1 0 0,1 3 0 0 0,1 0 30 0 0,-1 0-1 0 0,1-1 1 0 0,0 1-1 0 0,0-1 1 0 0,0 0-1 0 0,1 0 1 0 0,-1 0-1 0 0,1-1 1 0 0,6 5-1 0 0,42 30 212 0 0,-42-32-249 0 0,28 15 184 0 0,0-1 0 0 0,2-2 0 0 0,66 21-1 0 0,-87-34-144 0 0,0 0-1 0 0,1-1 0 0 0,-1-1 0 0 0,1 0 1 0 0,0-2-1 0 0,0 0 0 0 0,0-1 0 0 0,0-2 1 0 0,0 0-1 0 0,0-1 0 0 0,0 0 0 0 0,-1-2 1 0 0,0 0-1 0 0,0-2 0 0 0,33-15 0 0 0,52-23 125 0 0,28-14 111 0 0,-30-3-91 0 0,-19 10 44 0 0,-75 47-201 0 0,0-1-1 0 0,-1 1 0 0 0,13-13 1 0 0,4-3 27 0 0,1-5-69 0 0,-21 22 0 0 0,0-1 0 0 0,0 1 0 0 0,1 0 0 0 0,7-5 0 0 0,-7 4 0 0 0,0 1 0 0 0,1-1 0 0 0,-1 0 0 0 0,-1 0 0 0 0,1-1 0 0 0,-1 0 0 0 0,5-7 0 0 0,11-28 0 0 0,-16 34 0 0 0,-1 1 0 0 0,-1-1 0 0 0,1 1 0 0 0,-1-1 0 0 0,0 0 0 0 0,1-12 0 0 0,-2 11 0 0 0,1 0 0 0 0,0 0 0 0 0,1 0 0 0 0,2-8 0 0 0,-1 7 0 0 0,0-1 0 0 0,-1 1 0 0 0,3-17 0 0 0,2-8 0 0 0,-6 21 0 0 0,2 13 0 0 0,-9 0-13 0 0,-1 2-2721 0 0</inkml:trace>
</inkml:ink>
</file>

<file path=ppt/ink/ink2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0T13:18:15.91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0 507 0 0 0,'17'-24'26203'0'0,"-17"19"-22543"0"0,1-2-4057 0 0,6-58 712 0 0,0 38 26 0 0,10 2-233 0 0,-15 21-104 0 0,-1 0-1 0 0,1 0 1 0 0,0 0-1 0 0,0 0 1 0 0,0 1-1 0 0,1-1 1 0 0,-1 1-1 0 0,1 0 1 0 0,0-1-1 0 0,4-3 1 0 0,-4 4-4 0 0,3-8 10 0 0,-6 10-9 0 0,0 1 0 0 0,0-1 0 0 0,1 0 0 0 0,-1 0 0 0 0,0 0 0 0 0,1 1-1 0 0,-1-1 1 0 0,0 0 0 0 0,1 1 0 0 0,-1-1 0 0 0,1 0 0 0 0,-1 1 0 0 0,1-1 0 0 0,0 1 0 0 0,-1-1 0 0 0,1 1 0 0 0,1-2 0 0 0,16-16 23 0 0,-16 15-25 0 0,0 0 0 0 0,0 1 0 0 0,0-1 0 0 0,1 1 0 0 0,-1 0 0 0 0,6-4 0 0 0,28-24 61 0 0,-13 14-38 0 0,32-17 0 0 0,-32 20-16 0 0,-6 3 27 0 0,0 1 1 0 0,35-14 0 0 0,-22 9 16 0 0,-25 12-41 0 0,0-1 1 0 0,0 0 0 0 0,1 1-1 0 0,-1 0 1 0 0,7-1 0 0 0,112-32 211 0 0,-77 20-123 0 0,5 6-33 0 0,-40 7-38 0 0,0 0 0 0 0,1 1-1 0 0,14 0 1 0 0,-14 1-11 0 0,-1-1-1 0 0,0 0 1 0 0,14-3-1 0 0,-9 1 14 0 0,0 0-1 0 0,0 2 1 0 0,0 0-1 0 0,25 2 0 0 0,-6 0 20 0 0,5-3-19 0 0,-28 1-19 0 0,1 0 1 0 0,0 1 0 0 0,-1 1 0 0 0,27 4-1 0 0,-17-1 42 0 0,-19-4-42 0 0,-1 1 0 0 0,1-1 0 0 0,0 1 0 0 0,-1 0-1 0 0,1 0 1 0 0,-1 0 0 0 0,1 0 0 0 0,-1 0 0 0 0,7 4 0 0 0,-1-1-12 0 0,-7-3 6 0 0,0-1 0 0 0,0 1 0 0 0,0 0 0 0 0,0-1 0 0 0,0 1 0 0 0,0 0 0 0 0,0 0 0 0 0,0 0-1 0 0,2 3 1 0 0,57 25 70 0 0,-47-25-77 0 0,-13-4 3 0 0,0 0 1 0 0,0 0-1 0 0,0 0 1 0 0,0 0-1 0 0,0 0 0 0 0,0 0 1 0 0,0 0-1 0 0,0 1 1 0 0,0-1-1 0 0,0 0 1 0 0,0 1-1 0 0,0-1 1 0 0,0 0-1 0 0,0 1 1 0 0,0 0-1 0 0,-1-1 1 0 0,1 1-1 0 0,0-1 1 0 0,0 1-1 0 0,0 1 0 0 0,5 2 7 0 0,0-1 0 0 0,0 1 0 0 0,1-1 0 0 0,-1 0-1 0 0,10 2 1 0 0,-13-3-5 0 0,33 12 59 0 0,-31-11-28 0 0,-1-1-1 0 0,1 1 0 0 0,-1 0 0 0 0,0 1 0 0 0,0-1 1 0 0,0 1-1 0 0,4 4 0 0 0,25 30 216 0 0,-21-24-153 0 0,-10-12-88 0 0,0 0 0 0 0,0 0 1 0 0,-1 0-1 0 0,1 0 0 0 0,-1 0 0 0 0,1 0 0 0 0,-1 0 0 0 0,0 1 0 0 0,2 3 1 0 0,-2-3 7 0 0,1 0 1 0 0,-1 0 0 0 0,1 0-1 0 0,0 0 1 0 0,0 0 0 0 0,3 3-1 0 0,-4-4-5 0 0,1 0 0 0 0,0 0-1 0 0,-1 0 1 0 0,0 0 0 0 0,1 0 0 0 0,-1 1 0 0 0,0-1-1 0 0,0 0 1 0 0,0 1 0 0 0,0-1 0 0 0,-1 1-1 0 0,1-1 1 0 0,-1 1 0 0 0,1 3 0 0 0,10 90-1 0 0,-4-36-9 0 0,-7-54-50 0 0,0 4-341 0 0,0-17-191 0 0,0-16-3476 0 0,0 14-2483 0 0,0 8 5719 0 0</inkml:trace>
</inkml:ink>
</file>

<file path=ppt/ink/ink2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0T13:17:46.35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0 0 0 0,'21'6'28726'0'0,"-21"3"-25075"0"0,0 33-3544 0 0,4 416 176 0 0,6 132-283 0 0,-6-54 0 0 0,3-216 0 0 0,-7-304 0 0 0,1-13 0 0 0,0-3 0 0 0,-1 0 0 0 0,0 0 0 0 0,1 1 0 0 0,-1-1 0 0 0,1 0 0 0 0,-1 1 0 0 0,0-1 0 0 0,1 1 0 0 0,-1-1 0 0 0,0 0 0 0 0,1 1 0 0 0,-1-1 0 0 0,0 1 0 0 0,0-1 0 0 0,1 1 0 0 0,-1-1 0 0 0,0 1 0 0 0,0-1 0 0 0,0 1 0 0 0,0-1 0 0 0,1 2 0 0 0,-2 19 0 0 0,1-16 0 0 0,0 139 0 0 0,-1-224-3301 0 0,-9-40-6817 0 0,7 94-972 0 0</inkml:trace>
</inkml:ink>
</file>

<file path=ppt/ink/ink2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0T13:17:47.77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11 30 0 0 0,'0'0'3486'0'0,"-7"-11"4710"0"0,4-7 8578 0 0,2 24-13797 0 0,1-5-2845 0 0,0 25 208 0 0,4 2002 522 0 0,-4-2027-862 0 0,0-2 0 0 0,0-2-61 0 0,-1-32-10392 0 0</inkml:trace>
</inkml:ink>
</file>

<file path=ppt/ink/ink2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0T13:18:19.39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280 26 0 0 0,'0'0'6840'0'0,"-5"7"-4281"0"0,-22 29 9803 0 0,-6-40-5773 0 0,-19-11-6328 0 0,40 12 310 0 0,-138-43 1132 0 0,545 164-1974 0 0,-230-66 330 0 0,9 0 88 0 0,252 84 144 0 0,81 28-150 0 0,-288-96-40 0 0,61 21 12 0 0,518 156 117 0 0,-170-52-128 0 0,-279-82-92 0 0,576 176 181 0 0,-251-76-154 0 0,-604-190-28 0 0,336 111-39 0 0,-192-67 65 0 0,168 55 19 0 0,55 18 28 0 0,-315-100-108 0 0,97 32-32 0 0,-30-12 76 0 0,1 0-3 0 0,120 35-24 0 0,-129-39 15 0 0,-79-18 18 0 0,63 16-28 0 0,-27-8 8 0 0,-125-39 8 0 0,7 1 14 0 0,-17-6-25 0 0,0 1 0 0 0,1-1 0 0 0,-1 1 0 0 0,0 0 0 0 0,0 0 0 0 0,0 0 0 0 0,4 2 0 0 0,-4-1-1 0 0,1 0 1 0 0,-1-1 0 0 0,1 1-1 0 0,0-1 1 0 0,-1 0 0 0 0,1-1-1 0 0,6 2 1 0 0,-8-2-2368 0 0</inkml:trace>
</inkml:ink>
</file>

<file path=ppt/ink/ink2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0T13:18:21.02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309 466 2264 0 0,'0'0'12837'0'0,"9"-4"-12203"0"0,24-13-106 0 0,-32 17-202 0 0,0 0-1 0 0,0 0 0 0 0,0-1 1 0 0,-1 1-1 0 0,1 0 0 0 0,0-1 0 0 0,0 1 1 0 0,-1 0-1 0 0,1-1 0 0 0,0 1 0 0 0,-1-1 1 0 0,1 1-1 0 0,0-1 0 0 0,-1 0 0 0 0,1 1 1 0 0,-1-1-1 0 0,1 0 0 0 0,-1 1 1 0 0,1-1-1 0 0,-1 0 0 0 0,0 0 0 0 0,1 1 1 0 0,-1-2-1 0 0,-12-6 9225 0 0,3 4-8462 0 0,1-1-3278 0 0,-49-33 2292 0 0,43 30-81 0 0,1-1 0 0 0,0 0 0 0 0,1 0 0 0 0,-1-1 0 0 0,2-1 0 0 0,-15-16 0 0 0,4-2-21 0 0,1 0 0 0 0,1-2 0 0 0,1 0 0 0 0,-26-65 0 0 0,16 36 0 0 0,12 45 0 0 0,12 13 0 0 0,10 8 0 0 0,9 10 0 0 0,22 30 0 0 0,-7-7 0 0 0,-3-11 0 0 0,2-1 0 0 0,47 36 0 0 0,-25-22 0 0 0,10 27 0 0 0,-22-27 0 0 0,-18-25 0 0 0,-16-12 0 0 0,0 0 0 0 0,1 0 0 0 0,-1-1 0 0 0,1 0 0 0 0,0 0 0 0 0,10 4 0 0 0,-14-5 0 0 0,-8-1 0 0 0,-9-1 0 0 0,1-4 0 0 0,1 1 0 0 0,-1 1 0 0 0,0 0 0 0 0,0 1 0 0 0,0 1 0 0 0,-18 1 0 0 0,-3 3 0 0 0,-49 11 0 0 0,-58 20 0 0 0,136-32-310 0 0,13-1-733 0 0,7 2-910 0 0,-5-2-4460 0 0</inkml:trace>
</inkml:ink>
</file>

<file path=ppt/ink/ink2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0T13:18:49.34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1247 201 1152 0 0,'0'0'20079'0'0,"0"-3"-19496"0"0,2-5-469 0 0,1-25 4096 0 0,-3 32-4110 0 0,0-1 1 0 0,0 1-1 0 0,0-1 1 0 0,-1 0 0 0 0,1 1-1 0 0,0-1 1 0 0,-1 1-1 0 0,0 0 1 0 0,1-1-1 0 0,-1 1 1 0 0,0-1 0 0 0,0 1-1 0 0,0 0 1 0 0,0 0-1 0 0,0-1 1 0 0,0 1 0 0 0,0 0-1 0 0,0 0 1 0 0,0 0-1 0 0,-3-1 1 0 0,-13-10 64 0 0,-2 2 1 0 0,1 0-1 0 0,-1 1 1 0 0,-1 1-1 0 0,-24-7 0 0 0,-6 2 33 0 0,-3-1-19 0 0,-66-10 0 0 0,66 18-86 0 0,0 2 0 0 0,0 2 0 0 0,-99 9 0 0 0,127-4-70 0 0,0 2 0 0 0,-1 0 1 0 0,2 2-1 0 0,-1 0 0 0 0,1 2 0 0 0,0 1 0 0 0,1 0 1 0 0,0 2-1 0 0,1 1 0 0 0,-24 17 0 0 0,14-3 1 0 0,1 1-1 0 0,2 1 1 0 0,1 2 0 0 0,1 1-1 0 0,1 1 1 0 0,-20 36 0 0 0,37-56-10 0 0,2 1 0 0 0,-1 1 1 0 0,2-1-1 0 0,0 1 1 0 0,1 1-1 0 0,0-1 1 0 0,1 0-1 0 0,1 1 1 0 0,-2 20-1 0 0,5-27-6 0 0,0 1 1 0 0,0 0-1 0 0,1 0 0 0 0,0 0 0 0 0,0-1 0 0 0,1 1 0 0 0,1-1 0 0 0,-1 1 0 0 0,2-1 0 0 0,-1 0 1 0 0,1 0-1 0 0,0 0 0 0 0,1 0 0 0 0,0-1 0 0 0,1 0 0 0 0,7 8 0 0 0,0-2 20 0 0,0-2-1 0 0,1 0 1 0 0,1 0 0 0 0,0-1-1 0 0,0-1 1 0 0,1-1-1 0 0,1 0 1 0 0,-1-1 0 0 0,1-1-1 0 0,24 7 1 0 0,-1-2 25 0 0,1-3 0 0 0,-1-1 0 0 0,65 4 0 0 0,-44-10 29 0 0,-1-2-1 0 0,1-3 1 0 0,-1-2-1 0 0,62-15 0 0 0,-9-6 52 0 0,127-47 0 0 0,-209 62-123 0 0,250-96 57 0 0,-244 90-47 0 0,0-2 0 0 0,-1-2-1 0 0,-1-1 1 0 0,-2-1 0 0 0,39-35 0 0 0,-66 52-4 0 0,0 0 1 0 0,0 0-1 0 0,0-1 1 0 0,-1 0-1 0 0,0 0 1 0 0,-1 0-1 0 0,1 0 1 0 0,-1-1 0 0 0,-1 0-1 0 0,1 0 1 0 0,-2 0-1 0 0,1 0 1 0 0,-1 0-1 0 0,0 0 1 0 0,0-1-1 0 0,-1 1 1 0 0,-1-1 0 0 0,1 1-1 0 0,-1-1 1 0 0,-1 0-1 0 0,1 1 1 0 0,-1-1-1 0 0,-3-8 1 0 0,1 11-12 0 0,0 0 0 0 0,0 1 0 0 0,0 0-1 0 0,-1 0 1 0 0,1 0 0 0 0,-1 0 0 0 0,-1 0 0 0 0,1 1 0 0 0,-1 0 0 0 0,1 0 0 0 0,-1 0-1 0 0,-1 1 1 0 0,1-1 0 0 0,0 1 0 0 0,-8-3 0 0 0,-7-3 6 0 0,-1 0 1 0 0,-40-11-1 0 0,12 9-11 0 0,-1 2 0 0 0,0 2 0 0 0,-55-1 0 0 0,-152 16 0 0 0,198-3-2 0 0,0 3 0 0 0,-62 17 0 0 0,89-16-1 0 0,0 2 0 0 0,0 0-1 0 0,1 2 1 0 0,1 2 0 0 0,-35 22 0 0 0,57-32-40 0 0,-1 1 0 0 0,1 0-1 0 0,1 0 1 0 0,-1 1 0 0 0,1 0 0 0 0,0 0 0 0 0,0 1 0 0 0,1 0 0 0 0,0 0 0 0 0,1 1 0 0 0,0 0 0 0 0,0-1 0 0 0,1 2 0 0 0,0-1 0 0 0,0 0 0 0 0,1 1 0 0 0,1 0 0 0 0,-1-1 0 0 0,2 1 0 0 0,-1 0-1 0 0,1 18 1 0 0,1-17-834 0 0,1-1 0 0 0,0 1 0 0 0,1 0 0 0 0,1-1 0 0 0,-1 1 0 0 0,2-1-1 0 0,6 16 1 0 0,-2-6-11729 0 0</inkml:trace>
</inkml:ink>
</file>

<file path=ppt/ink/ink2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0T13:18:49.34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1 529 16339 0 0,'0'0'5902'0'0,"3"0"-5327"0"0,-2 0-441 0 0,0 0 0 0 0,0 0 1 0 0,0-1-1 0 0,1 1 1 0 0,-1 0-1 0 0,0-1 1 0 0,0 1-1 0 0,0-1 1 0 0,0 1-1 0 0,0-1 1 0 0,0 0-1 0 0,0 1 1 0 0,0-1-1 0 0,0 0 0 0 0,0 0 1 0 0,0 0-1 0 0,1-1 1 0 0,15-26 1125 0 0,8-40-307 0 0,-22 57-731 0 0,3-6-85 0 0,0-1 6 0 0,0-1 0 0 0,4-25 0 0 0,-1-8 15 0 0,-5 34 46 0 0,-1 0 0 0 0,2-33 1 0 0,-26 198-196 0 0,21-135-11 0 0,0 0 0 0 0,0 0 1 0 0,1-1-1 0 0,1 1 0 0 0,0 0 1 0 0,0 0-1 0 0,1-1 0 0 0,1 0 1 0 0,0 1-1 0 0,7 13 0 0 0,-9-22 25 0 0,1 1 0 0 0,0-1-1 0 0,-1 1 1 0 0,1-1 0 0 0,0 0-1 0 0,1 0 1 0 0,-1 0 0 0 0,0-1-1 0 0,1 1 1 0 0,0-1 0 0 0,7 4-1 0 0,-9-5-6 0 0,0 0 0 0 0,1 0 0 0 0,-1 0 0 0 0,0 0 0 0 0,0 0 0 0 0,1-1 0 0 0,-1 1 0 0 0,1-1 0 0 0,-1 0 0 0 0,0 1 0 0 0,1-1 0 0 0,-1 0 0 0 0,1 0 0 0 0,-1-1 0 0 0,0 1 0 0 0,1 0 0 0 0,-1-1 0 0 0,0 0 0 0 0,1 1 0 0 0,-1-1 0 0 0,0 0 0 0 0,4-3 0 0 0,4-4 73 0 0,0-2-1 0 0,-1 1 0 0 0,0-1 1 0 0,0-1-1 0 0,-1 1 1 0 0,-1-1-1 0 0,10-19 0 0 0,35-89 9 0 0,-14 10-114 0 0,1-8 27 0 0,-32 72 109 0 0,-6 34-79 0 0,-4 31-385 0 0,0-2 295 0 0,-9 31-1 0 0,7-34 56 0 0,1 0-1 0 0,1 0 1 0 0,-2 17-1 0 0,-2 255 80 0 0,7-286 72 0 0,0-19 558 0 0,6-33-573 0 0,-5 34-176 0 0,1 1 0 0 0,1 0 0 0 0,0-1 0 0 0,6-17 1 0 0,-3 24-117 0 0,-7 22-406 0 0,0 2 447 0 0,8 48 117 0 0,-3-35-6 0 0,-3-23-3 0 0,0 0 0 0 0,1 0 1 0 0,-1 0-1 0 0,1 0 0 0 0,0 0 0 0 0,0-1 0 0 0,0 1 0 0 0,0-1 0 0 0,1 1 0 0 0,-1-1 1 0 0,1 0-1 0 0,0 0 0 0 0,0 0 0 0 0,0 0 0 0 0,0 0 0 0 0,1-1 0 0 0,-1 1 1 0 0,1-1-1 0 0,6 3 0 0 0,-7-4 14 0 0,-1-1 0 0 0,0 1 0 0 0,1-1 0 0 0,-1 0 0 0 0,0 1 0 0 0,1-1 0 0 0,-1 0 0 0 0,0-1 0 0 0,1 1 0 0 0,-1 0-1 0 0,0-1 1 0 0,1 1 0 0 0,-1-1 0 0 0,0 0 0 0 0,0 0 0 0 0,1 0 0 0 0,-1 0 0 0 0,0 0 0 0 0,0 0 0 0 0,0 0 0 0 0,0-1 0 0 0,-1 1 0 0 0,1-1 0 0 0,0 0 0 0 0,0 1 0 0 0,1-3 0 0 0,6-7 36 0 0,-1 0 1 0 0,0 0-1 0 0,9-17 0 0 0,-6 11-41 0 0,-7 7 15 0 0,1 1 1 0 0,-1 0-1 0 0,-1-1 1 0 0,0 0-1 0 0,0 0 1 0 0,1-11-1 0 0,6-18 51 0 0,-9 31-195 0 0,-4 15-212 0 0,-5 16 2 0 0,6 5 298 0 0,1-23 29 0 0,0-1 1 0 0,1 0 0 0 0,-1 1-1 0 0,1-1 1 0 0,0 1 0 0 0,1-1 0 0 0,-1 1-1 0 0,1-1 1 0 0,0 1 0 0 0,0-1 0 0 0,0 0-1 0 0,0 0 1 0 0,1 1 0 0 0,2 3-1 0 0,4 5 10 0 0,-5-8-8 0 0,0 1 0 0 0,0-1 0 0 0,1 1 0 0 0,0-1 0 0 0,1-1 0 0 0,7 9 0 0 0,-11-13 16 0 0,0 1 0 0 0,1 0 1 0 0,-1 0-1 0 0,1-1 0 0 0,-1 1 0 0 0,1 0 0 0 0,-1-1 0 0 0,1 0 0 0 0,-1 1 0 0 0,1-1 0 0 0,0 0 0 0 0,-1 0 1 0 0,1 0-1 0 0,-1 0 0 0 0,1 0 0 0 0,0 0 0 0 0,-1 0 0 0 0,1 0 0 0 0,-1-1 0 0 0,1 1 0 0 0,-1-1 1 0 0,1 1-1 0 0,-1-1 0 0 0,1 0 0 0 0,-1 1 0 0 0,1-1 0 0 0,-1 0 0 0 0,0 0 0 0 0,0 0 0 0 0,1 0 1 0 0,-1 0-1 0 0,0 0 0 0 0,1-2 0 0 0,4-4 43 0 0,1 0 1 0 0,-2 0-1 0 0,6-10 0 0 0,1 1-16 0 0,17-35 18 0 0,-13 23-58 0 0,-15 25-4 0 0,1-1-1 0 0,0 0 1 0 0,0 0 0 0 0,0 1 0 0 0,0-1 0 0 0,1 1 0 0 0,0 0-1 0 0,3-4 1 0 0,-5 6-5 0 0,3 20-546 0 0,-4-13 551 0 0,1 1 0 0 0,0-1 1 0 0,1 0-1 0 0,-1 0 0 0 0,1 0 0 0 0,4 7 0 0 0,2 11-9 0 0,-6-16-7 0 0,-1-3 19 0 0,0-1-1 0 0,1 1 0 0 0,-1-1 0 0 0,1 0 1 0 0,0 0-1 0 0,0 0 0 0 0,0 0 0 0 0,1 0 1 0 0,3 4-1 0 0,-6-8 23 0 0,0 0-1 0 0,0 0 1 0 0,1 0 0 0 0,-1 0 0 0 0,0 0 0 0 0,0 0-1 0 0,1 0 1 0 0,-1 0 0 0 0,0 0 0 0 0,0 0 0 0 0,1 0 0 0 0,-1-1-1 0 0,0 1 1 0 0,0 0 0 0 0,1 0 0 0 0,-1 0 0 0 0,0 0-1 0 0,0-1 1 0 0,0 1 0 0 0,1 0 0 0 0,-1 0 0 0 0,0 0 0 0 0,0-1-1 0 0,0 1 1 0 0,0 0 0 0 0,0 0 0 0 0,0-1 0 0 0,1 1-1 0 0,-1 0 1 0 0,0 0 0 0 0,0-1 0 0 0,0 1 0 0 0,0 0 0 0 0,0 0-1 0 0,0-1 1 0 0,8-20 171 0 0,1 0-161 0 0,3 2-16 0 0,21-28-55 0 0,-32 45 33 0 0,1 0 0 0 0,-1 0-1 0 0,1 0 1 0 0,0 1 0 0 0,0-1 0 0 0,0 0-1 0 0,0 1 1 0 0,0-1 0 0 0,0 1 0 0 0,0 0-1 0 0,0-1 1 0 0,0 1 0 0 0,1 0 0 0 0,-1 1-1 0 0,1-1 1 0 0,4-1 0 0 0,-6 3-11 0 0,1-1 0 0 0,-1 0 0 0 0,1 1 1 0 0,-1-1-1 0 0,1 1 0 0 0,-1-1 0 0 0,0 1 0 0 0,1 0 0 0 0,-1 0 0 0 0,0-1 1 0 0,1 1-1 0 0,-1 0 0 0 0,0 0 0 0 0,0 0 0 0 0,0 0 0 0 0,0 1 0 0 0,0-1 1 0 0,2 2-1 0 0,15 29 9 0 0,-12-21-10 0 0,-2-3-16 0 0,0 0-1 0 0,-1 0 1 0 0,0 1-1 0 0,0-1 0 0 0,-1 1 1 0 0,0 0-1 0 0,0 0 1 0 0,0 14-1 0 0,1-13-348 0 0,-3-10 244 0 0,0 0 1 0 0,1 0 0 0 0,-1 0-1 0 0,0 0 1 0 0,0 0 0 0 0,0 0-1 0 0,1 2-1393 0 0,-1-2 1394 0 0,0 0 0 0 0,0 0-1 0 0,0 0 1 0 0,0 0 0 0 0,0 0-1 0 0,0 1 1 0 0,0-1 0 0 0,0 0-1 0 0,0 0 1 0 0,0 0 0 0 0,0 0-1 0 0,0 0 1 0 0,0 1 0 0 0,0-1-1 0 0,0 0 1 0 0,0 0 0 0 0,0 0-1 0 0,0 0 1 0 0,0 0 0 0 0,0 1-1 0 0,0-1 1 0 0,0 0 0 0 0,0 0-1 0 0,0 0 1 0 0,-2 1-1394 0 0,2-1 1394 0 0,0 0 0 0 0,0 0-1 0 0,0 0 1 0 0,0 0 0 0 0,-1 0-1 0 0,1 0 1 0 0,0 0 0 0 0,0 0-1 0 0,0 0 1 0 0,0 0 0 0 0,0 0-1 0 0,-1 0 1 0 0,1 0 0 0 0,0 0-1 0 0,0 0 1 0 0</inkml:trace>
</inkml:ink>
</file>

<file path=ppt/ink/ink2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0T13:18:49.34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93 17764 0 0,'0'0'10119'0'0,"21"2"-9695"0"0,-7-1-364 0 0,11 1 14 0 0,0-2-1 0 0,1 0 1 0 0,-1-1 0 0 0,27-5-1 0 0,237-51-867 0 0,-228 43-3360 0 0,-1 1-3864 0 0,-26 6-4966 0 0</inkml:trace>
</inkml:ink>
</file>

<file path=ppt/ink/ink2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0T13:18:49.35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1 514 17084 0 0,'0'0'6124'0'0,"15"-15"-5944"0"0,3-2-117 0 0,1-1 101 0 0,29-36 1 0 0,-38 42 90 0 0,0 0 1 0 0,-1-1-1 0 0,-1-1 1 0 0,11-22-1 0 0,-6 17 543 0 0,-9 18-276 0 0,-8 12-829 0 0,-4 11 196 0 0,5-3 79 0 0,0-1 0 0 0,1 0 0 0 0,1 28 0 0 0,1-46 568 0 0,3-28 994 0 0,-2 16-1494 0 0,0 0 0 0 0,-1 0 0 0 0,0 0 0 0 0,-1 0 0 0 0,-1-1 0 0 0,-4-16 0 0 0,6 28-39 0 0,0 0 0 0 0,0 0 0 0 0,-1 1 0 0 0,1-1 1 0 0,0 0-1 0 0,0 0 0 0 0,-1 1 0 0 0,1-1 0 0 0,-1 0 0 0 0,1 1 1 0 0,-1-1-1 0 0,1 0 0 0 0,-1 1 0 0 0,1-1 0 0 0,-1 1 0 0 0,1-1 1 0 0,-1 1-1 0 0,0-1 0 0 0,1 1 0 0 0,-1-1 0 0 0,0 1 1 0 0,0-1-1 0 0,1 1 0 0 0,-1 0 0 0 0,0 0 0 0 0,0-1 0 0 0,1 1 1 0 0,-1 0-1 0 0,0 0 0 0 0,0 0 0 0 0,0 0 0 0 0,1 0 0 0 0,-1 0 1 0 0,0 0-1 0 0,0 0 0 0 0,0 0 0 0 0,0 0 0 0 0,1 1 0 0 0,-1-1 1 0 0,0 0-1 0 0,0 0 0 0 0,1 1 0 0 0,-2 0 0 0 0,-2 0-41 0 0,1 1-1 0 0,0-1 1 0 0,-1 1 0 0 0,1 0-1 0 0,0 0 1 0 0,0 1-1 0 0,0-1 1 0 0,-3 4 0 0 0,1-1 36 0 0,-10 13-28 0 0,1 0 0 0 0,-13 20 0 0 0,23-31 30 0 0,0-1 0 0 0,1 1 1 0 0,0 0-1 0 0,0 0 0 0 0,1 0 0 0 0,0 0 1 0 0,0 1-1 0 0,0-1 0 0 0,1 0 1 0 0,0 13-1 0 0,1-16 5 0 0,-1 1 0 0 0,2 0 0 0 0,-1 0 0 0 0,0-1 0 0 0,1 1 0 0 0,0 0 0 0 0,0-1 0 0 0,1 1 0 0 0,-1-1 0 0 0,1 1 0 0 0,0-1 0 0 0,0 0 0 0 0,0 0 0 0 0,1 0 0 0 0,-1 0 0 0 0,1 0 0 0 0,0 0 0 0 0,0-1 1 0 0,0 1-1 0 0,1-1 0 0 0,-1 0 0 0 0,1 0 0 0 0,0 0 0 0 0,0 0 0 0 0,0-1 0 0 0,0 0 0 0 0,0 0 0 0 0,6 2 0 0 0,1 0 50 0 0,0-1 0 0 0,0-1 1 0 0,0 1-1 0 0,0-2 0 0 0,0 0 1 0 0,0 0-1 0 0,1-1 0 0 0,-1 0 1 0 0,0-1-1 0 0,1 0 0 0 0,-1-1 0 0 0,0-1 1 0 0,0 1-1 0 0,0-2 0 0 0,-1 1 1 0 0,1-2-1 0 0,15-8 0 0 0,-13 7-10 0 0,-1-2-1 0 0,0 0 0 0 0,-1 0 0 0 0,1-1 1 0 0,-2-1-1 0 0,1 0 0 0 0,-1 0 0 0 0,-1-1 1 0 0,0 0-1 0 0,0-1 0 0 0,-2 0 0 0 0,1 0 1 0 0,9-22-1 0 0,-6 9-22 0 0,-4 9-12 0 0,0-1-1 0 0,7-29 0 0 0,-10 28 8 0 0,1-6 49 0 0,0 0 1 0 0,-2 0-1 0 0,1-30 1 0 0,-5 38 84 0 0,1 16-146 0 0,0 0 0 0 0,0 0 0 0 0,0 0 0 0 0,0 0 0 0 0,0-1-1 0 0,0 1 1 0 0,0 0 0 0 0,-1 0 0 0 0,1 0 0 0 0,0 0 0 0 0,0 0 0 0 0,0 0 0 0 0,0 0 0 0 0,0 0 0 0 0,0 0 0 0 0,0 0 0 0 0,0-1 0 0 0,0 1 0 0 0,0 0 0 0 0,0 0 0 0 0,0 0 0 0 0,-1 0 0 0 0,1 0-1 0 0,0 0 1 0 0,0 0 0 0 0,0 0 0 0 0,0 0 0 0 0,0 0 0 0 0,0 0 0 0 0,0 0 0 0 0,-1 0 0 0 0,1 0 0 0 0,0 0 0 0 0,0 0 0 0 0,0 0 0 0 0,0 0 0 0 0,0 0 0 0 0,0 0 0 0 0,0 0 0 0 0,0 0 0 0 0,-1 0 0 0 0,1 0-1 0 0,0 0 1 0 0,0 0 0 0 0,0 0 0 0 0,0 0 0 0 0,0 0 0 0 0,0 0 0 0 0,0 1 0 0 0,0-1 0 0 0,0 0 0 0 0,-1 0 0 0 0,-12 22-318 0 0,12-21 309 0 0,-2 7-22 0 0,0 1 0 0 0,0-1 1 0 0,1 1-1 0 0,-3 15 0 0 0,-2 10-18 0 0,5-27 43 0 0,0 0-1 0 0,1 0 0 0 0,0 0 0 0 0,0 0 0 0 0,0 0 0 0 0,1 0 0 0 0,0 0 0 0 0,1 0 0 0 0,-1 1 0 0 0,1-1 0 0 0,1 0 1 0 0,-1 0-1 0 0,6 13 0 0 0,3 3 5 0 0,-7-18-2 0 0,-1 1 1 0 0,1-1 0 0 0,0 0-1 0 0,0 0 1 0 0,4 6-1 0 0,-2-5 6 0 0,1 0-1 0 0,0-1 0 0 0,0 1 1 0 0,7 4-1 0 0,-12-9 12 0 0,0-1 0 0 0,-1 1 0 0 0,1 0 0 0 0,0-1 0 0 0,0 1 0 0 0,0 0 0 0 0,0-1 0 0 0,0 1 0 0 0,0-1 0 0 0,0 0 0 0 0,0 1 0 0 0,0-1 0 0 0,0 0 0 0 0,1 0 0 0 0,-1 1 0 0 0,0-1 0 0 0,0 0 0 0 0,0 0 0 0 0,0 0 0 0 0,0 0 0 0 0,0 0 0 0 0,0-1 0 0 0,0 1 0 0 0,1 0 0 0 0,-1-1 0 0 0,0 1 0 0 0,0 0 0 0 0,0-1 0 0 0,0 1 0 0 0,0-1 0 0 0,0 1 0 0 0,0-1 0 0 0,-1 0 0 0 0,1 1 0 0 0,0-1 0 0 0,0 0 0 0 0,0 0 0 0 0,0-1 0 0 0,10-15 50 0 0,-2 5 10 0 0,-1-1-1 0 0,0 0 0 0 0,-1 0 1 0 0,0-1-1 0 0,4-15 1 0 0,-6 16-71 0 0,1-10 19 0 0,-6 23 47 0 0,1 16-757 0 0,5-3 668 0 0,-1-2 13 0 0,1-1 0 0 0,0 0 0 0 0,0-1 0 0 0,12 15 0 0 0,-16-21 10 0 0,1-1-1 0 0,0 1 0 0 0,0 0 0 0 0,1-1 0 0 0,-1 0 0 0 0,0 0 0 0 0,1 0 0 0 0,0 0 0 0 0,-1 0 0 0 0,1-1 0 0 0,0 0 0 0 0,0 1 0 0 0,0-2 1 0 0,0 1-1 0 0,0 0 0 0 0,0-1 0 0 0,6 1 0 0 0,-5-2 8 0 0,0 1 0 0 0,-1-1-1 0 0,1 0 1 0 0,0 0 0 0 0,-1-1 0 0 0,1 1 0 0 0,-1-1 0 0 0,1 0 0 0 0,-1 0-1 0 0,0 0 1 0 0,0-1 0 0 0,0 1 0 0 0,0-1 0 0 0,0 0 0 0 0,-1 0 0 0 0,1-1-1 0 0,-1 1 1 0 0,0-1 0 0 0,0 0 0 0 0,3-4 0 0 0,6-10-32 0 0,-1-1 1 0 0,-1 0-1 0 0,9-25 0 0 0,-15 34-6 0 0,-1 3 219 0 0,1 0-771 0 0,1 19-265 0 0,-2-7 819 0 0,1 0 0 0 0,0 0 1 0 0,0 0-1 0 0,0 0 1 0 0,7 5-1 0 0,-10-10 35 0 0,20-33 756 0 0,-19 27-731 0 0,-1 0 0 0 0,0 1 0 0 0,-1-1 0 0 0,1 0 0 0 0,-1 0 1 0 0,-1-9-1 0 0,1 0 171 0 0,0 15-203 0 0,0-1 0 0 0,0 1 0 0 0,-1 0 1 0 0,1-1-1 0 0,0 1 0 0 0,0-1 0 0 0,0 1 1 0 0,0 0-1 0 0,-1-1 0 0 0,1 1 0 0 0,0 0 1 0 0,0 0-1 0 0,-1-1 0 0 0,1 1 0 0 0,0 0 0 0 0,0-1 1 0 0,-1 1-1 0 0,1 0 0 0 0,0 0 0 0 0,-1 0 1 0 0,1-1-1 0 0,0 1 0 0 0,-1 0 0 0 0,1 0 1 0 0,0 0-1 0 0,-1 0 0 0 0,1 0 0 0 0,-1 0 0 0 0,1-1 1 0 0,0 1-1 0 0,-1 0 0 0 0,1 0 0 0 0,-1 0 1 0 0,1 0-1 0 0,0 0 0 0 0,-1 1 0 0 0,1-1 0 0 0,0 0 1 0 0,-1 0-1 0 0,1 0 0 0 0,-1 0 0 0 0,1 0 1 0 0,0 0-1 0 0,-1 1 0 0 0,0-1 0 0 0,-16 9-344 0 0,11-3 315 0 0,0 1-1 0 0,0 0 1 0 0,1 0-1 0 0,0 1 1 0 0,0 0-1 0 0,1 0 1 0 0,0 0-1 0 0,1 0 1 0 0,-1 0-1 0 0,1 1 0 0 0,1 0 1 0 0,0-1-1 0 0,0 1 1 0 0,1 0-1 0 0,0 0 1 0 0,0 0-1 0 0,1 0 1 0 0,1 0-1 0 0,0 10 1 0 0,0-17 26 0 0,-1 0 1 0 0,1 0 0 0 0,-1-1 0 0 0,1 1 0 0 0,0 0 0 0 0,-1-1-1 0 0,1 1 1 0 0,0-1 0 0 0,0 1 0 0 0,0-1 0 0 0,0 0 0 0 0,1 1-1 0 0,-1-1 1 0 0,0 0 0 0 0,0 0 0 0 0,1 1 0 0 0,2 0 0 0 0,0 0 12 0 0,0 0 1 0 0,0 0-1 0 0,0 0 1 0 0,0-1 0 0 0,0 1-1 0 0,0-1 1 0 0,6 1-1 0 0,-2-1 28 0 0,1 0 0 0 0,0-1 0 0 0,0 0 0 0 0,-1 0-1 0 0,1-1 1 0 0,0 0 0 0 0,8-2 0 0 0,-2-2-5 0 0,-1 0 0 0 0,0-1 0 0 0,0 0 0 0 0,0-1 0 0 0,-1 0 0 0 0,0-1 0 0 0,0-1 0 0 0,-1 0 1 0 0,-1-1-1 0 0,13-12 0 0 0,-9 7-28 0 0,-1 0 1 0 0,0-1-1 0 0,-2-1 1 0 0,1 0-1 0 0,-2-1 1 0 0,11-23-1 0 0,-13 24 35 0 0,-2-1 0 0 0,0-1 0 0 0,-1 1 0 0 0,-1-1 0 0 0,-1 0 0 0 0,0 0 0 0 0,-2 0 0 0 0,1-31 0 0 0,-8 57-139 0 0,-1 1 60 0 0,0 0-1 0 0,1 1 0 0 0,-6 12 0 0 0,0 14 39 0 0,6-21 4 0 0,0 0 1 0 0,2 0 0 0 0,-4 23-1 0 0,3-8-14 0 0,2-18 3 0 0,1 0 0 0 0,0 0 0 0 0,1 0 0 0 0,0 1 0 0 0,0-1 0 0 0,4 17 0 0 0,0-20 235 0 0,0-18 344 0 0,0-4-519 0 0,11-27-83 0 0,-12 33-3 0 0,0 0 1 0 0,0 0-1 0 0,1 0 1 0 0,-1 0-1 0 0,10-12 1 0 0,-1-3-33 0 0,-12 21 57 0 0,1 0 0 0 0,0 0 0 0 0,0 0 1 0 0,0 0-1 0 0,0 0 0 0 0,0 0 0 0 0,0 0 1 0 0,1 0-1 0 0,-1 1 0 0 0,1-1 0 0 0,-1 0 1 0 0,4-2-1 0 0,-4 4-19 0 0,0 0 0 0 0,0 0-1 0 0,0-1 1 0 0,0 1 0 0 0,0 0 0 0 0,0 0 0 0 0,0 0 0 0 0,0 0-1 0 0,0 0 1 0 0,0 0 0 0 0,0 1 0 0 0,0-1 0 0 0,0 0 0 0 0,0 0-1 0 0,0 1 1 0 0,0-1 0 0 0,0 1 0 0 0,0-1 0 0 0,0 1 0 0 0,0-1-1 0 0,0 1 1 0 0,-1-1 0 0 0,1 1 0 0 0,0 0 0 0 0,1 1 0 0 0,-1-1 13 0 0,1 0 0 0 0,-1 0 1 0 0,0 0-1 0 0,1 1 0 0 0,-1-1 1 0 0,0 0-1 0 0,0 1 0 0 0,0-1 1 0 0,0 1-1 0 0,0-1 0 0 0,0 1 1 0 0,0 0-1 0 0,0 2 0 0 0,1 11-141 0 0,-2-14 197 0 0,1 0 0 0 0,-1 0 0 0 0,0 0-1 0 0,0 0 1 0 0,0 0 0 0 0,0 1 0 0 0,0-1 0 0 0,0 0-1 0 0,0 0 1 0 0,0 0 0 0 0,-1 0 0 0 0,1 0 0 0 0,0 0-1 0 0,0 0 1 0 0,-1 0 0 0 0,1 0 0 0 0,-1 0 0 0 0,1 0-1 0 0,-1 0 1 0 0,0 0 0 0 0,0 1 0 0 0,-12 15 36 0 0,-6 12 1 0 0,18-27-72 0 0,0 0 1 0 0,0 0-1 0 0,1-1 1 0 0,-1 1-1 0 0,0 0 1 0 0,1 0-1 0 0,0 0 1 0 0,-1 0-1 0 0,1 0 1 0 0,0 0-1 0 0,0 0 1 0 0,0 0-1 0 0,0 0 1 0 0,0 0-1 0 0,1 0 1 0 0,-1 0-1 0 0,1 0 1 0 0,-1 0-1 0 0,1 0 1 0 0,0 0-1 0 0,-1-1 1 0 0,1 1-1 0 0,0 0 1 0 0,0 0-1 0 0,0-1 1 0 0,1 1-1 0 0,1 2 1 0 0,0-2 3 0 0,0 0 0 0 0,0 1 0 0 0,1-1 1 0 0,-1 0-1 0 0,1-1 0 0 0,-1 1 0 0 0,1 0 0 0 0,0-1 1 0 0,0 0-1 0 0,0 0 0 0 0,-1 0 0 0 0,1-1 1 0 0,7 1-1 0 0,-7 0-44 0 0,8 0-199 0 0,1 0 1 0 0,-1 0-1 0 0,0-1 1 0 0,1-1 0 0 0,-1 0-1 0 0,0-1 1 0 0,13-3-1 0 0,-16-2-2753 0 0</inkml:trace>
</inkml:ink>
</file>

<file path=ppt/ink/ink2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0T13:18:49.35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0 21028 0 0,'0'0'5906'0'0</inkml:trace>
</inkml:ink>
</file>

<file path=ppt/ink/ink2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0T13:18:49.35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0 331 6713 0 0,'0'0'14744'0'0,"21"7"-13803"0"0,70 22-171 0 0,-82-26-618 0 0,0-1 0 0 0,0 0 0 0 0,0-1 0 0 0,0 0 0 0 0,0 0 0 0 0,0-1 0 0 0,0 0 1 0 0,15-2-1 0 0,-9 1 43 0 0,1-1-40 0 0,1 0 1 0 0,-1-1-1 0 0,0-1 0 0 0,-1 0 0 0 0,1-1 1 0 0,-1-1-1 0 0,0 0 0 0 0,0-1 1 0 0,-1-1-1 0 0,1 0 0 0 0,-2-1 0 0 0,1 0 1 0 0,-1-1-1 0 0,-1-1 0 0 0,0 0 1 0 0,-1-1-1 0 0,13-15 0 0 0,-18 16-95 0 0,0 1 0 0 0,0-1 0 0 0,-2 1 0 0 0,1-1 0 0 0,-1-1 0 0 0,-1 1 0 0 0,0-1-1 0 0,0 1 1 0 0,-2-1 0 0 0,1 0 0 0 0,-1 0 0 0 0,-1-14 0 0 0,0 22-35 0 0,0 1-1 0 0,0-1 1 0 0,0 1-1 0 0,-1-1 1 0 0,1 1 0 0 0,-1-1-1 0 0,0 1 1 0 0,0-1-1 0 0,0 1 1 0 0,0-1 0 0 0,-1 1-1 0 0,1 0 1 0 0,-1 0 0 0 0,0 0-1 0 0,0 0 1 0 0,0 0-1 0 0,0 0 1 0 0,-1 0 0 0 0,-3-3-1 0 0,-13 45-1057 0 0,11-26 1010 0 0,2 1 0 0 0,-5 16 1 0 0,-2 2 16 0 0,4-8-16 0 0,-6 28 0 0 0,8-27 29 0 0,3-4 3 0 0,0 0 0 0 0,2 1 1 0 0,0-1-1 0 0,2 29 0 0 0,0-37 18 0 0,-2 23-91 0 0,1-22 374 0 0,1-13 264 0 0,0-5 406 0 0,3-60-906 0 0,-2 58-100 0 0,0 0 0 0 0,1 0-1 0 0,-1 0 1 0 0,1 0-1 0 0,0 1 1 0 0,1-1-1 0 0,-1 1 1 0 0,5-8 0 0 0,5-5-28 0 0,-10 14 28 0 0,1 0 1 0 0,-1 0-1 0 0,1 0 1 0 0,0 0 0 0 0,0 1-1 0 0,0-1 1 0 0,5-3 0 0 0,-8 7 12 0 0,1-1 1 0 0,-1 1 0 0 0,1-1 0 0 0,-1 1 0 0 0,1 0 0 0 0,-1-1 0 0 0,1 1 0 0 0,-1 0 0 0 0,1 0 0 0 0,-1-1 0 0 0,1 1 0 0 0,0 0-1 0 0,-1 0 1 0 0,1 0 0 0 0,-1 0 0 0 0,1-1 0 0 0,0 1 0 0 0,-1 0 0 0 0,1 0 0 0 0,0 0 0 0 0,-1 1 0 0 0,1-1 0 0 0,-1 0 0 0 0,1 0-1 0 0,0 0 1 0 0,-1 0 0 0 0,1 0 0 0 0,-1 1 0 0 0,1-1 0 0 0,-1 0 0 0 0,1 1 0 0 0,-1-1 0 0 0,1 0 0 0 0,-1 1 0 0 0,1-1-1 0 0,-1 0 1 0 0,1 1 0 0 0,0 0 0 0 0,12 26-54 0 0,-4-9 73 0 0,6 4-15 0 0,-10-14 3 0 0,1 0 0 0 0,0 1 0 0 0,0-2 0 0 0,13 13 0 0 0,-15-18 8 0 0,0 1 1 0 0,-1-1-1 0 0,1 1 1 0 0,0-1 0 0 0,0-1-1 0 0,0 1 1 0 0,0 0-1 0 0,0-1 1 0 0,1 0 0 0 0,-1 0-1 0 0,0 0 1 0 0,1-1-1 0 0,-1 1 1 0 0,7-1-1 0 0,-5-1 14 0 0,0 1-1 0 0,0-1 0 0 0,-1 0 0 0 0,1-1 0 0 0,0 1 0 0 0,-1-1 0 0 0,1 0 0 0 0,-1-1 0 0 0,0 1 0 0 0,1-1 0 0 0,-1 0 0 0 0,0 0 1 0 0,-1-1-1 0 0,1 1 0 0 0,-1-1 0 0 0,8-8 0 0 0,-2 0 16 0 0,-1 0 0 0 0,0 0 0 0 0,0-1 0 0 0,-1 0 0 0 0,8-18 0 0 0,-12 23 0 0 0,-1 1 1 0 0,0-1-1 0 0,0 0 1 0 0,-1 0-1 0 0,0 0 0 0 0,-1 0 1 0 0,1-1-1 0 0,-1-14 1 0 0,-1 23-35 0 0,0 0-1 0 0,0 0 1 0 0,0-1 0 0 0,0 1 0 0 0,0 0-1 0 0,0 0 1 0 0,0-1 0 0 0,0 1 0 0 0,0 0-1 0 0,0-1 1 0 0,0 1 0 0 0,0 0 0 0 0,0 0-1 0 0,0 0 1 0 0,0-1 0 0 0,-1 1 0 0 0,1 0-1 0 0,0 0 1 0 0,0-1 0 0 0,0 1-1 0 0,0 0 1 0 0,-1 0 0 0 0,1 0 0 0 0,0 0-1 0 0,0-1 1 0 0,0 1 0 0 0,-1 0 0 0 0,1 0-1 0 0,0 0 1 0 0,0 0 0 0 0,-1 0 0 0 0,1 0-1 0 0,0-1 1 0 0,0 1 0 0 0,-1 0 0 0 0,-10 3-308 0 0,9-2 265 0 0,-1 0 1 0 0,1 1-1 0 0,0-1 0 0 0,0 0 1 0 0,0 1-1 0 0,1-1 0 0 0,-1 1 1 0 0,-2 2-1 0 0,-6 12-37 0 0,7-13 68 0 0,1 1 1 0 0,0-1 0 0 0,0 1-1 0 0,0-1 1 0 0,-2 8-1 0 0,2-6 4 0 0,0 0 0 0 0,1 0-1 0 0,0 1 1 0 0,0-1 0 0 0,0 1-1 0 0,1-1 1 0 0,-1 1 0 0 0,2 0 0 0 0,0 9-1 0 0,0-12 12 0 0,0 0 0 0 0,0 0-1 0 0,0 0 1 0 0,0 0 0 0 0,0 0-1 0 0,1-1 1 0 0,0 1-1 0 0,-1 0 1 0 0,1-1 0 0 0,0 1-1 0 0,0-1 1 0 0,1 0 0 0 0,-1 1-1 0 0,0-1 1 0 0,1 0 0 0 0,-1 0-1 0 0,1-1 1 0 0,0 1-1 0 0,4 1 1 0 0,3 2 33 0 0,0-1-1 0 0,1 0 1 0 0,0-1-1 0 0,0 0 1 0 0,0-1-1 0 0,0-1 1 0 0,1 1-1 0 0,-1-2 1 0 0,14 0-1 0 0,-16 0-13 0 0,-1 0 0 0 0,0-1 0 0 0,1-1 0 0 0,-1 1 0 0 0,0-1 0 0 0,0 0-1 0 0,0-1 1 0 0,0 0 0 0 0,0 0 0 0 0,-1-1 0 0 0,1 0 0 0 0,-1-1 0 0 0,8-5 0 0 0,-4 0 15 0 0,0-1 0 0 0,-1-1 0 0 0,-1 0 0 0 0,0 0 0 0 0,0 0 1 0 0,-1-1-1 0 0,6-14 0 0 0,-11 17 17 0 0,0 0 0 0 0,-1 0-1 0 0,0-1 1 0 0,-1 1 0 0 0,0 0 0 0 0,-1-19-1 0 0,0 28-13 0 0,0 2-635 0 0,-1-1 585 0 0,1 1-1 0 0,0-1 0 0 0,0 0 1 0 0,0 1-1 0 0,0-1 0 0 0,0 1 0 0 0,0-1 1 0 0,0 0-1 0 0,0 1 0 0 0,0-1 1 0 0,0 0-1 0 0,0 1 0 0 0,0-1 0 0 0,0 0 1 0 0,0 1-1 0 0,1-1 0 0 0,-1 0 1 0 0,0 1-1 0 0,0-1 0 0 0,0 0 0 0 0,1 1 1 0 0,-1-1-1 0 0,0 0 0 0 0,0 1 1 0 0,0-1-1 0 0,1 0 0 0 0,-1 0 0 0 0,0 1 1 0 0,1-1-1 0 0,-1 0 0 0 0,0 0 1 0 0,1 1-1 0 0,9 9 47 0 0,7-2-46 0 0,-13-7 8 0 0,-1 0-1 0 0,0 0 1 0 0,0 1 0 0 0,0 0 0 0 0,0-1 0 0 0,0 1-1 0 0,-1 0 1 0 0,1 0 0 0 0,0 0 0 0 0,3 4 0 0 0,-5-1 24 0 0,1-1 0 0 0,0 1 0 0 0,-1 0 0 0 0,0 0 0 0 0,0-1 1 0 0,-1 1-1 0 0,1 0 0 0 0,-1 0 0 0 0,0 0 0 0 0,-1 8 0 0 0,0 3 9 0 0,1-15-25 0 0,1 0-1 0 0,-1 0 1 0 0,0 0-1 0 0,0 0 0 0 0,0 0 1 0 0,1 0-1 0 0,-1 0 1 0 0,1 0-1 0 0,-1 0 1 0 0,1-1-1 0 0,-1 1 0 0 0,1 0 1 0 0,-1 0-1 0 0,1 0 1 0 0,0-1-1 0 0,-1 1 1 0 0,1 0-1 0 0,0-1 1 0 0,0 1-1 0 0,-1-1 0 0 0,1 1 1 0 0,0-1-1 0 0,0 1 1 0 0,0-1-1 0 0,0 1 1 0 0,1-1-1 0 0,28 7 181 0 0,-24-6-160 0 0,1-1 38 0 0,1 0 1 0 0,-1 0-1 0 0,0 0 0 0 0,1-1 1 0 0,-1 0-1 0 0,0-1 1 0 0,0 1-1 0 0,0-1 1 0 0,0-1-1 0 0,0 0 0 0 0,0 1 1 0 0,8-7-1 0 0,1 0-7 0 0,-1 0-1 0 0,0-1 1 0 0,25-24 0 0 0,-27 21-60 0 0,19-24 0 0 0,-27 31 54 0 0,-1 1 0 0 0,-1-1 0 0 0,1 0-1 0 0,-1 0 1 0 0,0 0 0 0 0,0 0 0 0 0,2-11-1 0 0,-4 17-38 0 0,-1 0-1 0 0,0-1 1 0 0,0 1 0 0 0,0 0-1 0 0,0 0 1 0 0,0-1-1 0 0,1 1 1 0 0,-1 0 0 0 0,0-1-1 0 0,0 1 1 0 0,0 0-1 0 0,0 0 1 0 0,0-1 0 0 0,0 1-1 0 0,0 0 1 0 0,0-1-1 0 0,0 1 1 0 0,0 0 0 0 0,0 0-1 0 0,0-1 1 0 0,0 1-1 0 0,0 0 1 0 0,-1 0 0 0 0,1-1-1 0 0,0 1 1 0 0,0 0-1 0 0,0 0 1 0 0,0-1 0 0 0,0 1-1 0 0,-1 0 1 0 0,1 0-1 0 0,0-1 1 0 0,0 1 0 0 0,0 0-1 0 0,-1 0 1 0 0,1 0-1 0 0,0-1 1 0 0,0 1 0 0 0,0 0-1 0 0,-1 0 1 0 0,1 0-1 0 0,-1 0 1 0 0,-12 6 92 0 0,-13 19-46 0 0,21-19-32 0 0,0 1 0 0 0,1-1 0 0 0,0 0-1 0 0,0 1 1 0 0,1 0 0 0 0,0 0 0 0 0,0 0 0 0 0,0 1-1 0 0,1-1 1 0 0,0 0 0 0 0,1 1 0 0 0,-1-1-1 0 0,1 13 1 0 0,1-17-58 0 0,0 0 0 0 0,0 0 0 0 0,1 0 0 0 0,-1 0 0 0 0,1 0 0 0 0,0-1 0 0 0,0 1 0 0 0,0 0 0 0 0,0 0 0 0 0,0 0 0 0 0,0-1 0 0 0,1 1 0 0 0,0-1 0 0 0,-1 1 0 0 0,4 3 0 0 0,-1-2 120 0 0,0-1 0 0 0,0 0 1 0 0,0 0-1 0 0,1 0 0 0 0,-1 0 0 0 0,0-1 0 0 0,1 1 0 0 0,6 1 0 0 0,1 0-1079 0 0,1 0 0 0 0,18 3 0 0 0,19-1-10816 0 0,-24-5-2207 0 0</inkml:trace>
</inkml:ink>
</file>

<file path=ppt/ink/ink2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0T13:22:03.33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1097 359 0 0 0,'0'0'16350'0'0,"18"0"-13096"0"0,-17 0-2877 0 0,1 0-1 0 0,0 0 0 0 0,-1-1 1 0 0,1 1-1 0 0,0 0 1 0 0,-1-1-1 0 0,1 1 0 0 0,-1-1 1 0 0,1 1-1 0 0,0-1 1 0 0,-1 0-1 0 0,1 0 0 0 0,-1 0 1 0 0,0 0-1 0 0,1 0 1 0 0,-1 0-1 0 0,0 0 0 0 0,0 0 1 0 0,2-3-1 0 0,-1 2-179 0 0,0-1 1 0 0,0 0-1 0 0,-1 0 0 0 0,1 0 0 0 0,-1 0 0 0 0,0 0 1 0 0,0-1-1 0 0,0 1 0 0 0,-1 0 0 0 0,1-4 1 0 0,0 2-161 0 0,-1-1 0 0 0,0 1 0 0 0,0 0 0 0 0,0-1 1 0 0,-1 1-1 0 0,0-1 0 0 0,0 1 0 0 0,0 0 0 0 0,0-1 1 0 0,-1 1-1 0 0,0 0 0 0 0,0 0 0 0 0,-5-8 0 0 0,-8-6 86 0 0,0-1-1 0 0,-1 2 0 0 0,-1 0 1 0 0,-23-19-1 0 0,27 27-73 0 0,-1 1-1 0 0,1 0 0 0 0,-2 1 1 0 0,1 0-1 0 0,-1 1 0 0 0,0 1 1 0 0,-24-7-1 0 0,-7 1 68 0 0,-1 1-1 0 0,0 3 0 0 0,-1 2 0 0 0,1 2 1 0 0,-76 4-1 0 0,99 1-70 0 0,0 2 0 0 0,0 0-1 0 0,1 2 1 0 0,-1 0 0 0 0,1 2 0 0 0,0 1 0 0 0,1 0 0 0 0,-1 2 0 0 0,2 1 0 0 0,0 0-1 0 0,0 1 1 0 0,-36 29 0 0 0,35-20-14 0 0,2 0 0 0 0,0 2 0 0 0,1 0-1 0 0,1 1 1 0 0,1 0 0 0 0,2 2 0 0 0,0 0 0 0 0,-18 46 0 0 0,26-54-26 0 0,0 1 0 0 0,2 1 0 0 0,0-1 0 0 0,1 1 0 0 0,1 0 0 0 0,1 0 0 0 0,1-1 0 0 0,0 2 0 0 0,3 22 0 0 0,0-33-5 0 0,-1 1-1 0 0,2 0 1 0 0,-1-1-1 0 0,1 1 1 0 0,1-1-1 0 0,0 0 0 0 0,0 0 1 0 0,1 0-1 0 0,0-1 1 0 0,1 1-1 0 0,0-1 1 0 0,1 0-1 0 0,0-1 1 0 0,0 0-1 0 0,0 0 1 0 0,16 12-1 0 0,-4-6 13 0 0,1-2 1 0 0,0 0-1 0 0,1-1 1 0 0,0-1-1 0 0,1-1 0 0 0,40 12 1 0 0,8-3 6 0 0,1-3 1 0 0,1-4 0 0 0,0-2 0 0 0,0-3 0 0 0,98-6-1 0 0,-145-2-10 0 0,1-1-1 0 0,0-1 1 0 0,-1-1-1 0 0,1-2 0 0 0,-2 0 1 0 0,1-2-1 0 0,25-12 1 0 0,-16 4 7 0 0,-1-1-1 0 0,-1-1 1 0 0,-1-2 0 0 0,36-32 0 0 0,-55 44-16 0 0,-1-1 0 0 0,0-1 0 0 0,-1 0 0 0 0,0 0 0 0 0,0-1 0 0 0,-2-1 0 0 0,1 1 0 0 0,-1-1 0 0 0,-1-1 0 0 0,-1 1 0 0 0,0-1 0 0 0,0 0 0 0 0,-2-1 0 0 0,0 1 0 0 0,0-1 0 0 0,2-30 0 0 0,-6 34 0 0 0,0-1 0 0 0,-2 1 0 0 0,1-1 0 0 0,-2 1 0 0 0,1 0 0 0 0,-2 0 0 0 0,1 0 0 0 0,-8-15 0 0 0,1 5 0 0 0,-1 1 0 0 0,-1 0 0 0 0,-18-23 0 0 0,15 25 0 0 0,-1 1 0 0 0,0 0 0 0 0,-1 2 0 0 0,-1 0 0 0 0,-1 1 0 0 0,0 0 0 0 0,-27-13 0 0 0,17 11 0 0 0,-1 3 0 0 0,-1 0 0 0 0,0 2 0 0 0,-50-12 0 0 0,47 17 0 0 0,-1 1 0 0 0,0 2 0 0 0,0 1 0 0 0,0 2 0 0 0,0 1 0 0 0,1 2 0 0 0,-1 2 0 0 0,0 1 0 0 0,1 1 0 0 0,0 2 0 0 0,1 1 0 0 0,0 2 0 0 0,0 1 0 0 0,2 2 0 0 0,-53 32 0 0 0,64-33-4 0 0,1 1 1 0 0,1 1-1 0 0,0 0 1 0 0,1 1-1 0 0,1 1 1 0 0,1 1-1 0 0,0 1 0 0 0,2 0 1 0 0,0 0-1 0 0,1 1 1 0 0,1 1-1 0 0,1 0 0 0 0,1 0 1 0 0,1 1-1 0 0,1 0 1 0 0,1 1-1 0 0,1-1 1 0 0,-3 44-1 0 0,7-50-246 0 0,1 0 0 0 0,1 0 0 0 0,1 0 0 0 0,0 0 0 0 0,1 0 0 0 0,8 25 0 0 0,8 17-4616 0 0,-9-29-92 0 0,2 3-8253 0 0</inkml:trace>
</inkml:ink>
</file>

<file path=ppt/ink/ink2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0T13:21:06.76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195 629 0 0 0,'0'0'10045'0'0,"-1"-3"-8622"0"0,-1 0-739 0 0,-1-3-255 0 0,2-1 4742 0 0,0 13 1684 0 0,1-5-6804 0 0,0 0-1 0 0,0 1 1 0 0,0-1 0 0 0,0 0-1 0 0,0 0 1 0 0,0 0-1 0 0,0 0 1 0 0,0 0-1 0 0,0 0 1 0 0,1 0 0 0 0,-1 0-1 0 0,0 0 1 0 0,1 0-1 0 0,-1 0 1 0 0,1 0-1 0 0,-1 0 1 0 0,2 2-1 0 0,3 4 103 0 0,0-1-1 0 0,1 0 1 0 0,0 0-1 0 0,0 0 0 0 0,0 0 1 0 0,1-1-1 0 0,-1 0 0 0 0,1-1 1 0 0,1 1-1 0 0,-1-1 1 0 0,0-1-1 0 0,14 5 0 0 0,-5-3 0 0 0,-1 0 0 0 0,1-1 0 0 0,0-1-1 0 0,1-1 1 0 0,31 1 0 0 0,-4-2-24 0 0,-26 0-59 0 0,-1 0-1 0 0,0-1 0 0 0,1-1 0 0 0,-1-1 0 0 0,0 0 0 0 0,25-7 0 0 0,-3-4 55 0 0,-1-1 0 0 0,0-2 0 0 0,-1-2 0 0 0,36-23 0 0 0,-54 28-2 0 0,-1 0 1 0 0,20-20-1 0 0,-32 27-71 0 0,-1 0 0 0 0,0 1-1 0 0,0-2 1 0 0,0 1 0 0 0,0-1 0 0 0,-1 1-1 0 0,0-1 1 0 0,-1 0 0 0 0,1-1-1 0 0,-1 1 1 0 0,-1 0 0 0 0,0-1 0 0 0,0 0-1 0 0,0 0 1 0 0,-1 1 0 0 0,0-1 0 0 0,0 0-1 0 0,-1 0 1 0 0,0 0 0 0 0,0 0 0 0 0,-1 0-1 0 0,0 0 1 0 0,-1 0 0 0 0,0 1 0 0 0,0-1-1 0 0,-6-14 1 0 0,4 13-12 0 0,0-1 1 0 0,-1 1-1 0 0,0 0 1 0 0,-12-17-1 0 0,1 7-19 0 0,2 1 22 0 0,0 1 0 0 0,-22-19-1 0 0,-53-43 15 0 0,72 65-61 0 0,-1 1-1 0 0,0 1 0 0 0,-1 1 1 0 0,0 1-1 0 0,-1 0 1 0 0,0 2-1 0 0,-1 0 1 0 0,1 1-1 0 0,-2 1 1 0 0,1 1-1 0 0,-39-4 0 0 0,42 8 3 0 0,1 0 0 0 0,0 2 0 0 0,0 0 0 0 0,0 1 0 0 0,0 0 0 0 0,0 2 0 0 0,1 0 0 0 0,-1 1 0 0 0,1 0 0 0 0,0 1 0 0 0,0 1 0 0 0,1 1 0 0 0,0 0 0 0 0,0 1 0 0 0,1 0 0 0 0,0 1 0 0 0,1 1 0 0 0,0 0 0 0 0,-12 15 0 0 0,8-8 13 0 0,2 1-1 0 0,0 1 1 0 0,1 0-1 0 0,1 1 0 0 0,0 1 1 0 0,2 0-1 0 0,1 0 0 0 0,0 1 1 0 0,2 1-1 0 0,-6 27 0 0 0,11-35-7 0 0,1 0 0 0 0,1 0 0 0 0,1 0-1 0 0,0 0 1 0 0,1 0 0 0 0,4 24 0 0 0,-2-30 2 0 0,0 0 0 0 0,1-1 1 0 0,0 1-1 0 0,1-1 0 0 0,0 0 0 0 0,0 0 1 0 0,1-1-1 0 0,0 1 0 0 0,0-1 0 0 0,1-1 1 0 0,13 13-1 0 0,-4-7 18 0 0,0-1 1 0 0,0 0-1 0 0,1-1 1 0 0,37 18-1 0 0,-35-21-14 0 0,0-1 0 0 0,1-1 0 0 0,0 0 0 0 0,33 4 0 0 0,84 1 48 0 0,-135-11-57 0 0,8 0-7 0 0,0 0-1 0 0,-1-1 1 0 0,1 0-1 0 0,-1-1 0 0 0,1 0 1 0 0,-1-1-1 0 0,0 0 0 0 0,0 0 1 0 0,0-1-1 0 0,0 0 0 0 0,10-7 1 0 0,10-8-595 0 0,48-40 0 0 0,-38 27-685 0 0,-4 2-1611 0 0,-13 9-3369 0 0,0 4-6437 0 0</inkml:trace>
</inkml:ink>
</file>

<file path=ppt/ink/ink2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0T13:21:09.43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1146 293 0 0 0,'0'0'15014'0'0,"-1"-5"-13773"0"0,-1-15-215 0 0,1 15-167 0 0,-6-17 4765 0 0,7 17-5347 0 0,-1 1 0 0 0,0 0 0 0 0,0-1 1 0 0,-1 1-1 0 0,1 0 0 0 0,-1 0 0 0 0,0 0 0 0 0,0 0 0 0 0,0 0 1 0 0,-6-7-1 0 0,-6-12 165 0 0,-15-21-70 0 0,24 37-335 0 0,0 1-1 0 0,0 0 1 0 0,-1 1-1 0 0,0-1 1 0 0,0 1-1 0 0,0 1 0 0 0,-10-7 1 0 0,-51-24 178 0 0,56 30-203 0 0,0 1 1 0 0,-1 0-1 0 0,1 1 1 0 0,-1 0-1 0 0,0 1 0 0 0,-23-1 1 0 0,-70 6 65 0 0,77 1-31 0 0,0 1-1 0 0,0 1 0 0 0,1 2 0 0 0,-32 13 0 0 0,37-13-27 0 0,10-4-15 0 0,1 1 0 0 0,0 1 0 0 0,0 0-1 0 0,1 1 1 0 0,0 0 0 0 0,0 1 0 0 0,0 0 0 0 0,1 0 0 0 0,-11 13 0 0 0,6-4 20 0 0,0 0 0 0 0,2 1 0 0 0,0 0 0 0 0,-13 28-1 0 0,15-22 7 0 0,1 0-1 0 0,1 1 0 0 0,1 0 0 0 0,1 0 0 0 0,1 0 0 0 0,1 1 0 0 0,2 0 0 0 0,0 0 0 0 0,5 48 0 0 0,-2-60-24 0 0,1 0-1 0 0,0-1 0 0 0,2 0 1 0 0,-1 0-1 0 0,2 1 1 0 0,-1-2-1 0 0,2 1 0 0 0,12 22 1 0 0,-7-19 20 0 0,1 1 0 0 0,0-1 0 0 0,1-1 0 0 0,1 0 0 0 0,21 17 0 0 0,-22-20 8 0 0,1 0 1 0 0,1-2 0 0 0,0 0 0 0 0,0 0-1 0 0,1-1 1 0 0,0-1 0 0 0,0-1 0 0 0,1-1 0 0 0,0 0-1 0 0,1-1 1 0 0,-1 0 0 0 0,1-2 0 0 0,0 0 0 0 0,29 1-1 0 0,-34-4 0 0 0,0-1 1 0 0,0 0-1 0 0,0-1 0 0 0,0 0 0 0 0,0-1 0 0 0,0 0 0 0 0,0-1 0 0 0,-1-1 0 0 0,0 0 1 0 0,0-1-1 0 0,16-9 0 0 0,-2-1 20 0 0,-1-1 0 0 0,-1-2 0 0 0,24-23 0 0 0,61-71 47 0 0,-98 100-58 0 0,-2 0-1 0 0,0-1 1 0 0,8-15 0 0 0,4-6 56 0 0,-14 22-47 0 0,-1 0 0 0 0,0 0 0 0 0,-1-1 0 0 0,-1 1 0 0 0,5-23 0 0 0,-2-2 55 0 0,3-56 1 0 0,-9 78-88 0 0,-1 0-1 0 0,0 0 1 0 0,-2 0-1 0 0,0 0 0 0 0,0 1 1 0 0,-8-23-1 0 0,7 27-7 0 0,-2 1-1 0 0,1 0 0 0 0,-1 0 1 0 0,-1 1-1 0 0,1 0 1 0 0,-2 0-1 0 0,1 0 0 0 0,-1 1 1 0 0,-1-1-1 0 0,-14-11 1 0 0,11 11-6 0 0,-1 1 0 0 0,0 0 0 0 0,-1 1 1 0 0,0 0-1 0 0,0 1 0 0 0,0 1 0 0 0,-19-6 1 0 0,-7 3 25 0 0,-1 1 1 0 0,1 1-1 0 0,-1 3 0 0 0,-80 3 1 0 0,81 2 17 0 0,0 2 0 0 0,0 2 0 0 0,1 1 0 0 0,0 2 0 0 0,-53 20 0 0 0,59-15-39 0 0,1 1-1 0 0,0 1 0 0 0,1 2 0 0 0,1 1 0 0 0,1 1 0 0 0,0 2 1 0 0,-41 41-1 0 0,48-40-49 0 0,0 1 0 0 0,1 0 1 0 0,1 2-1 0 0,2 0 0 0 0,0 1 1 0 0,2 1-1 0 0,1 0 0 0 0,-17 52 0 0 0,27-65-139 0 0,0 0-1 0 0,2 0 1 0 0,0 0-1 0 0,1 0 1 0 0,0 20-1 0 0,7 36-5827 0 0,-5-47-6091 0 0</inkml:trace>
</inkml:ink>
</file>

<file path=ppt/ink/ink2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0T13:21:11.02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1204 576 1312 0 0,'0'0'15505'0'0,"1"-8"-14741"0"0,0-9-606 0 0,1-5 3009 0 0,0-35 0 0 0,-3 51-2879 0 0,1-1-1 0 0,-1 1 0 0 0,0 0 1 0 0,0 0-1 0 0,0 0 1 0 0,-1 0-1 0 0,0 0 0 0 0,0 0 1 0 0,-1 1-1 0 0,0-1 0 0 0,-5-7 1 0 0,-73-102 987 0 0,71 103-1220 0 0,-2 1 0 0 0,1 1-1 0 0,-2 0 1 0 0,1 0 0 0 0,-1 1 0 0 0,-17-9 0 0 0,-4 0 12 0 0,-50-18 1 0 0,46 22-35 0 0,0 2-1 0 0,0 1 1 0 0,-1 3 0 0 0,-1 1 0 0 0,0 1 0 0 0,-74 1 0 0 0,85 6-3 0 0,0 1-1 0 0,1 1 1 0 0,-1 2 0 0 0,1 1 0 0 0,0 1-1 0 0,1 1 1 0 0,-1 2 0 0 0,2 0 0 0 0,-1 2-1 0 0,-32 20 1 0 0,46-23-8 0 0,0 0 0 0 0,1 1-1 0 0,0 1 1 0 0,1 0 0 0 0,0 1 0 0 0,1 0 0 0 0,0 0-1 0 0,1 1 1 0 0,-12 20 0 0 0,8-7 59 0 0,1 1 0 0 0,1-1 0 0 0,1 2 0 0 0,-8 36 0 0 0,14-45-67 0 0,0 0-1 0 0,2 0 1 0 0,0 1 0 0 0,1-1-1 0 0,1 0 1 0 0,1 1 0 0 0,0-1 0 0 0,2 0-1 0 0,0 0 1 0 0,1 0 0 0 0,1 0 0 0 0,1-1-1 0 0,0 0 1 0 0,2 0 0 0 0,0 0-1 0 0,14 22 1 0 0,-2-7-8 0 0,-12-17 5 0 0,1-1-1 0 0,22 27 1 0 0,12 6 7 0 0,2-1 1 0 0,87 69 0 0 0,-115-104-4 0 0,0-1 1 0 0,1-1-1 0 0,0 0 1 0 0,0-1-1 0 0,1-1 1 0 0,25 8-1 0 0,-31-13 15 0 0,0 0 0 0 0,0-1 0 0 0,0-1 0 0 0,0 0 0 0 0,0 0 0 0 0,0-1 0 0 0,1-1 0 0 0,-1-1 0 0 0,0 0 0 0 0,25-7 0 0 0,0-4 12 0 0,0-1 0 0 0,-1-3-1 0 0,0-1 1 0 0,50-33 0 0 0,-16 2-10 0 0,68-62 1 0 0,-52 20 36 0 0,-66 68-58 0 0,-9 7 12 0 0,-1 1 0 0 0,-1-1 0 0 0,0-1 0 0 0,-2 0 0 0 0,0 0 0 0 0,0-1 0 0 0,5-23-1 0 0,-8 25-8 0 0,0-2 2 0 0,-1-1-1 0 0,-1-1 1 0 0,-1 1-1 0 0,0 0 1 0 0,-2-1-1 0 0,0 1 1 0 0,-5-30-1 0 0,2 30 3 0 0,-1 1 1 0 0,-13-34-1 0 0,6 18-2 0 0,6 20-3 0 0,-1 0-1 0 0,-1 1 1 0 0,0 0 0 0 0,-1 0-1 0 0,-1 0 1 0 0,0 1 0 0 0,0 0-1 0 0,-1 1 1 0 0,-1 0 0 0 0,1 0-1 0 0,-2 1 1 0 0,0 1 0 0 0,-22-14-1 0 0,-7-2 19 0 0,-1 2 1 0 0,-89-34-1 0 0,96 43-25 0 0,0 2 1 0 0,-1 2-1 0 0,-67-12 1 0 0,89 20-5 0 0,0 1 0 0 0,1 1 0 0 0,-1 0 0 0 0,0 1 0 0 0,0 0 0 0 0,1 1 0 0 0,-1 1 0 0 0,1 0 0 0 0,0 0 0 0 0,0 2 0 0 0,0 0 0 0 0,0 0 0 0 0,-20 13 0 0 0,-5 7-1 0 0,1 2 0 0 0,1 2 0 0 0,1 2-1 0 0,-44 50 1 0 0,38-32-2 0 0,2 1 0 0 0,-55 93-1 0 0,86-128-17 0 0,1 1 0 0 0,0-1-1 0 0,1 1 1 0 0,0 0-1 0 0,2 0 1 0 0,-1 1 0 0 0,2 0-1 0 0,-2 29 1 0 0,4-33-219 0 0,1 0-1 0 0,1-1 1 0 0,0 1-1 0 0,1 0 1 0 0,0-1-1 0 0,1 1 1 0 0,0-1-1 0 0,1 0 1 0 0,1 0 0 0 0,-1 0-1 0 0,2 0 1 0 0,8 13-1 0 0,18 21-4338 0 0,-17-23-2635 0 0,0-4-5784 0 0</inkml:trace>
</inkml:ink>
</file>

<file path=ppt/ink/ink2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0T13:21:12.80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32 1 14475 0 0,'0'0'11689'0'0,"-8"0"-11422"0"0,9 0-223 0 0,-1 19 1196 0 0,-18 290 699 0 0,17-247-1917 0 0,2-38 309 0 0,-1-20 283 0 0,0-10 440 0 0,1-8-1348 0 0,-1-20 96 0 0,0 32-155 0 0,0 1-1 0 0,0-1 0 0 0,0 1 0 0 0,0-1 1 0 0,0 1-1 0 0,-1-1 0 0 0,1 1 1 0 0,0-1-1 0 0,-1 1 0 0 0,1 0 1 0 0,-1-1-1 0 0,0 1 0 0 0,1 0 1 0 0,-1-1-1 0 0,-2-1 0 0 0</inkml:trace>
</inkml:ink>
</file>

<file path=ppt/ink/ink2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0T13:21:14.03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20 1480 0 0,'0'0'17836'0'0,"3"28"-14146"0"0,-2-25-1016 0 0,3-8-1367 0 0,6-16-1100 0 0,1-3-210 0 0,-14 32 75 0 0,1-3-29 0 0,0 1 1 0 0,0-1 0 0 0,-1 0-1 0 0,1 1 1 0 0,-5 5 0 0 0,2-4 1427 0 0,9-22-675 0 0,-4 14-829 0 0,0 0 0 0 0,0 1 0 0 0,0-1 0 0 0,0 0 0 0 0,1 0 1 0 0,-1 0-1 0 0,0 0 0 0 0,1 0 0 0 0,-1 1 0 0 0,0-1 0 0 0,1 0 1 0 0,-1 0-1 0 0,1 1 0 0 0,-1-1 0 0 0,2-1 0 0 0,-7 7-4052 0 0</inkml:trace>
</inkml:ink>
</file>

<file path=ppt/ink/ink2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0T13:21:16.30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15 173 3985 0 0,'0'0'19009'0'0,"-2"-2"-18562"0"0,1 2-312 0 0,0-1-76 0 0,0 1 0 0 0,1 0 0 0 0,-1-1 0 0 0,0 1 0 0 0,1-1 0 0 0,-1 1 0 0 0,0-1 0 0 0,1 1 0 0 0,-1-1 0 0 0,1 1 0 0 0,-1-1 0 0 0,1 0 0 0 0,-1 1 0 0 0,1-1 0 0 0,-1 0 0 0 0,1 1 1 0 0,-1-2-1 0 0,1 1 283 0 0,14-24 2220 0 0,11-18-1197 0 0,-16 34-1202 0 0,0 0 0 0 0,18-13 1 0 0,7-7 3 0 0,-30 26-166 0 0,0 1 0 0 0,-1 0 0 0 0,1-1 0 0 0,0 1 0 0 0,0 1 0 0 0,1-1 0 0 0,-1 0 0 0 0,0 1 0 0 0,1 0 0 0 0,-1 0 0 0 0,7 0 0 0 0,-8 4 4 0 0,0 1 0 0 0,0 0 0 0 0,0 0 1 0 0,-1 0-1 0 0,0 1 0 0 0,4 7 0 0 0,-4-6 0 0 0,-1 0 0 0 0,1 1-1 0 0,-1-1 1 0 0,0 0 0 0 0,0 1 0 0 0,-1-1-1 0 0,0 1 1 0 0,0 0 0 0 0,-1-1 0 0 0,1 1 0 0 0,-1-1-1 0 0,-1 0 1 0 0,1 1 0 0 0,-1-1 0 0 0,-1 0 0 0 0,-3 9-1 0 0,-10 18 71 0 0,8-16-9 0 0,-1 0-1 0 0,-11 17 0 0 0,5-15-10 0 0,5-5-10 0 0,1 0-1 0 0,0 0 1 0 0,-9 18-1 0 0,13-23-35 0 0,4-9-8 0 0,1 1 0 0 0,-1-1 1 0 0,1 1-1 0 0,0-1 0 0 0,-1 1 0 0 0,1 0 1 0 0,-1-1-1 0 0,1 1 0 0 0,0 0 0 0 0,0-1 1 0 0,-1 1-1 0 0,1 0 0 0 0,0-1 0 0 0,0 1 0 0 0,0 0 1 0 0,0-1-1 0 0,0 2 0 0 0,0-1 11 0 0,0-1 8 0 0,0 2-3 0 0,0-1 31 0 0,21-4 401 0 0,45-15 315 0 0,-20 3-568 0 0,-15 1-3870 0 0,-22 8-1642 0 0</inkml:trace>
</inkml:ink>
</file>

<file path=ppt/ink/ink2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0T13:21:16.78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31 1 13755 0 0,'0'0'12427'0'0,"-5"6"-12322"0"0,-18 29 143 0 0,20-28 665 0 0,4-5 309 0 0,1-6-450 0 0,4-6-500 0 0,0 0 0 0 0,13-16-1 0 0,-19 28-276 0 0,0-1 0 0 0,0 1-1 0 0,-1-1 1 0 0,1 1 0 0 0,-1-1 0 0 0,1 0 0 0 0,-1 1-1 0 0,0-1 1 0 0,1 1 0 0 0,-1-1 0 0 0,0 0 0 0 0,0 0-1 0 0,0 1 1 0 0,0-1 0 0 0,0 0 0 0 0,0 0-1 0 0,0 0 1 0 0,0 0 0 0 0,0 0 0 0 0,-1 0 0 0 0,1 0-1 0 0,-3 1 1 0 0,4-11-4876 0 0</inkml:trace>
</inkml:ink>
</file>

<file path=ppt/ink/ink2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0T13:21:18.42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90 94 5897 0 0,'0'0'20595'0'0,"-3"-2"-20200"0"0,3 2-359 0 0,-1-1-1 0 0,1 1 1 0 0,0 0 0 0 0,-1 0-1 0 0,1 0 1 0 0,0-1-1 0 0,-1 1 1 0 0,1 0 0 0 0,0 0-1 0 0,-1-1 1 0 0,1 1-1 0 0,0 0 1 0 0,-1-1 0 0 0,1 1-1 0 0,0 0 1 0 0,0-1 0 0 0,0 1-1 0 0,-1-1 1 0 0,1 1-1 0 0,0 0 1 0 0,0-1 0 0 0,0 1-1 0 0,0-1 1 0 0,0 1 0 0 0,0-1-1 0 0,0 1 1 0 0,0-1-1 0 0,18-10 616 0 0,3 1-442 0 0,4-1-19 0 0,0 0 0 0 0,45-11 0 0 0,-43 15-154 0 0,-16 5-28 0 0,0-1 0 0 0,0 1 0 0 0,19 0 0 0 0,-29 2-10 0 0,0 0 1 0 0,0 1-1 0 0,-1-1 0 0 0,1 1 0 0 0,0-1 0 0 0,-1 1 0 0 0,1-1 0 0 0,-1 1 1 0 0,1 0-1 0 0,0-1 0 0 0,-1 1 0 0 0,1 0 0 0 0,-1-1 0 0 0,0 1 0 0 0,1 0 1 0 0,-1 0-1 0 0,0-1 0 0 0,1 1 0 0 0,-1 0 0 0 0,0 0 0 0 0,0 0 0 0 0,0-1 1 0 0,1 1-1 0 0,-1 0 0 0 0,0 0 0 0 0,0 0 0 0 0,-1 1 0 0 0,1 27 68 0 0,-1-25-52 0 0,-1 0 0 0 0,1 0 0 0 0,-1 0 1 0 0,0 0-1 0 0,0-1 0 0 0,0 1 0 0 0,-4 5 1 0 0,-11 21 89 0 0,14-24-75 0 0,-1 0 0 0 0,1 0 0 0 0,-1 0 0 0 0,0-1-1 0 0,-1 1 1 0 0,1-1 0 0 0,-1 0 0 0 0,-6 5 0 0 0,-10 11 166 0 0,16-16-136 0 0,3-4-49 0 0,1-1 0 0 0,0 1 0 0 0,0 0 0 0 0,0 0 1 0 0,1 0-1 0 0,-1 0 0 0 0,0 0 0 0 0,0 0 0 0 0,0 0 0 0 0,1 0 0 0 0,-1 0 1 0 0,-1 2-1 0 0,35-3-73 0 0,-29 0 62 0 0,-1 0 0 0 0,1 0 0 0 0,-1 0 0 0 0,1 1 0 0 0,-1-1-1 0 0,1 1 1 0 0,-1 0 0 0 0,1 0 0 0 0,-1 0 0 0 0,1 1 0 0 0,-1-1 0 0 0,0 1 0 0 0,0 0 0 0 0,0 0 0 0 0,0 0-1 0 0,0 0 1 0 0,0 0 0 0 0,-1 0 0 0 0,1 1 0 0 0,-1 0 0 0 0,1-1 0 0 0,-1 1 0 0 0,0 0 0 0 0,0 0-1 0 0,0 0 1 0 0,-1 0 0 0 0,1 1 0 0 0,-1-1 0 0 0,1 0 0 0 0,-1 1 0 0 0,0-1 0 0 0,0 1 0 0 0,-1-1 0 0 0,1 5-1 0 0,-1 6 7 0 0,1-10 9 0 0,-1-1 0 0 0,1 0 0 0 0,-1 1 0 0 0,0-1 0 0 0,0 1 0 0 0,-1-1 0 0 0,1 0 0 0 0,-1 1 0 0 0,0-1 0 0 0,0 0 0 0 0,0 0 0 0 0,0 1 0 0 0,0-1 0 0 0,-1 0 0 0 0,1 0 0 0 0,-1 0 0 0 0,0 0 0 0 0,0-1 0 0 0,0 1 0 0 0,-4 4 0 0 0,-1-2 60 0 0,-1 0 0 0 0,1 0 0 0 0,0-1-1 0 0,-1 0 1 0 0,0 0 0 0 0,0-1 0 0 0,0 0 0 0 0,-1 0-1 0 0,1-1 1 0 0,-1 0 0 0 0,1-1 0 0 0,-1 0 0 0 0,0 0-1 0 0,0-1 1 0 0,-12 0 0 0 0,-3-2 152 0 0,1-1 0 0 0,-1-1-1 0 0,1 0 1 0 0,-33-12 0 0 0,48 14-222 0 0,6 1-7 0 0,0 1 1 0 0,1 0-1 0 0,-1-1 0 0 0,0 0 0 0 0,0 1 0 0 0,1-1 1 0 0,-1 0-1 0 0,0 0 0 0 0,1 0 0 0 0,-2-1 0 0 0,2 1-149 0 0,12 2-738 0 0,0 0 1 0 0,0 1-1 0 0,11 2 0 0 0,6 2-3132 0 0,1-3-7154 0 0</inkml:trace>
</inkml:ink>
</file>

<file path=ppt/ink/ink2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0T13:21:19.09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46 0 9378 0 0,'0'0'16733'0'0,"-5"4"-16677"0"0,-19 13 8 0 0,23-16-31 0 0,-1 0 1 0 0,1 0-1 0 0,0 0 1 0 0,-1 1 0 0 0,1-1-1 0 0,0 0 1 0 0,0 0-1 0 0,0 1 1 0 0,0-1-1 0 0,0 0 1 0 0,0 1-1 0 0,1-1 1 0 0,-1 1-1 0 0,-1 3 1 0 0,2-5 523 0 0,18-16 338 0 0,-16 14-850 0 0,0 0-1 0 0,-1 0 1 0 0,1 0-1 0 0,1 0 1 0 0,-1 0-1 0 0,0 1 1 0 0,0-1-1 0 0,3-1 1 0 0,6-4 2129 0 0,-11 9-2117 0 0,1-1 0 0 0,-1 0 0 0 0,0 1-1 0 0,0-1 1 0 0,0 1 0 0 0,0-1 0 0 0,0 1 0 0 0,0-1 0 0 0,0 1-1 0 0,0-1 1 0 0,-1 1 0 0 0,1-1 0 0 0,-1 1 0 0 0,1-1-1 0 0,-1 0 1 0 0,-1 3 0 0 0,-1 7 399 0 0,3-6-128 0 0</inkml:trace>
</inkml:ink>
</file>

<file path=ppt/ink/ink2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0T13:22:04.24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54 0 10434 0 0,'0'0'16001'0'0,"1"3"-15722"0"0,-1 0 0 0 0,0 0 0 0 0,0 0-1 0 0,0 0 1 0 0,0 0 0 0 0,0 0 0 0 0,-1-1 0 0 0,0 5 0 0 0,-14 19 414 0 0,12-21-600 0 0,1 0 0 0 0,0 0-1 0 0,-1-1 1 0 0,0 1 0 0 0,-4 3-1 0 0,5-5-57 0 0,0-1-1 0 0,1 0 0 0 0,-1 1 0 0 0,0 0 0 0 0,1-1 0 0 0,0 1 1 0 0,0 0-1 0 0,0 0 0 0 0,0-1 0 0 0,0 1 0 0 0,0 0 0 0 0,1 0 0 0 0,-1 0 1 0 0,1 5-1 0 0,0-7-18 0 0,0 1 1 0 0,0-1-1 0 0,0 1 1 0 0,0 0-1 0 0,0-1 0 0 0,1 1 1 0 0,-1-1-1 0 0,1 1 1 0 0,-1-1-1 0 0,1 1 1 0 0,-1-1-1 0 0,1 0 1 0 0,0 1-1 0 0,0-1 1 0 0,0 0-1 0 0,0 1 1 0 0,0-1-1 0 0,0 0 0 0 0,0 0 1 0 0,0 0-1 0 0,0 0 1 0 0,0 0-1 0 0,1 0 1 0 0,-1 0-1 0 0,0 0 1 0 0,1 0-1 0 0,-1-1 1 0 0,2 1-1 0 0,7 2 73 0 0,1-1 0 0 0,-1 0 0 0 0,0 0 0 0 0,1-1 0 0 0,-1-1 1 0 0,1 0-1 0 0,14-2 0 0 0,77-16 160 0 0,-42 6-232 0 0,-21 5-55 0 0,42-13 0 0 0,-80 19-18 0 0,0 1 0 0 0,1-1 1 0 0,-1 1-1 0 0,0-1 0 0 0,1 1 0 0 0,-1-1 0 0 0,0 0 1 0 0,0 0-1 0 0,0 0 0 0 0,0 0 0 0 0,0 1 1 0 0,0-1-1 0 0,0-1 0 0 0,0 1 0 0 0,1-1 0 0 0,-2 2-190 0 0,0-1 0 0 0,1 0 0 0 0,-1 1 0 0 0,0-1 0 0 0,0 0 0 0 0,0 1 0 0 0,0-1-1 0 0,1 0 1 0 0,-1 1 0 0 0,0-1 0 0 0,0 0 0 0 0,0 1 0 0 0,0-1 0 0 0,-1 0-1 0 0,1 1 1 0 0,0-1 0 0 0,0 0 0 0 0,0 1 0 0 0,0-1 0 0 0,-1 0 0 0 0,1 1 0 0 0,0-1-1 0 0,-1 1 1 0 0,1-1 0 0 0,0 1 0 0 0,-1-1 0 0 0,1 1 0 0 0,-1-1 0 0 0,0 0-1 0 0</inkml:trace>
</inkml:ink>
</file>

<file path=ppt/ink/ink2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0T13:22:04.54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128 1 16604 0 0,'0'0'11477'0'0,"-5"22"-11240"0"0,-13 73-44 0 0,13-63 1 0 0,1 0-1 0 0,2 50 1 0 0,1-25-25 0 0,-36 240 1135 0 0,35-288-1252 0 0,-9 41 168 0 0,7-36-181 0 0,1 2 0 0 0,0-1 0 0 0,-1 26 0 0 0,4-39-41 0 0,0-1 0 0 0,0 1 0 0 0,0-1 0 0 0,0 1 0 0 0,-1-1 0 0 0,1 1 0 0 0,0 0 0 0 0,-1-1 0 0 0,0 1 0 0 0,1-1-1 0 0,-2 2 1 0 0,2-3-4 0 0,0 1 0 0 0,0-1 0 0 0,0 0 0 0 0,-1 1 0 0 0,1-1 0 0 0,0 0 0 0 0,-1 0 0 0 0,1 1 0 0 0,0-1 0 0 0,-1 0 0 0 0,1 0 0 0 0,0 1 0 0 0,-1-1 1 0 0,1 0-1 0 0,0 0 0 0 0,-1 0 0 0 0,1 0 0 0 0,-1 1 0 0 0,1-1 0 0 0,0 0 0 0 0,-1 0 0 0 0,1 0 0 0 0,-1 0 0 0 0,1 0 0 0 0,0 0 0 0 0,-1 0 0 0 0,0-1-222 0 0,0 1 1 0 0,0-1 0 0 0,0 1-1 0 0,0-1 1 0 0,0 0 0 0 0,0 1 0 0 0,1-1-1 0 0,-1 0 1 0 0,0 0 0 0 0,0 0-1 0 0,1 1 1 0 0,-1-1 0 0 0,1 0 0 0 0,-1 0-1 0 0,1 0 1 0 0,-1 0 0 0 0,1 0-1 0 0,-1 0 1 0 0,1 0 0 0 0,0 0 0 0 0,0 0-1 0 0,-1 0 1 0 0,1 0 0 0 0,0-1-1 0 0,0 1 1 0 0,0 0 0 0 0,0-2 0 0 0,0-4-6488 0 0</inkml:trace>
</inkml:ink>
</file>

<file path=ppt/ink/ink2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0T13:22:04.97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20 22621 0 0,'0'0'7919'0'0,"3"3"-7900"0"0,39 30 238 0 0,-41-33 219 0 0,21-25 343 0 0,-12-1-467 0 0,-10 26-355 0 0,0 0 1 0 0,0 0-1 0 0,0 0 0 0 0,0 0 1 0 0,-1 0-1 0 0,1 0 1 0 0,0 0-1 0 0,0-1 0 0 0,0 1 1 0 0,0 0-1 0 0,0 0 0 0 0,0 0 1 0 0,0 0-1 0 0,-1 0 1 0 0,1 0-1 0 0,0 0 0 0 0,0 0 1 0 0,0 0-1 0 0,0 0 0 0 0,0 0 1 0 0,0 0-1 0 0,0 0 1 0 0,0 0-1 0 0,0-1 0 0 0,-1 1 1 0 0,1 0-1 0 0,0 0 0 0 0,0 0 1 0 0,0 0-1 0 0,0 0 1 0 0,0 0-1 0 0,0 0 0 0 0,0-1 1 0 0,0 1-1 0 0,0 0 0 0 0,0 0 1 0 0,0 0-1 0 0,0 0 1 0 0,0 0-1 0 0,0 0 0 0 0,0-1 1 0 0,0 1-1 0 0,0 0 0 0 0,0 0 1 0 0,0 0-1 0 0,0 0 1 0 0,0 0-1 0 0,0 0 0 0 0,0 0 1 0 0,0-1-1 0 0,0 1 0 0 0,1 0 1 0 0,-13 9-2716 0 0,8-6-204 0 0</inkml:trace>
</inkml:ink>
</file>

<file path=ppt/ink/ink2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0T13:23:46.59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1 487 4817 0 0,'0'0'15411'0'0,"8"2"-14548"0"0,27 7-56 0 0,-34-9-702 0 0,1 0-1 0 0,0 0 1 0 0,0 0-1 0 0,0 0 1 0 0,0 0-1 0 0,0 0 1 0 0,-1 0-1 0 0,1-1 1 0 0,0 1-1 0 0,0-1 1 0 0,0 1-1 0 0,-1-1 1 0 0,1 0 0 0 0,0 0-1 0 0,-1 0 1 0 0,1 0-1 0 0,1-1 1 0 0,1-1 109 0 0,4-2 98 0 0,-1 0-1 0 0,0 0 1 0 0,-1-1-1 0 0,1 0 0 0 0,-1 0 1 0 0,7-11-1 0 0,-6 10-95 0 0,9-15 194 0 0,0 0 1 0 0,19-38 0 0 0,-19 33-263 0 0,6-15 92 0 0,32-88 0 0 0,-17 35-161 0 0,-27 65 27 0 0,-9 29 158 0 0,-2 18-581 0 0,-24 90 384 0 0,11-56-3 0 0,-18 58-20 0 0,0-3-25 0 0,20-71-11 0 0,1 2-1 0 0,-7 42 0 0 0,16-61 116 0 0,2-18 171 0 0,2-9-111 0 0,5-29-164 0 0,14-37 0 0 0,-4 16-105 0 0,12-36 0 0 0,-28 97-708 0 0,-1 0 772 0 0,0 0 0 0 0,0 1-1 0 0,1-1 1 0 0,-1 0 0 0 0,1 0 0 0 0,-1 0 0 0 0,1 0 0 0 0,0 0-1 0 0,0 0 1 0 0,0 0 0 0 0,0-1 0 0 0,0 1 0 0 0,0 0 0 0 0,1 0-1 0 0,-1-1 1 0 0,0 1 0 0 0,1-1 0 0 0,2 3 0 0 0,-2-3 30 0 0,0-1 0 0 0,0 1 1 0 0,0-1-1 0 0,0 1 0 0 0,1-1 0 0 0,-1 0 1 0 0,0 0-1 0 0,0 0 0 0 0,1 0 1 0 0,-1 0-1 0 0,0 0 0 0 0,0-1 1 0 0,0 1-1 0 0,0-1 0 0 0,1 1 1 0 0,-1-1-1 0 0,2-1 0 0 0,2-1 26 0 0,1-1 0 0 0,-1 0 0 0 0,10-9 0 0 0,4-3-15 0 0,11-10-8 0 0,-25 21-13 0 0,-1 0 0 0 0,1 0 0 0 0,0 1 0 0 0,0 0 0 0 0,0 0 0 0 0,10-5 0 0 0,-14 8-2 0 0,0 1 0 0 0,0-1 1 0 0,0 1-1 0 0,0-1 0 0 0,0 1 0 0 0,0-1 0 0 0,0 1 0 0 0,0 0 1 0 0,0 0-1 0 0,0 0 0 0 0,0 0 0 0 0,0 1 0 0 0,0-1 1 0 0,0 0-1 0 0,0 1 0 0 0,0-1 0 0 0,-1 1 0 0 0,1 0 0 0 0,0 0 1 0 0,0-1-1 0 0,0 1 0 0 0,-1 1 0 0 0,1-1 0 0 0,0 0 1 0 0,-1 0-1 0 0,1 0 0 0 0,-1 1 0 0 0,2 2 0 0 0,3 2 12 0 0,-1 2 1 0 0,-1-1-1 0 0,0 1 0 0 0,0-1 0 0 0,4 11 1 0 0,-6-12 3 0 0,1 1-21 0 0,5 7 9 0 0,-6-13 4 0 0,0 0 0 0 0,-1 0-1 0 0,1-1 1 0 0,0 1 0 0 0,-1 0 0 0 0,1-1-1 0 0,0 0 1 0 0,0 1 0 0 0,0-1 0 0 0,0 0-1 0 0,-1 0 1 0 0,5 0 0 0 0,-3 0 19 0 0,1 0 0 0 0,-1 0 0 0 0,1-1 0 0 0,-1 1 0 0 0,0-1 0 0 0,1 0 0 0 0,-1 0 0 0 0,0 0 0 0 0,1 0 0 0 0,-1-1 0 0 0,0 1 0 0 0,0-1 0 0 0,0 0 0 0 0,0 0 0 0 0,-1 0 0 0 0,1 0 0 0 0,3-4 0 0 0,-5 6-23 0 0,6-6 27 0 0,40-32 22 0 0,-42 34-39 0 0,-1-1 1 0 0,1 0-1 0 0,-1 1 0 0 0,0-2 1 0 0,0 1-1 0 0,5-11 0 0 0,-10 24-55 0 0,1 0 0 0 0,-1 1 0 0 0,1-1 0 0 0,2 14 0 0 0,-1 7 41 0 0,-1-27 5 0 0,0-1 0 0 0,0 0-1 0 0,1 0 1 0 0,-1 1 0 0 0,0-1 0 0 0,0 0-1 0 0,1 0 1 0 0,-1 0 0 0 0,1 0 0 0 0,-1 1-1 0 0,1-1 1 0 0,0 0 0 0 0,-1 0 0 0 0,1 0-1 0 0,0 0 1 0 0,0 0 0 0 0,0 0 0 0 0,-1-1-1 0 0,1 1 1 0 0,0 0 0 0 0,0 0 0 0 0,0 0 0 0 0,1-1-1 0 0,-1 1 1 0 0,0-1 0 0 0,0 1 0 0 0,0-1-1 0 0,0 1 1 0 0,0-1 0 0 0,2 1 0 0 0,-1-1 12 0 0,0 0 0 0 0,0 1 1 0 0,0-1-1 0 0,0 0 1 0 0,0 0-1 0 0,0 0 1 0 0,0 0-1 0 0,-1-1 0 0 0,1 1 1 0 0,0 0-1 0 0,0-1 1 0 0,0 0-1 0 0,0 1 1 0 0,-1-1-1 0 0,1 0 0 0 0,0 0 1 0 0,0 0-1 0 0,-1 0 1 0 0,1 0-1 0 0,1-1 0 0 0,5-6 59 0 0,-5 5-51 0 0,0 1 0 0 0,0-1 0 0 0,-1 1 0 0 0,1-1 0 0 0,-1 0 1 0 0,0 0-1 0 0,0 0 0 0 0,2-5 0 0 0,9-13 68 0 0,-11 18-78 0 0,-1 1-1 0 0,1 0 1 0 0,0-1 0 0 0,-1 0 0 0 0,0 1-1 0 0,0-1 1 0 0,0 0 0 0 0,0 0-1 0 0,0 1 1 0 0,0-1 0 0 0,-1 0-1 0 0,1-4 1 0 0,1-13 70 0 0,-2 16-62 0 0,1 1 1 0 0,-1 0 0 0 0,0 0-1 0 0,0-1 1 0 0,0 1-1 0 0,0 0 1 0 0,0 0 0 0 0,-2-6-1 0 0,1 8-23 0 0,1 0 0 0 0,0 0 0 0 0,-1 1 0 0 0,1-1 0 0 0,-1 0 0 0 0,1 0 0 0 0,-1 0 0 0 0,0 1 0 0 0,1-1 0 0 0,-1 0 0 0 0,0 1 0 0 0,0-1 0 0 0,1 1 0 0 0,-1-1 0 0 0,0 1 0 0 0,0-1 0 0 0,0 1 0 0 0,1-1 0 0 0,-1 1 0 0 0,0 0 0 0 0,0 0 0 0 0,0-1 0 0 0,0 1 0 0 0,0 0-1 0 0,0 0 1 0 0,0 0 0 0 0,0 0 0 0 0,0 0 0 0 0,0 0 0 0 0,0 0 0 0 0,0 0 0 0 0,0 1 0 0 0,1-1 0 0 0,-1 0 0 0 0,0 0 0 0 0,0 1 0 0 0,0-1 0 0 0,-1 1 0 0 0,-2 1-29 0 0,-1 0 0 0 0,1 0-1 0 0,0 0 1 0 0,0 1 0 0 0,0-1 0 0 0,0 1 0 0 0,-3 3 0 0 0,2-1 17 0 0,2-3 3 0 0,1 0 0 0 0,-1 0 1 0 0,1 0-1 0 0,0 1 0 0 0,0-1 0 0 0,0 1 1 0 0,0-1-1 0 0,0 1 0 0 0,0-1 1 0 0,1 1-1 0 0,-1 0 0 0 0,1 0 0 0 0,0 0 1 0 0,0 0-1 0 0,0 0 0 0 0,-1 6 1 0 0,2-9 7 0 0,0 0 1 0 0,0 1 0 0 0,0-1 0 0 0,1 0 0 0 0,-1 1 0 0 0,0-1 0 0 0,0 0 0 0 0,0 1 0 0 0,0-1 0 0 0,0 0 0 0 0,1 1 0 0 0,-1-1-1 0 0,0 0 1 0 0,0 1 0 0 0,0-1 0 0 0,1 0 0 0 0,-1 1 0 0 0,0-1 0 0 0,0 0 0 0 0,1 0 0 0 0,-1 0 0 0 0,0 1 0 0 0,1-1-1 0 0,-1 0 1 0 0,0 0 0 0 0,1 0 0 0 0,-1 0 0 0 0,0 1 0 0 0,1-1 0 0 0,0 0 0 0 0,16 0 60 0 0,14-9 132 0 0,30-29-49 0 0,-45 26-127 0 0,-14 10-18 0 0,-1 1 0 0 0,1 0-1 0 0,0-1 1 0 0,-1 1 0 0 0,1 0 0 0 0,0 0-1 0 0,0 0 1 0 0,0 0 0 0 0,0 0-1 0 0,-1 1 1 0 0,1-1 0 0 0,0 0-1 0 0,0 1 1 0 0,1 0 0 0 0,2-1 0 0 0,14 23-34 0 0,-15-15 46 0 0,-1-1 1 0 0,0 1 0 0 0,-1 0 0 0 0,0 0-1 0 0,0 0 1 0 0,0 0 0 0 0,-1 0 0 0 0,0 0 0 0 0,0 1-1 0 0,-1 7 1 0 0,0-15-4 0 0,0 0-1 0 0,0 0 1 0 0,0 1-1 0 0,0-1 1 0 0,0 0-1 0 0,0 1 1 0 0,0-1-1 0 0,0 0 0 0 0,0 0 1 0 0,0 1-1 0 0,0-1 1 0 0,0 0-1 0 0,0 1 1 0 0,0-1-1 0 0,0 0 1 0 0,0 0-1 0 0,0 1 1 0 0,0-1-1 0 0,1 0 1 0 0,-1 0-1 0 0,0 1 1 0 0,0-1-1 0 0,0 0 1 0 0,0 0-1 0 0,1 1 0 0 0,-1-1 1 0 0,0 0-1 0 0,0 0 1 0 0,1 0-1 0 0,-1 0 1 0 0,0 1-1 0 0,0-1 1 0 0,1 0-1 0 0,-1 0 1 0 0,1 0-1 0 0,-1 0 15 0 0,0 0-1 0 0,1 0 1 0 0,-1-1-1 0 0,1 1 1 0 0,-1 0-1 0 0,0 0 1 0 0,1-1-1 0 0,-1 1 1 0 0,0 0-1 0 0,1-1 1 0 0,-1 1-1 0 0,0 0 1 0 0,1-1-1 0 0,-1 1 1 0 0,0-1-1 0 0,0 1 1 0 0,0-1 0 0 0,1 1-1 0 0,-1 0 1 0 0,0-1-1 0 0,0 1 1 0 0,0-1-1 0 0,0 0 1 0 0,2-6-20 0 0,-1 3-7 0 0,0 0-1 0 0,0 0 0 0 0,0-1 1 0 0,0 1-1 0 0,1 0 1 0 0,-1 0-1 0 0,1 0 0 0 0,0 1 1 0 0,1-1-1 0 0,-1 0 1 0 0,0 1-1 0 0,1 0 0 0 0,0-1 1 0 0,5-3-1 0 0,-8 7 3 0 0,0 0-1 0 0,0 0 1 0 0,1 0-1 0 0,-1 0 0 0 0,0 0 1 0 0,1 0-1 0 0,-1 0 1 0 0,0 0-1 0 0,0 0 0 0 0,1 1 1 0 0,-1-1-1 0 0,0 0 1 0 0,0 0-1 0 0,0 0 1 0 0,1 0-1 0 0,-1 0 0 0 0,0 1 1 0 0,0-1-1 0 0,0 0 1 0 0,1 0-1 0 0,-1 1 1 0 0,0-1-1 0 0,0 0 0 0 0,0 0 1 0 0,0 0-1 0 0,0 1 1 0 0,0-1-1 0 0,1 0 0 0 0,-1 0 1 0 0,0 1-1 0 0,0-1 1 0 0,0 0-1 0 0,0 1 1 0 0,0-1-1 0 0,0 0 0 0 0,0 0 1 0 0,0 1-1 0 0,0-1 1 0 0,0 1-1 0 0,4 24-13 0 0,0 27 66 0 0,-4-3-88 0 0,0-49 59 0 0,2-2 14 0 0,0-1 1 0 0,0 1-1 0 0,0-1 1 0 0,-1 1-1 0 0,1-1 1 0 0,-1 0-1 0 0,0 0 1 0 0,1 1-1 0 0,-1-1 1 0 0,-1 0-1 0 0,2-4 1 0 0,1-3-34 0 0,2-1-6 0 0,0 0 0 0 0,0 0 0 0 0,1 1 0 0 0,1-1 0 0 0,-1 2 0 0 0,2-1 0 0 0,15-15 0 0 0,-22 23 6 0 0,1 1 0 0 0,-1-1 0 0 0,1 1 0 0 0,0 0 0 0 0,0 0 1 0 0,0 0-1 0 0,0 0 0 0 0,0 0 0 0 0,0 0 0 0 0,0 0 0 0 0,0 0 0 0 0,0 1 0 0 0,0-1 0 0 0,0 1 0 0 0,0 0 0 0 0,0 0 0 0 0,3 0 0 0 0,-4 0 5 0 0,1 0 0 0 0,-1 0 0 0 0,1 1 0 0 0,-1-1 0 0 0,1 0 0 0 0,-1 1-1 0 0,1 0 1 0 0,-1-1 0 0 0,0 1 0 0 0,1 0 0 0 0,-1 0 0 0 0,0 0 0 0 0,0-1 0 0 0,0 2 0 0 0,1-1 0 0 0,-1 0 0 0 0,0 0 0 0 0,0 0 0 0 0,0 0 0 0 0,-1 0 0 0 0,1 1-1 0 0,0-1 1 0 0,0 1 0 0 0,0 0 0 0 0,10 21 93 0 0,-8-18-65 0 0,0 0-1 0 0,-1 0 0 0 0,0 1 0 0 0,0-1 1 0 0,0 1-1 0 0,2 11 0 0 0,-2-8-117 0 0,0-1-1 0 0,1 1 1 0 0,0 0-1 0 0,1-1 1 0 0,4 9-1 0 0,-3-6-4009 0 0,0-1-3451 0 0</inkml:trace>
</inkml:ink>
</file>

<file path=ppt/ink/ink2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0T13:23:49.04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105 200 11979 0 0,'0'0'13426'0'0,"1"-5"-13316"0"0,4-20 212 0 0,0-1 0 0 0,1-38 1 0 0,-6 62-297 0 0,0 0 1 0 0,0 1-1 0 0,-1-1 1 0 0,1 0-1 0 0,-1 1 1 0 0,1-1 0 0 0,-1 0-1 0 0,0 1 1 0 0,0-1-1 0 0,0 1 1 0 0,1-1-1 0 0,-1 1 1 0 0,-1-1-1 0 0,1 1 1 0 0,0 0 0 0 0,0 0-1 0 0,-3-2 1 0 0,3 2-25 0 0,1 0-1 0 0,-1 1 1 0 0,0-1 0 0 0,0 1 0 0 0,0-1 0 0 0,1 1 0 0 0,-1 0 0 0 0,0-1 0 0 0,0 1-1 0 0,0 0 1 0 0,0 0 0 0 0,0-1 0 0 0,0 1 0 0 0,1 0 0 0 0,-1 0 0 0 0,0 0 0 0 0,0 0-1 0 0,0 0 1 0 0,0 0 0 0 0,0 0 0 0 0,0 1 0 0 0,0-1 0 0 0,0 0 0 0 0,0 0 0 0 0,1 1-1 0 0,-1-1 1 0 0,0 1 0 0 0,0-1 0 0 0,0 1 0 0 0,1-1 0 0 0,-1 1 0 0 0,0-1 0 0 0,0 1-1 0 0,1 0 1 0 0,-2 0 0 0 0,-8 10-38 0 0,7-9 33 0 0,1 1 0 0 0,-1-1 0 0 0,1 1 1 0 0,0 0-1 0 0,-1 0 0 0 0,2 0 0 0 0,-4 5 0 0 0,-11 23 39 0 0,12-25-20 0 0,0 0 0 0 0,1 0 0 0 0,0 0 0 0 0,1 1 0 0 0,-1-1 0 0 0,-1 8 0 0 0,3-8-5 0 0,-1 0-1 0 0,1 0 1 0 0,1 1-1 0 0,-1-1 1 0 0,1 0-1 0 0,0 1 1 0 0,2 10-1 0 0,-2-15-1 0 0,1 0 0 0 0,-1-1-1 0 0,1 1 1 0 0,0 0 0 0 0,0-1 0 0 0,0 1-1 0 0,0 0 1 0 0,0-1 0 0 0,0 0 0 0 0,0 1-1 0 0,0-1 1 0 0,1 1 0 0 0,-1-1 0 0 0,0 0-1 0 0,1 0 1 0 0,-1 0 0 0 0,1 0-1 0 0,-1 0 1 0 0,1 0 0 0 0,0 0 0 0 0,-1-1-1 0 0,1 1 1 0 0,0 0 0 0 0,0-1 0 0 0,-1 0-1 0 0,1 1 1 0 0,0-1 0 0 0,0 0 0 0 0,0 0-1 0 0,-1 0 1 0 0,1 0 0 0 0,2 0 0 0 0,0 0 32 0 0,1-1 0 0 0,-1 0 0 0 0,0 1 0 0 0,0-1 1 0 0,0-1-1 0 0,0 1 0 0 0,0 0 0 0 0,0-1 0 0 0,0 0 1 0 0,0 0-1 0 0,-1 0 0 0 0,1-1 0 0 0,-1 1 0 0 0,0-1 1 0 0,1 0-1 0 0,-1 0 0 0 0,0 0 0 0 0,-1 0 0 0 0,1 0 1 0 0,0-1-1 0 0,-1 1 0 0 0,0-1 0 0 0,0 1 0 0 0,0-1 1 0 0,0 0-1 0 0,-1 0 0 0 0,1 0 0 0 0,0-5 0 0 0,9-7 20 0 0,-10 15-53 0 0,0 0 0 0 0,0-1 0 0 0,0 1-1 0 0,0 0 1 0 0,-1 0 0 0 0,1-1 0 0 0,0 1 0 0 0,0-1 0 0 0,-1 1 0 0 0,1-1 0 0 0,-1 1-1 0 0,1-1 1 0 0,-1-2 0 0 0,0 4-4 0 0,1 23-246 0 0,-2-16 264 0 0,1-1-14 0 0,0-1 0 0 0,0 0 0 0 0,1 0 0 0 0,0 0 0 0 0,-1 0 0 0 0,2 0 0 0 0,-1 0 0 0 0,0 0 0 0 0,1 0 0 0 0,3 6 0 0 0,-4-9-3 0 0,1 0-1 0 0,0 0 1 0 0,-1 0-1 0 0,1-1 1 0 0,0 1-1 0 0,0 0 1 0 0,0-1-1 0 0,0 1 1 0 0,0-1-1 0 0,0 1 1 0 0,1-1 0 0 0,-1 0-1 0 0,0 0 1 0 0,1 0-1 0 0,-1-1 1 0 0,1 1-1 0 0,-1 0 1 0 0,1-1-1 0 0,-1 0 1 0 0,1 1-1 0 0,-1-1 1 0 0,6 0-1 0 0,-2-1 18 0 0,1 0-1 0 0,-1 0 1 0 0,0 0-1 0 0,1 0 1 0 0,-1-1-1 0 0,0 0 1 0 0,0-1 0 0 0,0 1-1 0 0,0-1 1 0 0,-1 0-1 0 0,1-1 1 0 0,-1 1-1 0 0,0-1 1 0 0,0 0-1 0 0,0 0 1 0 0,5-7-1 0 0,9-9 22 0 0,-2-2 0 0 0,24-36 0 0 0,-9 12-58 0 0,4 1-17 0 0,-37 50-4 0 0,1-1-1 0 0,-1 1 1 0 0,1 0 0 0 0,1-1-1 0 0,-1 1 1 0 0,2 7-1 0 0,1 17-84 0 0,0 98 173 0 0,-3-126 246 0 0,-11-15 200 0 0,3 3-524 0 0,1-1 0 0 0,0 1 0 0 0,-6-15 0 0 0,-2 5-142 0 0,15 21 164 0 0,0 0 0 0 0,0 0 0 0 0,0 0-1 0 0,0 0 1 0 0,0 0 0 0 0,-1 0 0 0 0,1 0 0 0 0,0 0-1 0 0,0 0 1 0 0,0 0 0 0 0,0 0 0 0 0,0 0 0 0 0,0 0-1 0 0,0 0 1 0 0,0 0 0 0 0,0-1 0 0 0,0 1 0 0 0,0 0 0 0 0,0 0-1 0 0,0 0 1 0 0,0 0 0 0 0,0 0 0 0 0,-1 0 0 0 0,1 0-1 0 0,0 0 1 0 0,0 0 0 0 0,0 0 0 0 0,0 0 0 0 0,0 0-1 0 0,0 0 1 0 0,0 0 0 0 0,0 0 0 0 0,0 0 0 0 0,0 0-1 0 0,0 0 1 0 0,0 0 0 0 0,-1 0 0 0 0,1 0 0 0 0,0 0 0 0 0,0 0-1 0 0,0 1 1 0 0,0-1 0 0 0,0 0 0 0 0,0 0 0 0 0,0 0-1 0 0,0 0 1 0 0,0 0 0 0 0,0 0 0 0 0,0 0 0 0 0,0 0-1 0 0,0 0 1 0 0,0 0 0 0 0,0 0 0 0 0,0 0 0 0 0,0 0-1 0 0,-1 0 1 0 0,1 0 0 0 0,0 0 0 0 0,0 1 0 0 0,0-1-1 0 0,0 0 1 0 0,0 0 0 0 0,0 0 0 0 0,0 0 0 0 0,0 0 0 0 0,0 0-1 0 0,5 14-115 0 0,-4-11 119 0 0,1 0 1 0 0,-1 0-1 0 0,1 0 0 0 0,0-1 1 0 0,0 1-1 0 0,0-1 0 0 0,0 1 1 0 0,0-1-1 0 0,0 0 0 0 0,1 0 1 0 0,-1 0-1 0 0,1 0 0 0 0,0 0 1 0 0,-1-1-1 0 0,6 3 0 0 0,-3-2 4 0 0,1 0 0 0 0,-1-1-1 0 0,1 1 1 0 0,0-1 0 0 0,-1 0-1 0 0,1-1 1 0 0,0 1 0 0 0,7-2-1 0 0,-5 1 11 0 0,1-1-1 0 0,0 0 0 0 0,0 0 0 0 0,-1-1 0 0 0,1-1 1 0 0,-1 1-1 0 0,0-1 0 0 0,1-1 0 0 0,-1 0 1 0 0,-1 0-1 0 0,9-5 0 0 0,-6-1 6 0 0,1 0-1 0 0,-1-1 1 0 0,-1 0 0 0 0,0-1 0 0 0,10-16 0 0 0,-10 8-3 0 0,-8 16-8 0 0,1 1 1 0 0,-1 0 0 0 0,0 0-1 0 0,1 1 1 0 0,-1-1-1 0 0,1 0 1 0 0,0 0-1 0 0,0 1 1 0 0,3-3-1 0 0,-5 4 8 0 0,11 29-466 0 0,5 35 455 0 0,-15-57-2 0 0,0 1-1 0 0,0-1 0 0 0,-1 0 1 0 0,0 0-1 0 0,0 0 0 0 0,-1 1 1 0 0,1-1-1 0 0,-3 8 0 0 0,3-13 15 0 0,0-1 0 0 0,0 1 0 0 0,-1 0 0 0 0,1-1 0 0 0,0 1 0 0 0,0-1 0 0 0,0 1 0 0 0,-1 0 0 0 0,1-1 0 0 0,0 1 0 0 0,-1-1 0 0 0,1 1 0 0 0,-1-1 0 0 0,1 1 0 0 0,0-1 0 0 0,-1 1 0 0 0,1-1 1 0 0,-1 0-1 0 0,1 1 0 0 0,-1-1 0 0 0,0 0 0 0 0,1 1 0 0 0,-1-1 0 0 0,1 0 0 0 0,-1 1 0 0 0,1-1 0 0 0,-2 0 0 0 0,1 0-7 0 0,-1 0-1 0 0,1-1 1 0 0,0 1 0 0 0,0 0 0 0 0,0-1 0 0 0,0 1 0 0 0,0-1-1 0 0,0 1 1 0 0,0-1 0 0 0,0 1 0 0 0,0-1 0 0 0,0 0 0 0 0,1 0 0 0 0,-3-1-1 0 0,-3-5-52 0 0,-1-1 0 0 0,-9-17-1 0 0,13 21 31 0 0,-11-10 86 0 0,14 12-52 0 0,0 2-51 0 0,0 3-73 0 0,0 0 87 0 0,1 0-1 0 0,-1 0 1 0 0,1 0-1 0 0,0-1 1 0 0,0 1 0 0 0,0 0-1 0 0,0 0 1 0 0,1 0 0 0 0,-1-1-1 0 0,1 1 1 0 0,-1-1 0 0 0,1 1-1 0 0,0-1 1 0 0,0 0 0 0 0,0 1-1 0 0,1-1 1 0 0,-1 0-1 0 0,0 0 1 0 0,1-1 0 0 0,-1 1-1 0 0,1 0 1 0 0,-1-1 0 0 0,1 0-1 0 0,0 0 1 0 0,0 1 0 0 0,0-1-1 0 0,0-1 1 0 0,-1 1-1 0 0,5 0 1 0 0,0 1 14 0 0,-1-1-1 0 0,0 0 1 0 0,0-1-1 0 0,1 0 1 0 0,-1 0 0 0 0,0 0-1 0 0,1 0 1 0 0,-1-1-1 0 0,0 0 1 0 0,0-1 0 0 0,1 1-1 0 0,-1-1 1 0 0,0 0-1 0 0,6-4 1 0 0,-3 2-65 0 0,0-2 1 0 0,0 1-1 0 0,-1-1 1 0 0,1 0-1 0 0,-1-1 0 0 0,-1 0 1 0 0,1 0-1 0 0,9-13 1 0 0,21-26-388 0 0,-35 41 429 0 0,-2 3 22 0 0,0 0 1 0 0,0 0 0 0 0,0 0-1 0 0,1 0 1 0 0,-1 0 0 0 0,1 0-1 0 0,0 0 1 0 0,-1 0 0 0 0,1 1 0 0 0,2-2-1 0 0,-3 2-13 0 0,6 26-998 0 0,2-6 1013 0 0,-6-14 1 0 0,0 1 0 0 0,-1 0 0 0 0,1-1-1 0 0,-1 1 1 0 0,0 0 0 0 0,-1 1 0 0 0,1-1 0 0 0,-1 7 0 0 0,-1-13 12 0 0,1 1-1 0 0,-1 0 0 0 0,0 0 1 0 0,0 0-1 0 0,0 0 1 0 0,0 0-1 0 0,1 0 1 0 0,-1 0-1 0 0,1-1 1 0 0,-1 1-1 0 0,0 0 1 0 0,1 0-1 0 0,-1-1 1 0 0,1 1-1 0 0,0 0 1 0 0,-1 0-1 0 0,1 0 1 0 0,4-1 468 0 0,-2-10 35 0 0,-4 1-459 0 0,0 0 0 0 0,0 0 1 0 0,-4-12-1 0 0,-2-12-34 0 0,6 29-19 0 0,0 0-1 0 0,0 0 1 0 0,0 0-1 0 0,-1 0 0 0 0,1 0 1 0 0,-1 0-1 0 0,0 0 1 0 0,0 1-1 0 0,-1-1 1 0 0,1 1-1 0 0,-5-6 0 0 0,6 8-8 0 0,0 0 0 0 0,0 0 0 0 0,0 0 0 0 0,0 0-1 0 0,0 0 1 0 0,0 0 0 0 0,0 1 0 0 0,0-1-1 0 0,0 0 1 0 0,0 1 0 0 0,-1-1 0 0 0,1 1 0 0 0,0-1-1 0 0,-1 1 1 0 0,1-1 0 0 0,0 1 0 0 0,0 0-1 0 0,-1 0 1 0 0,1-1 0 0 0,0 1 0 0 0,-1 0 0 0 0,1 0-1 0 0,-1 1 1 0 0,1-1 0 0 0,0 0 0 0 0,-1 0-1 0 0,1 1 1 0 0,0-1 0 0 0,0 1 0 0 0,-1-1 0 0 0,1 1-1 0 0,0-1 1 0 0,0 1 0 0 0,0 0 0 0 0,0-1-1 0 0,-1 1 1 0 0,0 1 0 0 0,-5 5-2 0 0,1 0 0 0 0,0 0 0 0 0,0 1 0 0 0,0-1 0 0 0,1 2 0 0 0,0-1 0 0 0,-4 11 0 0 0,6-12 7 0 0,0-1-1 0 0,1 1 1 0 0,0 0 0 0 0,0 0 0 0 0,0-1 0 0 0,1 1 0 0 0,0 0-1 0 0,1 0 1 0 0,0 0 0 0 0,1 14 0 0 0,-1-19 7 0 0,1 0 0 0 0,-1 0 0 0 0,1 1 0 0 0,0-1 1 0 0,0 0-1 0 0,0-1 0 0 0,0 1 0 0 0,0 0 0 0 0,1 0 0 0 0,-1 0 0 0 0,0-1 0 0 0,1 1 0 0 0,-1 0 1 0 0,1-1-1 0 0,0 1 0 0 0,0-1 0 0 0,-1 0 0 0 0,1 0 0 0 0,0 0 0 0 0,4 2 0 0 0,-5-2 7 0 0,1-1-1 0 0,-1 1 0 0 0,1-1 1 0 0,-1 0-1 0 0,0 1 1 0 0,1-1-1 0 0,-1 0 0 0 0,1 0 1 0 0,-1 0-1 0 0,1 0 0 0 0,-1 0 1 0 0,0 0-1 0 0,1-1 0 0 0,-1 1 1 0 0,1 0-1 0 0,-1-1 0 0 0,0 1 1 0 0,1-1-1 0 0,-1 1 0 0 0,0-1 1 0 0,0 0-1 0 0,1 1 0 0 0,-1-1 1 0 0,0 0-1 0 0,0 0 1 0 0,0 0-1 0 0,0 0 0 0 0,0 0 1 0 0,0 0-1 0 0,0 0 0 0 0,0 0 1 0 0,0-1-1 0 0,0 0 0 0 0,10-13 72 0 0,-9 13-74 0 0,0 1-1 0 0,-1-1 1 0 0,1 0 0 0 0,-1 0 0 0 0,0 0-1 0 0,1-1 1 0 0,-1 1 0 0 0,1-3 0 0 0,4-11 57 0 0,-1 0 0 0 0,0 0 1 0 0,-1 0-1 0 0,-1 0 0 0 0,-1-1 1 0 0,1-16-1 0 0,-3 32 98 0 0,-14 23-462 0 0,11-15 295 0 0,1 0-1 0 0,1 0 0 0 0,-1 0 0 0 0,1 0 0 0 0,0 0 1 0 0,1 1-1 0 0,0-1 0 0 0,0 0 0 0 0,0 0 1 0 0,1 1-1 0 0,0-1 0 0 0,3 8 0 0 0,-3-13 12 0 0,0 0 0 0 0,1-1 0 0 0,-1 1 0 0 0,1-1 0 0 0,-1 1 0 0 0,1-1 0 0 0,-1 1 0 0 0,1-1 0 0 0,0 0 0 0 0,0 0 0 0 0,-1 0 0 0 0,1 0 0 0 0,0 0 0 0 0,0 0 0 0 0,0-1 0 0 0,0 1 0 0 0,0-1 0 0 0,0 1 0 0 0,0-1 0 0 0,0 0 0 0 0,1 1 0 0 0,-1-1 0 0 0,0 0 0 0 0,0-1 0 0 0,0 1 0 0 0,0 0 0 0 0,0 0 0 0 0,0-1 0 0 0,0 0 0 0 0,0 1 0 0 0,0-1 0 0 0,0 0 0 0 0,2-1 0 0 0,4-7 21 0 0,0 0-1 0 0,-1-1 1 0 0,0 0 0 0 0,0 0-1 0 0,-1-1 1 0 0,-1 0 0 0 0,8-18-1 0 0,-12 25-26 0 0,6-8 9 0 0,-6 11 15 0 0,0-1 0 0 0,0 1 0 0 0,0-1 0 0 0,-1 1-1 0 0,1-1 1 0 0,0 0 0 0 0,-1 1 0 0 0,1-1 0 0 0,-1 0 0 0 0,1-3 0 0 0,-1 5 78 0 0,-3 28-581 0 0,2-22 470 0 0,0 1 0 0 0,0-1 0 0 0,1 1 0 0 0,0-1 0 0 0,0 1 0 0 0,1 0 0 0 0,-1-1 0 0 0,4 12 0 0 0,-3-16 5 0 0,-1 0 1 0 0,1 1-1 0 0,0-1 0 0 0,0 0 1 0 0,0 0-1 0 0,0-1 0 0 0,0 1 1 0 0,1 0-1 0 0,-1 0 0 0 0,0 0 1 0 0,1-1-1 0 0,-1 1 0 0 0,1-1 1 0 0,0 1-1 0 0,-1-1 1 0 0,1 0-1 0 0,0 0 0 0 0,0 0 1 0 0,0 0-1 0 0,0 0 0 0 0,0 0 1 0 0,0 0-1 0 0,0 0 0 0 0,0-1 1 0 0,0 1-1 0 0,1-1 0 0 0,-1 0 1 0 0,0 1-1 0 0,3-1 1 0 0,0-1 7 0 0,-1 0 1 0 0,1 0-1 0 0,-1 0 1 0 0,1 0 0 0 0,-1 0-1 0 0,1-1 1 0 0,-1 0-1 0 0,0 0 1 0 0,0 0 0 0 0,0-1-1 0 0,0 1 1 0 0,0-1-1 0 0,-1 0 1 0 0,1 0 0 0 0,-1 0-1 0 0,0-1 1 0 0,0 1-1 0 0,0-1 1 0 0,0 1 0 0 0,-1-1-1 0 0,1 0 1 0 0,3-9 0 0 0,7-7 33 0 0,-11 18-21 0 0,0-1 0 0 0,0 1 0 0 0,0-1 0 0 0,-1 0 1 0 0,1 1-1 0 0,-1-1 0 0 0,2-5 0 0 0,3-7 187 0 0,-3 14-210 0 0,-2 9-162 0 0,-4 48 184 0 0,-3-1 1 0 0,-24 101-1 0 0,23-124-6 0 0,-22 89 142 0 0,24-106 4 0 0,-1-1-1 0 0,-1 1 0 0 0,0-1 1 0 0,0 0-1 0 0,-1-1 1 0 0,-12 14-1 0 0,19-25-95 0 0,0-1 0 0 0,-1 1 0 0 0,1 0 0 0 0,-1-1 0 0 0,0 0 0 0 0,1 1 0 0 0,-1-1-1 0 0,0 0 1 0 0,0 0 0 0 0,0 0 0 0 0,0 0 0 0 0,0 0 0 0 0,0-1 0 0 0,0 1 0 0 0,0 0 0 0 0,0-1 0 0 0,-2 1 0 0 0,2-1-45 0 0,1 0 1 0 0,0 0-1 0 0,0 0 0 0 0,0-1 1 0 0,0 1-1 0 0,-1 0 0 0 0,1 0 1 0 0,0-1-1 0 0,0 1 0 0 0,0 0 1 0 0,0-1-1 0 0,0 1 0 0 0,0-1 1 0 0,0 1-1 0 0,0-1 0 0 0,0 0 1 0 0,0 1-1 0 0,0-1 0 0 0,0 0 1 0 0,1 0-1 0 0,-1 0 0 0 0,0 0 1 0 0,0 0-1 0 0,1 0 0 0 0,-1 0 1 0 0,0 0-1 0 0,1 0 0 0 0,-1 0 1 0 0,1 0-1 0 0,0 0 0 0 0,-1 0 1 0 0,1 0-1 0 0,0-2 0 0 0,-2-3-26 0 0,1 0-1 0 0,-1 0 1 0 0,2-1-1 0 0,-1 1 1 0 0,1-1-1 0 0,0 1 1 0 0,0 0-1 0 0,1-1 0 0 0,-1 1 1 0 0,1-1-1 0 0,1 1 1 0 0,-1 0-1 0 0,1 0 1 0 0,1 0-1 0 0,-1 0 1 0 0,1 0-1 0 0,0 0 1 0 0,0 1-1 0 0,4-6 1 0 0,20-25 17 0 0,1 1 1 0 0,1 1 0 0 0,2 2 0 0 0,47-39-1 0 0,36-17-1059 0 0,1 9-3668 0 0,-70 48-7801 0 0</inkml:trace>
</inkml:ink>
</file>

<file path=ppt/ink/ink2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0T13:24:00.15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1443 612 0 0 0,'0'0'21815'0'0,"6"-9"-20825"0"0,3-5-633 0 0,18-31 953 0 0,-24 36-926 0 0,-1 0-1 0 0,1-1 1 0 0,-2 1 0 0 0,1-1 0 0 0,-1 1-1 0 0,-1-1 1 0 0,1 1 0 0 0,-3-14 0 0 0,2 1 60 0 0,-1 6-340 0 0,-1 1 1 0 0,-1-1-1 0 0,0 1 0 0 0,-1 0 1 0 0,0 0-1 0 0,-1 1 0 0 0,-1-1 1 0 0,-1 1-1 0 0,0 0 0 0 0,0 1 1 0 0,-2-1-1 0 0,1 2 0 0 0,-2-1 1 0 0,0 1-1 0 0,0 1 0 0 0,-19-17 1 0 0,15 18-58 0 0,0 0 1 0 0,-1 1-1 0 0,0 1 0 0 0,0 0 1 0 0,-1 1-1 0 0,0 1 1 0 0,0 0-1 0 0,-1 1 0 0 0,0 1 1 0 0,0 0-1 0 0,-34-2 1 0 0,14 5-14 0 0,0 1 1 0 0,-1 1-1 0 0,1 2 1 0 0,-55 12-1 0 0,50-4-15 0 0,1 1 0 0 0,1 2 0 0 0,0 2 0 0 0,0 1 0 0 0,2 3 0 0 0,0 0 1 0 0,2 3-1 0 0,0 1 0 0 0,2 2 0 0 0,-34 32 0 0 0,45-36-6 0 0,1 2 0 0 0,2 1 0 0 0,0 0 0 0 0,2 1 0 0 0,1 2-1 0 0,1-1 1 0 0,1 2 0 0 0,1 0 0 0 0,2 1 0 0 0,-12 43 0 0 0,19-52-7 0 0,1-1-1 0 0,1 1 0 0 0,1 0 1 0 0,1 0-1 0 0,1 0 0 0 0,0 0 1 0 0,2 0-1 0 0,0 0 0 0 0,2 0 1 0 0,0 0-1 0 0,12 33 0 0 0,-9-37-5 0 0,1 0-1 0 0,1 0 0 0 0,0-1 0 0 0,1 0 0 0 0,1-1 0 0 0,1 0 1 0 0,0-1-1 0 0,1 0 0 0 0,0-1 0 0 0,24 18 0 0 0,-13-13 0 0 0,1-1 0 0 0,1-1 0 0 0,1-1 1 0 0,0-2-1 0 0,51 19 0 0 0,-35-19 20 0 0,0-3 0 0 0,0-1 0 0 0,1-2 0 0 0,1-2 0 0 0,-1-2 0 0 0,1-2 0 0 0,-1-2 0 0 0,57-9 1 0 0,-41 1 70 0 0,-1-2 0 0 0,-1-4 0 0 0,0-1 1 0 0,-2-4-1 0 0,89-42 0 0 0,-96 38-5 0 0,-1-3 0 0 0,-1-2 0 0 0,-2-2 0 0 0,74-66 0 0 0,-100 79-57 0 0,-1-1 1 0 0,0-1-1 0 0,-2 0 1 0 0,0-1-1 0 0,-1-1 1 0 0,-1-1-1 0 0,-1 0 1 0 0,-1-1-1 0 0,-2 0 1 0 0,0 0-1 0 0,13-52 1 0 0,-20 56-29 0 0,0-1 0 0 0,-2 0 0 0 0,0 1 0 0 0,-2-1 0 0 0,0 0 0 0 0,-1 1 0 0 0,-1-1 0 0 0,-1 1 0 0 0,0 0 0 0 0,-2 0 0 0 0,0 0 0 0 0,-2 1 0 0 0,0 0 0 0 0,-1 0 0 0 0,-1 1 0 0 0,0 0 0 0 0,-17-20 0 0 0,10 16 0 0 0,-1 0 0 0 0,-2 0 0 0 0,0 2 0 0 0,-1 1 0 0 0,-1 0 0 0 0,-1 2 0 0 0,0 0 0 0 0,-1 2 0 0 0,-1 1 0 0 0,-1 1 0 0 0,-50-20 0 0 0,45 24 0 0 0,0 2 0 0 0,0 0 0 0 0,-43-2 0 0 0,-96 3 0 0 0,103 8 0 0 0,1 3 0 0 0,-128 26 0 0 0,101-8 0 0 0,-128 50 0 0 0,172-53 0 0 0,0 2 0 0 0,1 2 0 0 0,1 2 0 0 0,-70 53 0 0 0,87-56 0 0 0,2 2 0 0 0,1 0 0 0 0,1 2 0 0 0,2 1 0 0 0,0 1 0 0 0,2 1 0 0 0,-27 48 0 0 0,37-57-1 0 0,2 1-1 0 0,1 1 1 0 0,0-1-1 0 0,2 2 1 0 0,0-1-1 0 0,2 1 1 0 0,-4 32 0 0 0,8-41-6 0 0,0-1 1 0 0,1 1 0 0 0,1 0 0 0 0,0-1-1 0 0,1 1 1 0 0,0-1 0 0 0,2 0 0 0 0,-1 0 0 0 0,2 0-1 0 0,0 0 1 0 0,0-1 0 0 0,1 1 0 0 0,10 15-1 0 0,-4-13-115 0 0,0 0-1 0 0,1-1 1 0 0,0-1-1 0 0,1 0 0 0 0,1 0 1 0 0,0-2-1 0 0,32 21 0 0 0,-10-12-2084 0 0,1-1-1 0 0,60 23 0 0 0,-48-25-9821 0 0</inkml:trace>
</inkml:ink>
</file>

<file path=ppt/ink/ink2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0T13:24:02.04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163 28 0 0 0,'0'0'21545'0'0,"1"-5"-20736"0"0,1-13-77 0 0,-1 14 1574 0 0,0 15-1330 0 0,1-8-859 0 0,-1 0 0 0 0,0 0 0 0 0,0 0 0 0 0,0 0 0 0 0,0 0 0 0 0,0 0 0 0 0,-1 0 0 0 0,1 0 0 0 0,-1 0 0 0 0,0 0 0 0 0,0 0 0 0 0,-1 5 0 0 0,-8 43 477 0 0,2-18-288 0 0,0 0-125 0 0,0 10 189 0 0,7-42 191 0 0,0-4-483 0 0,0 1-1 0 0,0 0 1 0 0,0-1-1 0 0,0 1 1 0 0,0 0-1 0 0,1-1 1 0 0,0 1-1 0 0,1-4 1 0 0,0 3-92 0 0,0-1-1 0 0,0 1 1 0 0,0-1 0 0 0,1 1-1 0 0,-1 0 1 0 0,1 0 0 0 0,0 0-1 0 0,0 0 1 0 0,0 0 0 0 0,6-3-1 0 0,-6 4 5 0 0,0 1-1 0 0,0 0 0 0 0,0 0 0 0 0,0 0 1 0 0,0 0-1 0 0,0 0 0 0 0,0 1 1 0 0,0 0-1 0 0,0-1 0 0 0,0 1 1 0 0,0 0-1 0 0,0 0 0 0 0,1 1 1 0 0,-1-1-1 0 0,0 1 0 0 0,0-1 1 0 0,0 1-1 0 0,0 0 0 0 0,0 0 1 0 0,0 1-1 0 0,-1-1 0 0 0,1 0 1 0 0,0 1-1 0 0,-1 0 0 0 0,1 0 1 0 0,-1 0-1 0 0,3 2 0 0 0,0 0 8 0 0,0 0-1 0 0,0 1 0 0 0,-1 0 1 0 0,0-1-1 0 0,0 2 0 0 0,0-1 1 0 0,0 0-1 0 0,-1 1 0 0 0,0 0 1 0 0,0 0-1 0 0,0 0 0 0 0,1 8 0 0 0,6 15-6 0 0,2 10 36 0 0,-11-36-54 0 0,1 28 301 0 0,-2-31-249 0 0,0 1-1 0 0,-1 0 0 0 0,1 0 1 0 0,0-1-1 0 0,0 1 0 0 0,-1 0 1 0 0,1-1-1 0 0,-1 1 0 0 0,1 0 0 0 0,0-1 1 0 0,-1 1-1 0 0,1 0 0 0 0,-1-1 1 0 0,1 1-1 0 0,-1-1 0 0 0,0 1 0 0 0,1-1 1 0 0,-1 1-1 0 0,1-1 0 0 0,-1 1 1 0 0,0-1-1 0 0,1 0 0 0 0,-1 1 0 0 0,0-1 1 0 0,0 0-1 0 0,1 0 0 0 0,-1 1 1 0 0,0-1-1 0 0,0 0 0 0 0,1 0 0 0 0,-1 0 1 0 0,0 0-1 0 0,0 0 0 0 0,0 0 1 0 0,-161-8 639 0 0,4-1-1781 0 0,158 9 1055 0 0,0 0 1 0 0,0 1-1 0 0,0-1 1 0 0,0 0-1 0 0,0 0 1 0 0,0 0-1 0 0,-1 0 1 0 0,1 0-1 0 0,0 0 1 0 0,0 0-1 0 0,0 0 1 0 0,0 0-1 0 0,0 0 1 0 0,0 0-1 0 0,0 0 1 0 0,-1 0-1 0 0,1 0 1 0 0,0 0-1 0 0,0-1 1 0 0,0 1-1 0 0,0 0 1 0 0,0 0-1 0 0,0 0 1 0 0,0 0-1 0 0,-1 0 0 0 0,1 0 1 0 0,0 0-1 0 0,0 0 1 0 0,0 0-1 0 0,0 0 1 0 0,0 0-1 0 0,0 0 1 0 0,0-1-1 0 0,0 1 1 0 0,0 0-1 0 0,0 0 1 0 0,0 0-1 0 0,0 0 1 0 0,0 0-1 0 0,0 0 1 0 0,0 0-1 0 0,0-1 1 0 0,0 1-1 0 0,-1 0 1 0 0,1 0-1 0 0,0 0 1 0 0,0 0-1 0 0,0 0 1 0 0,1 0-1 0 0,-1-1 1 0 0,5-5-3975 0 0,6-4-6343 0 0</inkml:trace>
</inkml:ink>
</file>

<file path=ppt/ink/ink2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0T13:24:02.42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1 150 14923 0 0,'0'0'13339'0'0,"8"-1"-12863"0"0,26-6 359 0 0,0-2 1 0 0,48-18-1 0 0,-37 8-391 0 0,-30 14-313 0 0,-1-1 0 0 0,1-1 0 0 0,-1 0 0 0 0,19-14 0 0 0,-32 20-112 0 0,0 0 0 0 0,0 0 0 0 0,0 0-1 0 0,0 0 1 0 0,-1 0 0 0 0,1-1 0 0 0,0 1 0 0 0,0 0 0 0 0,-1 0 0 0 0,1-1 0 0 0,-1 1 0 0 0,1 0 0 0 0,-1-1-1 0 0,0 1 1 0 0,1-1 0 0 0,-1 1 0 0 0,0-3 0 0 0,3-2 212 0 0,0 0-1061 0 0,-2 2-2827 0 0,-1 17-1052 0 0,0-7-1720 0 0</inkml:trace>
</inkml:ink>
</file>

<file path=ppt/ink/ink2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0T13:24:02.78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29 1 17980 0 0,'0'0'7907'0'0,"0"8"-7755"0"0,-1-2-125 0 0,1 2 158 0 0,0-1 1 0 0,-1 1-1 0 0,0-1 1 0 0,0 0-1 0 0,-1 1 1 0 0,0-1-1 0 0,0 0 1 0 0,-5 12-1 0 0,6-19-82 0 0,1 1 0 0 0,0-1 0 0 0,0 0 1 0 0,0 1-1 0 0,0-1 0 0 0,0 0 0 0 0,0 1 0 0 0,0-1 0 0 0,-1 0 0 0 0,1 1 0 0 0,0-1 0 0 0,0 0 0 0 0,-1 1 0 0 0,1-1 0 0 0,0 0 0 0 0,0 0 0 0 0,-1 1 0 0 0,1-1 1 0 0,0 0-1 0 0,0 0 0 0 0,-1 0 0 0 0,1 0 0 0 0,0 1 0 0 0,-1-1 0 0 0,1 0 0 0 0,0 0 0 0 0,-1 0 0 0 0,1 0 0 0 0,0 0 0 0 0,-1 0 0 0 0,1 0 0 0 0,-1 0 0 0 0,0 0 1 0 0,0-12 886 0 0,7-21-950 0 0,-3 28-82 0 0,0 1 1 0 0,-1-1 0 0 0,0 0 0 0 0,0 0 0 0 0,1-6 0 0 0,-7 15-2024 0 0</inkml:trace>
</inkml:ink>
</file>

<file path=ppt/ink/ink2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0T13:28:48.92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3 958 0 0 0,'14'0'28982'0'0,"-22"-18"-28327"0"0,7 16-637 0 0,0 0-1 0 0,0 0 1 0 0,0 0-1 0 0,0 0 1 0 0,0 0-1 0 0,0 0 1 0 0,1-1-1 0 0,-1 1 1 0 0,1 0 0 0 0,0 0-1 0 0,-1 0 1 0 0,1-1-1 0 0,0 1 1 0 0,0 0-1 0 0,0 0 1 0 0,1-4-1 0 0,7-39 189 0 0,18-38-23 0 0,-12 60-182 0 0,3-8 11 0 0,-4 13 7 0 0,-11 16-19 0 0,0 0 1 0 0,0 0-1 0 0,-1 0 0 0 0,1 0 0 0 0,0 0 1 0 0,-1 0-1 0 0,0-1 0 0 0,0 1 0 0 0,2-3 0 0 0,-1 0 6 0 0,1-1 0 0 0,0 1-1 0 0,0-1 1 0 0,7-7-1 0 0,0 0-8 0 0,5-8 24 0 0,25-24 0 0 0,-11 16-9 0 0,-21 19-5 0 0,1 1 1 0 0,0 0 0 0 0,0 1 0 0 0,0 0 0 0 0,12-6 0 0 0,20-17-28 0 0,2-1 4 0 0,6 4 38 0 0,49-25-4 0 0,23 10 6 0 0,-25 11 9 0 0,-64 22-29 0 0,61-11 0 0 0,-2 0 26 0 0,0 1-24 0 0,147-48 61 0 0,48 3 62 0 0,-123 48-53 0 0,-80 11-5 0 0,-19-1 86 0 0,79-5-31 0 0,109 12-14 0 0,111 3-79 0 0,-225-14 6 0 0,-104 11-29 0 0,-8-1-8 0 0,1 1 0 0 0,39 6 0 0 0,77 14-8 0 0,13 4 36 0 0,-114-20-37 0 0,182 9-81 0 0,-76-8 87 0 0,53 6 2 0 0,-89 0 6 0 0,-100-10-7 0 0,0 0 0 0 0,0 1 0 0 0,18 5 1 0 0,-19-4-1 0 0,1 0 1 0 0,0-1 0 0 0,18 1 0 0 0,-23-2-3 0 0,0-1 0 0 0,0 2 0 0 0,0-1 1 0 0,0 1-1 0 0,10 4 0 0 0,12 2-5 0 0,-24-7 7 0 0,1 0 0 0 0,-1 1 0 0 0,0 0 0 0 0,1 0 0 0 0,-1 0 0 0 0,5 4-1 0 0,20 7-3 0 0,-1 3-7 0 0,9 6 10 0 0,-36-20 4 0 0,0 0 1 0 0,0-1-1 0 0,0 1 1 0 0,0-1-1 0 0,1 0 1 0 0,-1 1-1 0 0,0-1 1 0 0,1 0-1 0 0,2 0 1 0 0,-4-1-15 0 0,-1 1 3 0 0,2 1 8 0 0,-1-2 7 0 0,2 1-4 0 0,0 0-1 0 0,1 0 1 0 0,-1 0 0 0 0,0 1 0 0 0,0-1 0 0 0,4 4 0 0 0,-4-4-21 0 0,35 22 22 0 0,-24-13 33 0 0,1 4-60 0 0,9 2 29 0 0,-17-10 37 0 0,-6-6-48 0 0,5 5 13 0 0,-6-4-7 0 0,1-1-1 0 0,-1 1 1 0 0,0-1-1 0 0,1 1 1 0 0,-1 0 0 0 0,1-1-1 0 0,0 1 1 0 0,-1-1 0 0 0,1 1-1 0 0,-1-1 1 0 0,1 0 0 0 0,0 1-1 0 0,-1-1 1 0 0,1 0 0 0 0,0 1-1 0 0,-1-1 1 0 0,1 0 0 0 0,0 0-1 0 0,0 0 1 0 0,-1 1 0 0 0,2-1-1 0 0,5 2 6 0 0,-1 1-1 0 0,0 0 1 0 0,-1 1 0 0 0,1-1-1 0 0,7 7 1 0 0,-9-5-6 0 0,-4-5 0 0 0,1 1 1 0 0,-1-1-1 0 0,1 1 1 0 0,-1 0-1 0 0,1-1 0 0 0,-1 1 1 0 0,1-1-1 0 0,-1 0 1 0 0,1 1-1 0 0,-1-1 1 0 0,1 1-1 0 0,-1-1 1 0 0,1 0-1 0 0,0 1 1 0 0,-1-1-1 0 0,2 1 1 0 0,4 1-3 0 0,-1 1 1 0 0,0 0 0 0 0,1 0 0 0 0,-1 0-1 0 0,6 6 1 0 0,-9-7 1 0 0,26 30-3 0 0,-1 4-2 0 0,-24-32 5 0 0,0 0 0 0 0,-1-1 1 0 0,1 1-1 0 0,-1 1 0 0 0,0-1 1 0 0,-1 0-1 0 0,1 0 0 0 0,-1 1 0 0 0,2 8 1 0 0,1 0-4 0 0,1 3 3 0 0,0 1-1 0 0,-1-1 1 0 0,-1 1 0 0 0,-1 0 0 0 0,1 28-1 0 0,0-29 25 0 0,-3-15-33 0 0,1-2-92 0 0,-1 1 1 0 0,1-1-1 0 0,-1 1 0 0 0,0-1 1 0 0,1 0-1 0 0,-1 1 0 0 0,0-1 1 0 0,1 0-1 0 0,-1 1 0 0 0,0-1 1 0 0,0 0-1 0 0,1 1 0 0 0,-1-1 1 0 0,0 0-1 0 0,0 1 0 0 0,0-1 1 0 0,0 0-1 0 0,0 0 0 0 0,0 1 1 0 0,0-1-1 0 0,0 0 0 0 0,-1 1 0 0 0,1-2 1 0 0,1-10-5026 0 0</inkml:trace>
</inkml:ink>
</file>

<file path=ppt/ink/ink2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0T13:28:23.79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88 2777 0 0,'0'0'1979'0'0,"2"-7"-6460"0"0,0 0 4204 0 0,-2 4 277 0 0,1 1 0 0 0,-1-1 0 0 0,1 1 1 0 0,0 0-1 0 0,0-1 0 0 0,0 1 1 0 0,0 0-1 0 0,0 0 0 0 0,0-1 0 0 0,1 1 0 0 0,2-3 0 0 0,-3 3 0 0 0,1-1 0 0 0,0 1 0 0 0,1 0 0 0 0,-1 0 0 0 0,0 0 0 0 0,1 0 0 0 0,-1 0 0 0 0,1 0 0 0 0,0 1 0 0 0,-1-1 0 0 0,1 1 0 0 0,0 0 0 0 0,0 0 0 0 0,0 0 0 0 0,0 0 0 0 0,0 0 0 0 0,0 0 0 0 0,0 1 0 0 0,0 0 0 0 0,0 0 0 0 0,5 0 0 0 0,-7 0 169 0 0,-1 0-1 0 0,1 0 1 0 0,-1 0 0 0 0,1 0-1 0 0,-1 0 1 0 0,1 0-1 0 0,-1 1 1 0 0,1-1 0 0 0,-1 0-1 0 0,0 0 1 0 0,1 0 0 0 0,-1 1-1 0 0,1-1 1 0 0,-1 0 0 0 0,0 1-1 0 0,1-1 1 0 0,-1 0-1 0 0,0 1 1 0 0,7 11 15072 0 0,-7-17-14760 0 0,0-11 5721 0 0,0 8-886 0 0,0 18-4595 0 0,3 863 810 0 0,4 138-1460 0 0,0 146-71 0 0,-3-681 0 0 0,3-169 0 0 0,-4 409 0 0 0,1 104 0 0 0,0-451 0 0 0,-1 842-1595 0 0,-3-1265-4298 0 0,0 38 952 0 0,0-4-7339 0 0</inkml:trace>
</inkml:ink>
</file>

<file path=ppt/ink/ink2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0T13:28:24.99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0 0 0 0,'0'0'0'0'0</inkml:trace>
</inkml:ink>
</file>

<file path=ppt/ink/ink2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0T13:28:25.09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47 50 0 0 0,'-46'-44'0'0'0,"46"42"0"0"0,0-1 0 0 0</inkml:trace>
</inkml:ink>
</file>

<file path=ppt/ink/ink2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0T13:28:26.61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16 184 0 0 0,'-11'-17'5052'0'0,"10"13"-4076"0"0,1 1-1 0 0,-1-1 1 0 0,1 0 0 0 0,0 0 0 0 0,0 0 0 0 0,0 0-1 0 0,1-6 1 0 0,0-6 1220 0 0,-1-10-2275 0 0,0-37 6062 0 0,0 42-7666 0 0,0 20 1553 0 0,12 0-11332 0 0,8-1 8765 0 0,-54 32 22788 0 0,31-13-14902 0 0,4 23-7623 0 0,0-25 4076 0 0,2 1021 315 0 0,8 521-886 0 0,-4-834-806 0 0,3-219-265 0 0,-2 306 0 0 0,-1 2 0 0 0,0 281 0 0 0,0-901 0 0 0,-4 199 0 0 0,1-145 0 0 0,-1-94-1251 0 0,-7-255-18383 0 0,2 67 11838 0 0,1 7 3710 0 0</inkml:trace>
</inkml:ink>
</file>

<file path=ppt/ink/ink2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0T13:28:56.33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39 1 0 0 0,'-1'-1'611'0'0,"0"1"-1"0"0,-1 0 1 0 0,1 0 0 0 0,-1 0-1 0 0,1 0 1 0 0,0 0-1 0 0,-1 1 1 0 0,1-1 0 0 0,-1 0-1 0 0,1 0 1 0 0,0 1 0 0 0,-1-1-1 0 0,1 1 1 0 0,0 0 0 0 0,-1-1-1 0 0,1 1 1 0 0,0 0 0 0 0,-2 1-1 0 0,3-2-546 0 0,-1 1 546 0 0,1-1-281 0 0,-1 0 1 0 0,1 0-1 0 0,-1 0 0 0 0,1 0 0 0 0,-1 0 1 0 0,1 0-1 0 0,-1 1 0 0 0,1-1 0 0 0,-1 0 1 0 0,1 0-1 0 0,0 1 0 0 0,-1-1 1 0 0,1 0-1 0 0,-1 0 0 0 0,1 1 0 0 0,0-1 1 0 0,-1 0-1 0 0,1 1 0 0 0,0-1 1 0 0,-1 0-1 0 0,1 1 0 0 0,0-1 0 0 0,0 1 1 0 0,-1-1-1 0 0,1 1 0 0 0,0-1 0 0 0,0 0 1 0 0,0 1-1 0 0,0-1 0 0 0,0 1 1 0 0,-1-1-1 0 0,1 1 0 0 0,0-1 0 0 0,0 1 1 0 0,0-1-1 0 0,0 1 0 0 0,0-1 0 0 0,1 1 1 0 0,8 18 2032 0 0,-9-18-2579 0 0,22 31 1293 0 0,3 15-295 0 0,-22-41-716 0 0,1-1 1 0 0,-1 1 0 0 0,0 0 0 0 0,2 6 0 0 0,-3-6-12 0 0,0-1 0 0 0,1 1-1 0 0,0-1 1 0 0,0 0 0 0 0,5 7 0 0 0,3 2 86 0 0,-1 0 0 0 0,9 17 0 0 0,-11-18-37 0 0,1 1 1 0 0,19 22 0 0 0,7 0 76 0 0,1-3 6 0 0,-7-13-75 0 0,-12-7-25 0 0,1-2-1 0 0,1 1 0 0 0,0-2 0 0 0,39 15 1 0 0,164 46 362 0 0,-157-49-371 0 0,95 27 193 0 0,-23-21-107 0 0,261 20 0 0 0,-53-42 71 0 0,-116-18-228 0 0,-65 1-7 0 0,210-1 1 0 0,31-24 0 0 0,-198 0 0 0 0,-148 25 0 0 0,84-24 0 0 0,-79 21 0 0 0,86-7 0 0 0,-142 20 0 0 0,283-15 0 0 0,-264 14 0 0 0,1-1 0 0 0,-1-1 0 0 0,30-9 0 0 0,-30 5 0 0 0,28-13 0 0 0,-30 11 0 0 0,10-5 0 0 0,38-22 0 0 0,-29 13 0 0 0,21-14 0 0 0,-5 3 0 0 0,-43 24 0 0 0,29-14 0 0 0,14-9 0 0 0,-20 10 0 0 0,-8 7 0 0 0,-2-2 0 0 0,33-25 0 0 0,-58 40 0 0 0,0-1 0 0 0,-1-1 0 0 0,1 1 0 0 0,-1 0 0 0 0,6-11 0 0 0,-7 11 0 0 0,5 0 0 0 0,-7 5 0 0 0,0 0 0 0 0,0-1 0 0 0,0 1 0 0 0,-1 0 0 0 0,1-1 0 0 0,0 1 0 0 0,-1-1 0 0 0,1 1 0 0 0,0 0 0 0 0,-1-1 0 0 0,1 0 0 0 0,0 1 0 0 0,-1-1 0 0 0,1 1 0 0 0,-1-1 0 0 0,1 0 0 0 0,-3 5-180 0 0,-11 14-2871 0 0,-3-2-3496 0 0</inkml:trace>
</inkml:ink>
</file>

<file path=ppt/ink/ink2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0T13:29:00.39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14 502 0 0 0,'0'0'6693'0'0,"-4"-11"4027"0"0,4 11-10445 0 0,0 0-1 0 0,-1 0 1 0 0,1 0 0 0 0,0 0-1 0 0,-1 0 1 0 0,1 0 0 0 0,0 0-1 0 0,0 0 1 0 0,-1 0-1 0 0,1 0 1 0 0,0 0 0 0 0,-1 0-1 0 0,1 0 1 0 0,0 0 0 0 0,0 0-1 0 0,-1 0 1 0 0,1 0 0 0 0,0 0-1 0 0,-1 0 1 0 0,1 0 0 0 0,0 0-1 0 0,0-1 1 0 0,-2 0 1647 0 0,2 1-1647 0 0,0 0 0 0 0,0-1-1 0 0,-1 1 1 0 0,1 0-1 0 0,0 0 1 0 0,0-1 0 0 0,2-6 3190 0 0,3-4-4284 0 0,-2 3 889 0 0,0 0-1 0 0,1 0 1 0 0,0 0-1 0 0,0 1 1 0 0,1 0-1 0 0,6-8 1 0 0,-8 6-8 0 0,3-4-7 0 0,43-41 65 0 0,45-41-10 0 0,-41 40 144 0 0,-35 37-52 0 0,-15 15-185 0 0,0 0 1 0 0,1 0-1 0 0,-1 0 0 0 0,0 0 0 0 0,7-3 1 0 0,6-4 21 0 0,-9 5-34 0 0,0 1 0 0 0,0 0 0 0 0,0 1-1 0 0,0 0 1 0 0,0 0 0 0 0,11-3 0 0 0,20-4-13 0 0,-24 5 21 0 0,1 2 0 0 0,22-4 0 0 0,1 3-63 0 0,32-2 26 0 0,150-5 84 0 0,-56 6 110 0 0,0-18 42 0 0,-54 7 93 0 0,32 8-59 0 0,-75 5-208 0 0,-45 1-16 0 0,1 1 1 0 0,-1 1 0 0 0,40 5 0 0 0,-31 0-23 0 0,1-2 0 0 0,51-2 0 0 0,-66-1 0 0 0,76 8 0 0 0,-34 0 0 0 0,-44-7 0 0 0,1 1 0 0 0,17 4 0 0 0,-21-3 0 0 0,0 1 0 0 0,22 10 0 0 0,-22-8 0 0 0,6 4 0 0 0,26 15 0 0 0,-31-17 0 0 0,6 7 0 0 0,-16-12 0 0 0,0-1 0 0 0,0 1 0 0 0,1-1 0 0 0,-1 1 0 0 0,1-1 0 0 0,0 0 0 0 0,-1-1 0 0 0,1 1 0 0 0,7 1 0 0 0,-10-2 0 0 0,0-1 0 0 0,0 0 0 0 0,0 0 0 0 0,0 0 0 0 0,1 1 0 0 0,-1-1 0 0 0,0 1 0 0 0,0-1 0 0 0,0 1 0 0 0,0-1 0 0 0,0 1 0 0 0,0 0 0 0 0,0-1 0 0 0,-1 1 0 0 0,1 0 0 0 0,0 0 0 0 0,0-1 0 0 0,0 1 0 0 0,-1 0 0 0 0,1 0 0 0 0,-1 0 0 0 0,1 0 0 0 0,0 2 0 0 0,16 3 0 0 0,-17-6 0 0 0,0 0 0 0 0,1 0 0 0 0,-1 0 0 0 0,0 0 0 0 0,0 0 0 0 0,1 0 0 0 0,-1 0 0 0 0,0 0 0 0 0,0 0 0 0 0,1 0 0 0 0,-1 0 0 0 0,0 0 0 0 0,1 0 0 0 0,-1 0 0 0 0,0 1 0 0 0,0-1 0 0 0,1 0 0 0 0,-1 0 0 0 0,0 0 0 0 0,0 0 0 0 0,0 0 0 0 0,1 1 0 0 0,-1-1 0 0 0,0 0 0 0 0,0 0 0 0 0,0 1 0 0 0,1-1 0 0 0,-1 0 0 0 0,0 0 0 0 0,0 0 0 0 0,0 1 0 0 0,0-1 0 0 0,0 0 0 0 0,0 1 0 0 0,1-1 0 0 0,-2 3 0 0 0,1-3 0 0 0,18 5 0 0 0,53 31 0 0 0,-62-34 0 0 0,-7-2 0 0 0,0 1 0 0 0,1-1 0 0 0,-1 1 0 0 0,0 0 0 0 0,0 0 0 0 0,0 0 0 0 0,0 0 0 0 0,4 2 0 0 0,-6-2 0 0 0,1 0 0 0 0,0 0 0 0 0,0-1 0 0 0,-1 1 0 0 0,1 0 0 0 0,0 0 0 0 0,-1 0 0 0 0,1 0 0 0 0,-1 0 0 0 0,1 0 0 0 0,-1 0 0 0 0,0 0 0 0 0,1 1 0 0 0,7 11 0 0 0,-5-9 0 0 0,0-1 0 0 0,0 1 0 0 0,0 0 0 0 0,0 0 0 0 0,0 0 0 0 0,2 6 0 0 0,2 1 0 0 0,14 14 0 0 0,-21-22 0 0 0,0-3 0 0 0,0 1 0 0 0,0 0 0 0 0,0-1 0 0 0,0 1 0 0 0,0 0 0 0 0,0 0 0 0 0,0-1 0 0 0,1 1 0 0 0,-1 0 0 0 0,0 0 0 0 0,0-1 0 0 0,1 1 0 0 0,-1 0 0 0 0,0-1 0 0 0,1 1 0 0 0,-1-1 0 0 0,1 1 0 0 0,-1 0 0 0 0,0-1 0 0 0,1 1 0 0 0,0-1 0 0 0,-1 1 0 0 0,1-1 0 0 0,-1 1 0 0 0,1-1 0 0 0,0 0 0 0 0,-1 1 0 0 0,1-1 0 0 0,-1 0 0 0 0,2 1 0 0 0,1 0 0 0 0,-2-1 0 0 0,0 0 0 0 0,0 1 0 0 0,0-1 0 0 0,0 1 0 0 0,0-1 0 0 0,0 1 0 0 0,0 0 0 0 0,0-1 0 0 0,0 1 0 0 0,0 0 0 0 0,0-1 0 0 0,0 1 0 0 0,-1 0 0 0 0,1 0 0 0 0,0 0 0 0 0,0 0 0 0 0,0 1 0 0 0,8 10 0 0 0,-8-10 0 0 0,1 0 0 0 0,0 1 0 0 0,-1-1 0 0 0,1 0 0 0 0,-1 1 0 0 0,0-1 0 0 0,1 0 0 0 0,-1 1 0 0 0,0-1 0 0 0,-1 1 0 0 0,1 0 0 0 0,0 3 0 0 0,3 21-48 0 0,-4-27-264 0 0,7-11-5971 0 0</inkml:trace>
</inkml:ink>
</file>

<file path=ppt/ink/ink2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0T13:28:13.54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 0 0 0,'0'0'0'0'0</inkml:trace>
</inkml:ink>
</file>

<file path=ppt/ink/ink2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0T13:28:14.96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15 1 0 0 0,'0'11'27432'0'0,"0"-17"-22814"0"0,0 750-3901 0 0,-4 1605-717 0 0,1-1715 0 0 0,-1 228 0 0 0,4-857-388 0 0,-2-10-874 0 0,1-11-4483 0 0</inkml:trace>
</inkml:ink>
</file>

<file path=ppt/ink/ink2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0T13:29:06.02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40 17 0 0 0,'0'0'7906'0'0,"-1"-3"-7444"0"0,-4-4-1227 0 0,0 3 4048 0 0,-16 2 13282 0 0,20 4-16531 0 0,0 1 0 0 0,0-1-1 0 0,0 1 1 0 0,0 0 0 0 0,0 0-1 0 0,1-1 1 0 0,-1 1 0 0 0,1 0 0 0 0,0 0-1 0 0,0 5 1 0 0,0 5 76 0 0,1-1 1 0 0,0 1-1 0 0,4 15 0 0 0,-3-20-47 0 0,0 0 0 0 0,1 0-1 0 0,0 0 1 0 0,0 0 0 0 0,8 13-1 0 0,19 30 393 0 0,-15-29-231 0 0,2 0 0 0 0,0-1-1 0 0,29 27 1 0 0,-31-26-111 0 0,-9-17-67 0 0,0 0-1 0 0,-1 1 0 0 0,9 12 1 0 0,7 7 64 0 0,0 0-33 0 0,-14-19-55 0 0,-1 1 0 0 0,0-1 1 0 0,0 1-1 0 0,8 13 1 0 0,-9-13-7 0 0,-1-1 0 0 0,1 1 0 0 0,1-1 0 0 0,-1-1 1 0 0,1 1-1 0 0,0-1 0 0 0,0 0 0 0 0,0 0 1 0 0,1-1-1 0 0,7 4 0 0 0,2 0 64 0 0,1-1 0 0 0,0-1 0 0 0,23 5 0 0 0,41 17 74 0 0,-59-19-121 0 0,-1-1 0 0 0,33 7-1 0 0,-39-12-16 0 0,43 9 24 0 0,1-3 0 0 0,75 3 0 0 0,59-7 56 0 0,-163-4-89 0 0,-10-1 29 0 0,0 0 0 0 0,0 0 1 0 0,0-2-1 0 0,34-7 0 0 0,-18 0 70 0 0,56-7 1 0 0,-31 7-47 0 0,-32 3 26 0 0,-1-2 1 0 0,53-23 0 0 0,11-2 85 0 0,67-7 13 0 0,-148 38-182 0 0,1 1 0 0 0,-1 0 0 0 0,0 0 0 0 0,0 1 1 0 0,1 1-1 0 0,-1 0 0 0 0,0 0 0 0 0,15 4 0 0 0,-12-3 8 0 0,0-1 1 0 0,0 0-1 0 0,0-1 0 0 0,0-1 0 0 0,0 0 1 0 0,0-1-1 0 0,27-7 0 0 0,-18 4-5 0 0,37-11-6 0 0,-51 14 0 0 0,1-1 0 0 0,-1 0 0 0 0,0-1 0 0 0,0 0 0 0 0,15-10 0 0 0,-18 11 0 0 0,0 0 0 0 0,0 0 0 0 0,1 0 0 0 0,11-3 0 0 0,-11 4 0 0 0,-1-1 0 0 0,1 1 0 0 0,-1-1 0 0 0,12-7 0 0 0,-6 1 0 0 0,0 1 0 0 0,23-11 0 0 0,-3-5 0 0 0,-3 2 0 0 0,-28 21 0 0 0,1 0 0 0 0,-1-1 0 0 0,0 1 0 0 0,0-1 0 0 0,0 1 0 0 0,-1-1 0 0 0,1 1 1 0 0,0-1-1 0 0,0 1 0 0 0,-1-1 0 0 0,1 0 0 0 0,-1 1 0 0 0,0-1 0 0 0,1-2 0 0 0,1-36-5 0 0,-2 40-110 0 0,-6 0-3996 0 0</inkml:trace>
</inkml:ink>
</file>

<file path=ppt/ink/ink2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0T13:29:35.27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1030 416 0 0 0,'-21'3'25115'0'0,"20"-28"-23202"0"0,-4 10-1621 0 0,0 1-1 0 0,-13-23 0 0 0,15 32-226 0 0,0-1 65 0 0,0 0 1 0 0,-1 0-1 0 0,0 1 1 0 0,0-1 0 0 0,-9-8-1 0 0,5 6-16 0 0,0 1 0 0 0,0 0 0 0 0,-1 1 1 0 0,0 0-1 0 0,0 0 0 0 0,0 1 0 0 0,-1 0 0 0 0,-19-6 0 0 0,11 5-17 0 0,-1 2 0 0 0,-1 0 0 0 0,-33-3 0 0 0,-62 4 70 0 0,84 5-146 0 0,1 1-1 0 0,-1 2 1 0 0,1 1 0 0 0,-50 16 0 0 0,59-15-27 0 0,1 0 1 0 0,0 1-1 0 0,0 2 1 0 0,1 0-1 0 0,0 1 1 0 0,0 0-1 0 0,2 2 0 0 0,-1 0 1 0 0,2 1-1 0 0,0 1 1 0 0,0 0-1 0 0,2 1 1 0 0,0 1-1 0 0,0 0 1 0 0,2 1-1 0 0,0 0 1 0 0,1 1-1 0 0,-13 32 0 0 0,3 9 22 0 0,2 0 0 0 0,2 1-1 0 0,-14 118 1 0 0,24-116 2 0 0,4-1 0 0 0,8 109 0 0 0,-2-137-19 0 0,2 1 0 0 0,2-1 0 0 0,1 0 0 0 0,2-1 1 0 0,13 33-1 0 0,-1-16 18 0 0,2-1 0 0 0,44 66 0 0 0,-61-104-14 0 0,1-1 1 0 0,0 0-1 0 0,1 0 0 0 0,0-1 0 0 0,1 0 0 0 0,0 0 1 0 0,0-1-1 0 0,0-1 0 0 0,1 0 0 0 0,0 0 0 0 0,1-1 1 0 0,0-1-1 0 0,-1 1 0 0 0,2-2 0 0 0,-1 0 0 0 0,0 0 1 0 0,1-1-1 0 0,22 2 0 0 0,-5-3 8 0 0,0-1-1 0 0,0-2 1 0 0,0-1-1 0 0,0-1 1 0 0,-1-1-1 0 0,1-2 1 0 0,29-10 0 0 0,116-38 54 0 0,-133 38-36 0 0,0-1 0 0 0,41-24 0 0 0,84-60 111 0 0,-137 80-91 0 0,0-1 0 0 0,-2-2 1 0 0,33-33-1 0 0,-45 38-35 0 0,-1 0 1 0 0,-1-1-1 0 0,-1 0 0 0 0,0-1 0 0 0,-2 0 1 0 0,0-1-1 0 0,-1-1 0 0 0,-2 1 0 0 0,7-26 1 0 0,-11 32-9 0 0,5-14 23 0 0,6-42 1 0 0,-7 21 4 0 0,-3 21 13 0 0,2-55 0 0 0,-6 53-13 0 0,-1 8 13 0 0,0 0 1 0 0,-1 0 0 0 0,-6-33-1 0 0,0 25 7 0 0,3 11 22 0 0,-13-37 1 0 0,-1 11 33 0 0,6 13 18 0 0,-1 0-1 0 0,-2 0 1 0 0,-24-37-1 0 0,22 46-97 0 0,-2 1 0 0 0,-1 0 1 0 0,-1 2-1 0 0,-37-32 0 0 0,-105-68 71 0 0,143 108-106 0 0,-1 2 1 0 0,-1 0-1 0 0,0 2 0 0 0,0 0 0 0 0,-1 2 1 0 0,0 0-1 0 0,0 2 0 0 0,-49-8 0 0 0,54 12-2 0 0,0 0 0 0 0,0 2 0 0 0,0 0 0 0 0,0 1 0 0 0,0 1 0 0 0,0 0 0 0 0,0 2 1 0 0,0 0-1 0 0,1 1 0 0 0,0 1 0 0 0,0 0 0 0 0,-28 15 0 0 0,26-10-127 0 0,1 0 1 0 0,0 1-1 0 0,1 1 0 0 0,0 1 1 0 0,1 0-1 0 0,-26 31 1 0 0,35-36-146 0 0,0 0 0 0 0,1 0 1 0 0,-8 15-1 0 0,6 4-2524 0 0,8-24 1640 0 0,-1-1 0 0 0,1 1 0 0 0,0 0 0 0 0,1-1-1 0 0,-1 1 1 0 0,1 4 0 0 0</inkml:trace>
</inkml:ink>
</file>

<file path=ppt/ink/ink2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0T13:29:42.38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33 721 9650 0 0,'0'0'10612'0'0,"-2"-10"-10494"0"0,-5-33-34 0 0,6 39-62 0 0,1-1-1 0 0,0 0 0 0 0,0 1 0 0 0,0-1 0 0 0,1 1 0 0 0,0-1 0 0 0,-1 1 0 0 0,2-1 1 0 0,-1 1-1 0 0,4-9 0 0 0,2-8 104 0 0,-2 2 214 0 0,14-35 1 0 0,-19 54-378 0 0,1 0 1 0 0,-1-1-1 0 0,1 1 1 0 0,-1 0-1 0 0,0 0 1 0 0,1 0-1 0 0,-1 0 1 0 0,1-1-1 0 0,-1 1 1 0 0,1 0-1 0 0,-1 0 1 0 0,0 0-1 0 0,1 0 1 0 0,-1 0-1 0 0,1 0 0 0 0,-1 0 1 0 0,1 0-1 0 0,-1 1 1 0 0,0-1-1 0 0,1 0 1 0 0,-1 0-1 0 0,1 0 1 0 0,-1 0-1 0 0,1 1 1 0 0,-1-1-1 0 0,0 0 1 0 0,1 0-1 0 0,-1 0 1 0 0,0 1-1 0 0,1-1 1 0 0,-1 0-1 0 0,0 1 1 0 0,1-1-1 0 0,-1 0 1 0 0,0 1-1 0 0,0-1 1 0 0,1 1-1 0 0,17 17 112 0 0,-16-16-195 0 0,8 10 11 0 0,-10-11 103 0 0,1 1 0 0 0,0-1-1 0 0,-1 0 1 0 0,1 0 0 0 0,0 0 0 0 0,0 0-1 0 0,0 0 1 0 0,0 0 0 0 0,0 0-1 0 0,0 0 1 0 0,1 0 0 0 0,-1 0 0 0 0,3 1 1194 0 0,-11-16 1210 0 0,-6 4-2195 0 0,13 8-198 0 0,-1 1-1 0 0,0 0 1 0 0,0 0-1 0 0,0 0 1 0 0,0 0 0 0 0,0 0-1 0 0,0 0 1 0 0,0 0-1 0 0,0 0 1 0 0,0 0-1 0 0,-1 0 1 0 0,1 1-1 0 0,0-1 1 0 0,0 0-1 0 0,-1 1 1 0 0,1-1 0 0 0,0 1-1 0 0,-1 0 1 0 0,1-1-1 0 0,-1 1 1 0 0,1 0-1 0 0,0 0 1 0 0,-1 0-1 0 0,1 0 1 0 0,-1 0-1 0 0,1 0 1 0 0,-1 0 0 0 0,1 1-1 0 0,0-1 1 0 0,-1 0-1 0 0,-2 2 1 0 0,1 0-43 0 0,1 1 0 0 0,-1-1 0 0 0,0 1 0 0 0,1 0 0 0 0,-1 0 0 0 0,1 0 0 0 0,0 1 0 0 0,0-1 1 0 0,0 0-1 0 0,0 1 0 0 0,-1 6 0 0 0,-8 12-24 0 0,7-12 71 0 0,0 0-1 0 0,1 0 1 0 0,0 0 0 0 0,1 1-1 0 0,0-1 1 0 0,0 20-1 0 0,0-13-5 0 0,2-13-14 0 0,-1 1-1 0 0,1-1 1 0 0,0 0 0 0 0,0 0 0 0 0,1 0-1 0 0,-1 0 1 0 0,1 0 0 0 0,0 0-1 0 0,0 0 1 0 0,0 0 0 0 0,0 0 0 0 0,1 0-1 0 0,-1-1 1 0 0,1 1 0 0 0,3 4-1 0 0,-3-6 18 0 0,0 0 0 0 0,0 0-1 0 0,0 1 1 0 0,1-1 0 0 0,-1-1-1 0 0,1 1 1 0 0,-1 0 0 0 0,1-1-1 0 0,0 1 1 0 0,-1-1 0 0 0,1 0-1 0 0,0 1 1 0 0,0-2 0 0 0,0 1-1 0 0,0 0 1 0 0,0 0 0 0 0,0-1-1 0 0,0 0 1 0 0,0 0 0 0 0,4 0-1 0 0,1 0 42 0 0,1-1 0 0 0,-1-1 0 0 0,1 0-1 0 0,-1 0 1 0 0,1 0 0 0 0,-1-1 0 0 0,0-1 0 0 0,0 1-1 0 0,-1-1 1 0 0,1 0 0 0 0,-1-1 0 0 0,0 0-1 0 0,0 0 1 0 0,6-6 0 0 0,10-10 125 0 0,-2 0 0 0 0,32-43 1 0 0,-40 47-55 0 0,-1-1 1 0 0,-1-1 0 0 0,-1 0 0 0 0,0-1 0 0 0,-2 1 0 0 0,0-2 0 0 0,-1 1 0 0 0,-1-1 0 0 0,4-26-1 0 0,-2 12-50 0 0,-6 26-33 0 0,0-1 0 0 0,0 1 0 0 0,1-18 0 0 0,-3 11 32 0 0,-1-21 96 0 0,1 35-105 0 0,-1 0 0 0 0,1 0 0 0 0,-1 0 0 0 0,0 0 0 0 0,1 1 0 0 0,-1-1 0 0 0,0 0 0 0 0,0 1 0 0 0,0-1 0 0 0,0 0 0 0 0,0 1 0 0 0,0-1 0 0 0,-1 1 0 0 0,1-1 0 0 0,-2-1 0 0 0,2 3 49 0 0,-10 30-468 0 0,5-3 357 0 0,0 1 1 0 0,2-1-1 0 0,1 1 0 0 0,1 0 0 0 0,3 33 0 0 0,0-55 2 0 0,0 0 0 0 0,0 0 0 0 0,1 0 0 0 0,0 0 0 0 0,0 0 0 0 0,1-1 0 0 0,6 11-1 0 0,1 4-8 0 0,-8-16 20 0 0,1 0 1 0 0,-1 0-1 0 0,1 0 1 0 0,0 0-1 0 0,0 0 1 0 0,1-1-1 0 0,-1 0 1 0 0,1 1 0 0 0,-1-1-1 0 0,1 0 1 0 0,0-1-1 0 0,0 1 1 0 0,0-1-1 0 0,1 0 1 0 0,-1 0-1 0 0,1 0 1 0 0,-1 0-1 0 0,1-1 1 0 0,-1 0 0 0 0,1 0-1 0 0,0 0 1 0 0,0 0-1 0 0,0-1 1 0 0,-1 0-1 0 0,1 0 1 0 0,5-1-1 0 0,-7 0 23 0 0,-1-1 0 0 0,1-1-1 0 0,-1 1 1 0 0,0 0-1 0 0,0-1 1 0 0,0 1-1 0 0,0-1 1 0 0,0 1-1 0 0,0-1 1 0 0,-1 0 0 0 0,2-3-1 0 0,0 1 3 0 0,2-7 4 0 0,-1 1 0 0 0,0 0-1 0 0,0-1 1 0 0,-1 0 0 0 0,2-19 0 0 0,-2 11-27 0 0,1-2-10 0 0,0-35-1 0 0,-4 56 70 0 0,7 26-756 0 0,-2-11 725 0 0,-4-12-37 0 0,0 0 0 0 0,-1 1 0 0 0,1-1 0 0 0,0 0 0 0 0,0 0-1 0 0,0 0 1 0 0,1 0 0 0 0,-1 0 0 0 0,3 3 0 0 0,-2-2-1 0 0,0-1-1 0 0,0 1 1 0 0,0-1 0 0 0,1 0-1 0 0,-1 1 1 0 0,1-1-1 0 0,0 0 1 0 0,-1 0 0 0 0,1 0-1 0 0,0-1 1 0 0,0 1-1 0 0,0-1 1 0 0,0 0 0 0 0,1 0-1 0 0,-1 0 1 0 0,0 0 0 0 0,0 0-1 0 0,1-1 1 0 0,-1 1-1 0 0,5-1 1 0 0,-4 0 8 0 0,0 0-1 0 0,0-1 0 0 0,0 0 1 0 0,0 1-1 0 0,0-1 1 0 0,0-1-1 0 0,0 1 1 0 0,0 0-1 0 0,0-1 1 0 0,0 0-1 0 0,-1 0 0 0 0,1 0 1 0 0,-1 0-1 0 0,0-1 1 0 0,1 0-1 0 0,-1 1 1 0 0,4-6-1 0 0,2-3 5 0 0,0 0 0 0 0,-1-1 0 0 0,11-21 0 0 0,-1 2-130 0 0,-11 13 52 0 0,-7 17 44 0 0,0 0 1 0 0,0-1-1 0 0,1 1 1 0 0,-1 0-1 0 0,0 0 1 0 0,1-1 0 0 0,-1 1-1 0 0,1 0 1 0 0,-1 0-1 0 0,1 0 1 0 0,-1 0-1 0 0,1 0 1 0 0,0 0-1 0 0,-1 0 1 0 0,1 0-1 0 0,0 0 1 0 0,0 0-1 0 0,0 0 1 0 0,0 0 0 0 0,0 0-1 0 0,0 1 1 0 0,0-1-1 0 0,0 0 1 0 0,2 0-1 0 0,-2 1-106 0 0,31 0-647 0 0,-29 0 765 0 0,-3 0 13 0 0,0 0 0 0 0,0 0 0 0 0,0 0 0 0 0,0 0 1 0 0,1 0-1 0 0,-1 0 0 0 0,0 0 0 0 0,0 0 0 0 0,0 0 0 0 0,0 0 1 0 0,1 0-1 0 0,-1 0 0 0 0,0 0 0 0 0,0 0 0 0 0,0 0 0 0 0,0 0 1 0 0,1-1-1 0 0,-1 1 0 0 0,0 0 0 0 0,0 0 0 0 0,0 0 0 0 0,0 0 1 0 0,0 0-1 0 0,1 0 0 0 0,-1 0 0 0 0,0-1 0 0 0,0 1 0 0 0,0 0 1 0 0,0 0-1 0 0,0 0 0 0 0,0 0 0 0 0,0-1 0 0 0,0 1 0 0 0,0 0 1 0 0,0 0-1 0 0,0 0 0 0 0,0 0 0 0 0,0-1 0 0 0,0 1 0 0 0,0 0 1 0 0,0 0-1 0 0,0 0 0 0 0,0-1 0 0 0,0 1 0 0 0,-4-11 312 0 0,-9-6 159 0 0,4 9-374 0 0,-5-3-67 0 0,14 11-43 0 0,-1 0 1 0 0,0 1 0 0 0,1-1 0 0 0,-1 0 0 0 0,0 0-1 0 0,1 0 1 0 0,-1 1 0 0 0,1-1 0 0 0,-1 0-1 0 0,0 1 1 0 0,1-1 0 0 0,-1 0 0 0 0,1 1-1 0 0,-1-1 1 0 0,1 1 0 0 0,-1-1 0 0 0,1 1-1 0 0,-1-1 1 0 0,1 1 0 0 0,0-1 0 0 0,-1 1-1 0 0,1 0 1 0 0,0-1 0 0 0,-1 1 0 0 0,1-1 0 0 0,0 1-1 0 0,0 0 1 0 0,0-1 0 0 0,-1 2 0 0 0,-2 9-12 0 0,0 0 0 0 0,1 0 1 0 0,0 1-1 0 0,0-1 0 0 0,1 0 1 0 0,1 1-1 0 0,0-1 0 0 0,1 1 1 0 0,1 12-1 0 0,-1-22 14 0 0,-1 0 1 0 0,1 1-1 0 0,0-1 1 0 0,-1 1 0 0 0,1-1-1 0 0,0 0 1 0 0,1 1-1 0 0,-1-1 1 0 0,0 0-1 0 0,1 0 1 0 0,-1 0-1 0 0,1 0 1 0 0,-1 0-1 0 0,1 0 1 0 0,0 0-1 0 0,0-1 1 0 0,0 1-1 0 0,0-1 1 0 0,0 1-1 0 0,0-1 1 0 0,0 0-1 0 0,1 0 1 0 0,-1 0-1 0 0,0 0 1 0 0,1 0 0 0 0,-1 0-1 0 0,1-1 1 0 0,3 1-1 0 0,-2 0 23 0 0,-1-1 1 0 0,1 0-1 0 0,-1 0 0 0 0,1 0 1 0 0,-1-1-1 0 0,1 1 0 0 0,-1-1 1 0 0,0 0-1 0 0,1 0 0 0 0,-1 0 1 0 0,0 0-1 0 0,0-1 0 0 0,0 1 0 0 0,0-1 1 0 0,0 0-1 0 0,0 0 0 0 0,0 0 1 0 0,0 0-1 0 0,-1 0 0 0 0,5-6 1 0 0,4-4 63 0 0,-7 7-61 0 0,0 1-1 0 0,0-1 1 0 0,-1 0 0 0 0,0 0 0 0 0,0 0 0 0 0,5-11 0 0 0,4-13 34 0 0,-8 21-41 0 0,0-1 1 0 0,-1 0-1 0 0,0 1 1 0 0,-1-1-1 0 0,2-10 1 0 0,6-28 10 0 0,-7 34-29 0 0,0-1 1 0 0,-1 0-1 0 0,1-20 1 0 0,-2-1-10 0 0,0 20 39 0 0,-1 0 0 0 0,0 0 0 0 0,-1 0-1 0 0,-4-21 1 0 0,5 35-19 0 0,0 0-1 0 0,0 1 1 0 0,0-1-1 0 0,0 0 1 0 0,-1 1 0 0 0,1-1-1 0 0,0 0 1 0 0,0 0-1 0 0,-1 1 1 0 0,1-1 0 0 0,0 0-1 0 0,-1 1 1 0 0,1-1 0 0 0,-1 1-1 0 0,1-1 1 0 0,-1 1-1 0 0,1-1 1 0 0,-1 0 0 0 0,-5 8-239 0 0,0 23-59 0 0,4 1 290 0 0,1-1-1 0 0,2 1 0 0 0,6 44 1 0 0,-5-67 6 0 0,-1-1 0 0 0,2 1 0 0 0,-1-1 0 0 0,5 9 0 0 0,2 8-9 0 0,-8-22 6 0 0,-1 0-1 0 0,1 0 1 0 0,-1-1 0 0 0,1 1-1 0 0,0 0 1 0 0,-1 0 0 0 0,1-1 0 0 0,0 1-1 0 0,0-1 1 0 0,0 1 0 0 0,1 0-1 0 0,-1-1 1 0 0,0 0 0 0 0,0 1 0 0 0,1-1-1 0 0,-1 0 1 0 0,1 0 0 0 0,-1 0-1 0 0,1 0 1 0 0,0 0 0 0 0,-1 0 0 0 0,3 1-1 0 0,-3-2 111 0 0,0-22 4 0 0,1 0 1 0 0,2 1 0 0 0,0-1-1 0 0,1 1 1 0 0,12-30 0 0 0,-15 46-99 0 0,-1-2 42 0 0,-1 7-70 0 0,0 0 1 0 0,0 0 0 0 0,0-1-1 0 0,0 1 1 0 0,0 0-1 0 0,0-1 1 0 0,0 1-1 0 0,0 0 1 0 0,0-1 0 0 0,0 1-1 0 0,0 0 1 0 0,0-1-1 0 0,1 1 1 0 0,-1 0 0 0 0,0-1-1 0 0,0 1 1 0 0,0 0-1 0 0,0 0 1 0 0,1-1 0 0 0,-1 1-1 0 0,0 0 1 0 0,0 0-1 0 0,0-1 1 0 0,1 1 0 0 0,-1 0-1 0 0,0 0 1 0 0,1 0-1 0 0,-1 0 1 0 0,0-1 0 0 0,0 1-1 0 0,1 0 1 0 0,-1 0-1 0 0,0 0 1 0 0,1 0-1 0 0,-1 0 1 0 0,0 0 0 0 0,1 0-1 0 0,-1 0 1 0 0,0 0-1 0 0,1 0 1 0 0,-1 0 0 0 0,0 0-1 0 0,0 0 1 0 0,1 0-1 0 0,-1 0 1 0 0,0 0 0 0 0,1 0-1 0 0,-1 0 1 0 0,0 0-1 0 0,1 0 1 0 0,-1 1 0 0 0,0-1-1 0 0,0 0 1 0 0,1 0-1 0 0,0 3 18 0 0,0-1 1 0 0,0 0-1 0 0,0 0 0 0 0,-1 0 0 0 0,1 1 0 0 0,-1-1 1 0 0,1 0-1 0 0,-1 1 0 0 0,0-1 0 0 0,0 1 0 0 0,0-1 1 0 0,0 0-1 0 0,0 1 0 0 0,-1-1 0 0 0,1 0 0 0 0,-2 5 1 0 0,-1-2 29 0 0,-1 0 1 0 0,1 1 0 0 0,1-1-1 0 0,-1 1 1 0 0,1 0 0 0 0,0-1-1 0 0,-3 11 1 0 0,1 0 95 0 0,3-13-96 0 0,0 1-1 0 0,0-1 0 0 0,0 1 1 0 0,0 0-1 0 0,1 0 1 0 0,-1 4-1 0 0,1-8-31 0 0,0 1-1 0 0,0 0 1 0 0,0-1 0 0 0,1 1 0 0 0,-1 0-1 0 0,0 0 1 0 0,0-1 0 0 0,1 1 0 0 0,-1-1 0 0 0,0 1-1 0 0,1 0 1 0 0,-1-1 0 0 0,0 1 0 0 0,1-1-1 0 0,-1 1 1 0 0,1-1 0 0 0,-1 1 0 0 0,1-1-1 0 0,0 1 1 0 0,-1-1 0 0 0,1 1 0 0 0,-1-1-1 0 0,1 0 1 0 0,0 1 0 0 0,-1-1 0 0 0,1 0-1 0 0,0 0 1 0 0,-1 1 0 0 0,1-1 0 0 0,0 0 0 0 0,-1 0-1 0 0,1 0 1 0 0,0 0 0 0 0,0 0 0 0 0,-1 0-1 0 0,1 0 1 0 0,1 0 0 0 0,6-1 14 0 0,1 0 0 0 0,-1 0-1 0 0,0-1 1 0 0,1 0 0 0 0,-1 0 0 0 0,0-1 0 0 0,-1 0 0 0 0,12-7-1 0 0,60-38-437 0 0,-64 39 218 0 0,21-18-794 0 0,-18 13-1458 0 0,1 0-5642 0 0</inkml:trace>
</inkml:ink>
</file>

<file path=ppt/ink/ink2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0T13:29:42.64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0 23677 0 0,'0'0'3481'0'0</inkml:trace>
</inkml:ink>
</file>

<file path=ppt/ink/ink2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0T13:29:44.27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0 677 18700 0 0,'0'0'3165'0'0,"21"-13"-2773"0"0,118-75 213 0 0,-88 57-327 0 0,142-94 163 0 0,-171 109-309 0 0,40-38-1 0 0,-56 48-62 0 0,0 0-1 0 0,-1 0 1 0 0,0-1 0 0 0,0 0-1 0 0,0 0 1 0 0,-1 0-1 0 0,0 0 1 0 0,0-1-1 0 0,-1 0 1 0 0,4-14 0 0 0,-6 16 35 0 0,0 0 0 0 0,-1 0 0 0 0,0 0 0 0 0,0 0 0 0 0,-1 0 0 0 0,1 0 0 0 0,-1 0 0 0 0,0 0 0 0 0,-1 0 0 0 0,0 1 1 0 0,0-1-1 0 0,-4-8 0 0 0,5 12-79 0 0,0 0-1 0 0,0 0 1 0 0,0 0 0 0 0,0 0 0 0 0,0 0 0 0 0,-1 0 0 0 0,1 1 0 0 0,-1-1-1 0 0,1 0 1 0 0,-1 1 0 0 0,0-1 0 0 0,0 1 0 0 0,0 0 0 0 0,1 0 0 0 0,-1-1-1 0 0,-1 1 1 0 0,1 0 0 0 0,0 1 0 0 0,0-1 0 0 0,0 0 0 0 0,0 1 0 0 0,-1-1-1 0 0,1 1 1 0 0,0-1 0 0 0,0 1 0 0 0,-1 0 0 0 0,1 0 0 0 0,0 0 0 0 0,-1 0-1 0 0,1 1 1 0 0,0-1 0 0 0,0 1 0 0 0,0-1 0 0 0,-5 3 0 0 0,6-3-32 0 0,0 1-1 0 0,0 0 1 0 0,0 0 0 0 0,-1-1 0 0 0,1 1 0 0 0,0 0 0 0 0,0 0 0 0 0,0 0 0 0 0,0 0-1 0 0,1 1 1 0 0,-1-1 0 0 0,0 0 0 0 0,0 0 0 0 0,1 0 0 0 0,-1 1 0 0 0,0 2 0 0 0,-7 25-65 0 0,6-16 67 0 0,-1 1 11 0 0,0 0-1 0 0,1 0 0 0 0,1 0 1 0 0,0 1-1 0 0,2 24 0 0 0,3-9 19 0 0,12 51-1 0 0,15 25 13 0 0,-2-27-25 0 0,-28-75 4 0 0,1 0 0 0 0,-1 0 0 0 0,0 0 0 0 0,0 0 1 0 0,-1 0-1 0 0,1 0 0 0 0,-1 7 720 0 0,0-28 380 0 0,-14-33-1067 0 0,11 41-80 0 0,0 1-1 0 0,1 0 1 0 0,0-1-1 0 0,0 0 1 0 0,0-15-1 0 0,2-66-223 0 0,0 90 202 0 0,18 16-562 0 0,-9-8 635 0 0,-1 0 0 0 0,13 15 0 0 0,4 4-15 0 0,-18-20-3 0 0,1 0 0 0 0,0 0 0 0 0,0 0 0 0 0,1-1 0 0 0,14 7 0 0 0,-21-11 4 0 0,0-1-1 0 0,1 0 1 0 0,-1 0-1 0 0,1 0 0 0 0,0 0 1 0 0,-1-1-1 0 0,1 1 0 0 0,0-1 1 0 0,-1 0-1 0 0,1 1 0 0 0,0-1 1 0 0,-1 0-1 0 0,1 0 0 0 0,0-1 1 0 0,0 1-1 0 0,-1-1 0 0 0,1 1 1 0 0,0-1-1 0 0,-1 0 0 0 0,1 0 1 0 0,-1 0-1 0 0,1 0 1 0 0,-1 0-1 0 0,0-1 0 0 0,1 1 1 0 0,2-4-1 0 0,2-1 31 0 0,0 0 0 0 0,-1-1 0 0 0,1 1 0 0 0,-2-1 0 0 0,1-1 0 0 0,-1 1 0 0 0,0-1 0 0 0,7-16 0 0 0,-1-1 9 0 0,-4 10-31 0 0,-1 0 0 0 0,-1-1 1 0 0,6-24-1 0 0,-4 9 1 0 0,-5 25 9 0 0,0 0 1 0 0,-1 0 0 0 0,0 0-1 0 0,0 0 1 0 0,0-1-1 0 0,-1 1 1 0 0,0-1-1 0 0,0 1 1 0 0,-2-11-1 0 0,2 16-24 0 0,0 1 0 0 0,0-1 0 0 0,-1 0-1 0 0,1 1 1 0 0,0-1 0 0 0,0 1 0 0 0,-1-1-1 0 0,1 1 1 0 0,-1-1 0 0 0,1 1 0 0 0,0-1-1 0 0,-1 1 1 0 0,1-1 0 0 0,-1 1-1 0 0,1 0 1 0 0,-1-1 0 0 0,1 1 0 0 0,-1 0-1 0 0,1-1 1 0 0,-1 1 0 0 0,0 0 0 0 0,1 0-1 0 0,-1-1 1 0 0,1 1 0 0 0,-1 0 0 0 0,0 0-1 0 0,1 0 1 0 0,-1 0 0 0 0,0 0-1 0 0,1 0 1 0 0,-1 0 0 0 0,1 0 0 0 0,-1 0-1 0 0,0 0 1 0 0,1 0 0 0 0,-1 0 0 0 0,0 1-1 0 0,1-1 1 0 0,-1 0 0 0 0,1 0 0 0 0,-1 1-1 0 0,1-1 1 0 0,-1 0 0 0 0,1 1-1 0 0,-1-1 1 0 0,1 1 0 0 0,-1-1 0 0 0,1 0-1 0 0,-1 1 1 0 0,1-1 0 0 0,0 1 0 0 0,-1-1-1 0 0,1 1 1 0 0,0-1 0 0 0,-1 1 0 0 0,1 0-1 0 0,0 0 1 0 0,-4 7-28 0 0,1 1-1 0 0,0-1 1 0 0,0 1 0 0 0,1 0-1 0 0,1 0 1 0 0,-1 0 0 0 0,1 0-1 0 0,1 0 1 0 0,0 0 0 0 0,1 15-1 0 0,0-21 25 0 0,0 0 1 0 0,0-1-1 0 0,0 1 0 0 0,0 0 0 0 0,0-1 0 0 0,1 1 0 0 0,-1-1 0 0 0,1 1 0 0 0,-1-1 0 0 0,4 3 1 0 0,6 10-12 0 0,-9-12 17 0 0,0 0 0 0 0,0-1 1 0 0,1 0-1 0 0,-1 0 0 0 0,1 1 0 0 0,-1-2 0 0 0,1 1 1 0 0,0 0-1 0 0,0 0 0 0 0,0-1 0 0 0,0 0 0 0 0,0 1 1 0 0,0-1-1 0 0,1 0 0 0 0,-1-1 0 0 0,0 1 0 0 0,5 0 1 0 0,-1 0 13 0 0,1 0 0 0 0,0 0 1 0 0,0-1-1 0 0,0 0 1 0 0,0-1-1 0 0,10-1 0 0 0,-11 0 7 0 0,0-1-1 0 0,0 0 0 0 0,0 0 1 0 0,-1 0-1 0 0,1-1 1 0 0,-1 1-1 0 0,1-2 0 0 0,-1 1 1 0 0,-1-1-1 0 0,1 0 0 0 0,-1 0 1 0 0,1 0-1 0 0,-1-1 0 0 0,5-8 1 0 0,1-2 1 0 0,-1-1 0 0 0,0 0 0 0 0,-2 0 0 0 0,9-26 0 0 0,-13 29 43 0 0,0-1-1 0 0,-2 0 0 0 0,1 0 1 0 0,-2 0-1 0 0,0-28 1 0 0,-1 43-53 0 0,3 1-382 0 0,0-1 333 0 0,1 1 0 0 0,-1 0-1 0 0,0 1 1 0 0,1-1-1 0 0,-1 1 1 0 0,0-1-1 0 0,0 1 1 0 0,0 0 0 0 0,0 0-1 0 0,3 3 1 0 0,0 0 51 0 0,-1 0 1 0 0,0 0-1 0 0,0 0 0 0 0,7 10 1 0 0,-9-11 9 0 0,-1 1 0 0 0,0-1 0 0 0,0 1 1 0 0,0 0-1 0 0,-1 0 0 0 0,0-1 0 0 0,2 10 0 0 0,-1 0-4 0 0,-1-12-13 0 0,0 0 0 0 0,-1 0 1 0 0,1 0-1 0 0,0 0 0 0 0,0 0 0 0 0,0 0 0 0 0,0 0 0 0 0,1 0 0 0 0,-1 0 0 0 0,1 0 0 0 0,-1-1 0 0 0,1 1 0 0 0,-1-1 0 0 0,1 1 0 0 0,0-1 0 0 0,0 1 0 0 0,0-1 0 0 0,-1 0 0 0 0,1 0 0 0 0,1 0 0 0 0,-1 0 0 0 0,0 0 0 0 0,0-1 0 0 0,0 1 0 0 0,0 0 0 0 0,0-1 0 0 0,1 0 0 0 0,-1 0 0 0 0,0 1 0 0 0,0-1 0 0 0,1 0 0 0 0,-1-1 0 0 0,0 1 0 0 0,0 0 1 0 0,1-1-1 0 0,-1 1 0 0 0,0-1 0 0 0,0 0 0 0 0,0 0 0 0 0,0 0 0 0 0,0 0 0 0 0,0 0 0 0 0,0 0 0 0 0,0 0 0 0 0,0-1 0 0 0,3-2 0 0 0,18-20 118 0 0,-2-2 1 0 0,27-39-1 0 0,-42 55-103 0 0,0 0-1 0 0,-1 0 0 0 0,0 0 1 0 0,-1-1-1 0 0,0 1 0 0 0,-1-1 1 0 0,0 0-1 0 0,0 0 1 0 0,-1-1-1 0 0,0-20 0 0 0,-2 31-23 0 0,-2-27 135 0 0,1 28-132 0 0,1 0 1 0 0,0-1-1 0 0,0 1 0 0 0,0 0 0 0 0,0 0 0 0 0,0 0 0 0 0,0-1 1 0 0,0 1-1 0 0,0 0 0 0 0,-1 0 0 0 0,1 0 0 0 0,0 0 0 0 0,0-1 1 0 0,0 1-1 0 0,0 0 0 0 0,-1 0 0 0 0,1 0 0 0 0,0 0 0 0 0,0 0 1 0 0,0-1-1 0 0,-1 1 0 0 0,1 0 0 0 0,0 0 0 0 0,0 0 0 0 0,-1 0 1 0 0,1 0-1 0 0,0 0 0 0 0,0 0 0 0 0,0 0 0 0 0,-1 0 0 0 0,1 0 1 0 0,0 0-1 0 0,0 0 0 0 0,-1 0 0 0 0,-12 11-25 0 0,9-5 17 0 0,1-1-1 0 0,-1 1 1 0 0,1 0 0 0 0,0 1 0 0 0,0-1 0 0 0,1 0 0 0 0,0 1 0 0 0,0 0 0 0 0,-1 6 0 0 0,2-8 4 0 0,0 0 1 0 0,1 0-1 0 0,-1 0 1 0 0,1 0-1 0 0,0 0 1 0 0,1 0-1 0 0,-1 0 1 0 0,1-1 0 0 0,0 1-1 0 0,0 0 1 0 0,0 0-1 0 0,1-1 1 0 0,3 8-1 0 0,-3-10 4 0 0,0 1 0 0 0,0 0 0 0 0,1-1 0 0 0,0 1 0 0 0,-1-1 0 0 0,1 0 0 0 0,0 0 0 0 0,0 0 0 0 0,0 0 0 0 0,0 0 0 0 0,0-1-1 0 0,1 1 1 0 0,-1-1 0 0 0,1 0 0 0 0,-1 0 0 0 0,0 0 0 0 0,5 0 0 0 0,2 0-15 0 0,-1 0 0 0 0,1 0 0 0 0,0-1 0 0 0,0 0 1 0 0,13-2-1 0 0,5-3-490 0 0,52-17 1 0 0,-10-4-7763 0 0,-51 18-4203 0 0</inkml:trace>
</inkml:ink>
</file>

<file path=ppt/ink/ink2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0T13:30:03.20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4 906 0 0 0,'0'0'20667'0'0,"-1"-3"-20383"0"0,-1-6 244 0 0,9 14 1025 0 0,14 22 647 0 0,-12-17-1861 0 0,0 0-1 0 0,0-1 0 0 0,1 0 1 0 0,0 0-1 0 0,0-1 1 0 0,1 0-1 0 0,21 11 1 0 0,-1-4 181 0 0,58 21 1 0 0,-49-24-190 0 0,0-2 1 0 0,1-1-1 0 0,67 5 1 0 0,125-8 562 0 0,-129-13-548 0 0,170-31-1 0 0,-220 27-263 0 0,-2-2-1 0 0,1-2 1 0 0,-2-3 0 0 0,51-24-1 0 0,-77 30-41 0 0,0-2-1 0 0,0 0 1 0 0,-2-1-1 0 0,0-2 1 0 0,0 0-1 0 0,-2-2 1 0 0,0 0-1 0 0,-2-1 1 0 0,28-36-1 0 0,-37 41-34 0 0,-2 0 0 0 0,1 0 0 0 0,-2-1 1 0 0,0 0-1 0 0,-1 0 0 0 0,-1-1 0 0 0,0 0 0 0 0,-2 0 0 0 0,0 0 0 0 0,0 0 1 0 0,-2-1-1 0 0,0 1 0 0 0,-2-24 0 0 0,-1 30-5 0 0,0-1 0 0 0,0 1 0 0 0,-2 0 0 0 0,1 0 0 0 0,-1 0 0 0 0,-1 0 0 0 0,0 0 0 0 0,-9-12 0 0 0,-1 0 0 0 0,-1 1 0 0 0,-27-28 0 0 0,16 21 0 0 0,-1 1 0 0 0,-1 2 0 0 0,-2 1 0 0 0,0 1 0 0 0,-1 2 0 0 0,-2 1 0 0 0,0 2 0 0 0,-1 1 0 0 0,-1 2 0 0 0,0 1 0 0 0,-1 2 0 0 0,-1 2 0 0 0,0 1 0 0 0,-1 2 0 0 0,1 1 0 0 0,-1 2 0 0 0,-43 1 0 0 0,50 3 0 0 0,0 2 0 0 0,0 2 0 0 0,0 0 0 0 0,1 2 0 0 0,-1 2 0 0 0,1 1 0 0 0,1 1 0 0 0,-46 20 0 0 0,32-8 0 0 0,1 3 0 0 0,0 1 0 0 0,2 2 0 0 0,1 2 0 0 0,2 2 0 0 0,1 2 0 0 0,1 0 0 0 0,-50 63 0 0 0,70-75 0 0 0,1 0 0 0 0,1 2 0 0 0,-20 41 0 0 0,28-49 0 0 0,0 0 0 0 0,1 0 0 0 0,1 1 0 0 0,0-1 0 0 0,2 1 0 0 0,-1 0 0 0 0,1 22 0 0 0,3-25 0 0 0,0-1 0 0 0,1 1 0 0 0,0-1 0 0 0,1 0 0 0 0,0 0 0 0 0,1 0 0 0 0,1 0 0 0 0,-1-1 0 0 0,2 0 0 0 0,0 0 0 0 0,0 0 0 0 0,1 0 0 0 0,0-1 0 0 0,1 0 0 0 0,0-1 0 0 0,10 9 0 0 0,10 8 0 0 0,1-1 0 0 0,1-2 0 0 0,64 38 0 0 0,-66-44 0 0 0,2-1 0 0 0,0-1 0 0 0,1-2 0 0 0,1-1 0 0 0,0-2 0 0 0,0-1 0 0 0,1-1 0 0 0,0-2 0 0 0,0-1 0 0 0,0-2 0 0 0,1-1 0 0 0,0-1 0 0 0,-1-3 0 0 0,1 0 0 0 0,-1-2 0 0 0,0-2 0 0 0,0 0 0 0 0,0-3 0 0 0,31-12 0 0 0,-21 4 0 0 0,-1-1 0 0 0,-1-3 0 0 0,56-38 0 0 0,-73 42 0 0 0,-1-1 0 0 0,-1-1 0 0 0,0 0 0 0 0,-2-2 0 0 0,0-1 0 0 0,26-38 0 0 0,-40 50-119 0 0,0 1 0 0 0,-1-1 0 0 0,0 0-1 0 0,-1 0 1 0 0,0 0 0 0 0,0-1 0 0 0,-1 0 0 0 0,-1 1 0 0 0,0-1 0 0 0,0 0 0 0 0,-1 0-1 0 0,0-19 1 0 0,-2 24-13 0 0,1-1 0 0 0,-1 1-1 0 0,0-1 1 0 0,-1 1 0 0 0,0 0 0 0 0,0 0-1 0 0,0 0 1 0 0,-1 0 0 0 0,1 0-1 0 0,-2 0 1 0 0,1 1 0 0 0,0-1-1 0 0,-1 1 1 0 0,0 0 0 0 0,0 0-1 0 0,-1 0 1 0 0,0 1 0 0 0,1 0 0 0 0,-1-1-1 0 0,-1 2 1 0 0,1-1 0 0 0,-10-4-1 0 0,-9-3-5286 0 0,5 4-7215 0 0</inkml:trace>
</inkml:ink>
</file>

<file path=ppt/ink/ink2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0T13:30:12.33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54 7 12379 0 0,'0'0'14504'0'0,"-3"-1"-14269"0"0,2 0-15 0 0,-7-3-479 0 0,8 4 308 0 0,0 0 0 0 0,-1 0 0 0 0,1 0 0 0 0,0 0 0 0 0,0 0 0 0 0,0 0 0 0 0,0 0 0 0 0,0 0 0 0 0,0 0 0 0 0,-1 0 0 0 0,1 0 0 0 0,0 0 0 0 0,0 0 0 0 0,0 0 0 0 0,0 0 0 0 0,-1 0 0 0 0,1 0 0 0 0,0 0 0 0 0,0 0 0 0 0,0 0 0 0 0,0 0 0 0 0,0 0 0 0 0,-1 0 0 0 0,1 0 0 0 0,0 0 0 0 0,0 0 0 0 0,0 0 0 0 0,0 0 0 0 0,0 0 0 0 0,0 0 0 0 0,-1 0 0 0 0,1 0 0 0 0,0 1 0 0 0,0-1 0 0 0,0 0 0 0 0,0 0 0 0 0,0 0 0 0 0,0 0 0 0 0,0 0 0 0 0,0 0 0 0 0,0 1 0 0 0,0-1 0 0 0,-1 0 0 0 0,1 0 0 0 0,0 0 0 0 0,0 0 0 0 0,0 0 0 0 0,0 1 0 0 0,0-1 0 0 0,0 0 148 0 0,0 25 880 0 0,-18 208 384 0 0,1-51-1205 0 0,17-71-185 0 0,1-98-64 0 0,0 0-1 0 0,1-1 1 0 0,1 1 0 0 0,0 0 0 0 0,0-1 0 0 0,8 17 0 0 0,-6-19-8 0 0,-4-5 0 0 0,1-1 0 0 0,0 0-1 0 0,0 0 1 0 0,0 0 0 0 0,1 0 0 0 0,-1 0-1 0 0,1-1 1 0 0,0 1 0 0 0,0-1 0 0 0,4 3-1 0 0,2 4 15 0 0,0-1-104 0 0,-9-9 83 0 0,0 0 0 0 0,1-1 1 0 0,-1 1-1 0 0,0 0 0 0 0,0 0 1 0 0,0-1-1 0 0,1 1 0 0 0,-1 0 0 0 0,0-1 1 0 0,0 1-1 0 0,0 0 0 0 0,0-1 0 0 0,0 1 1 0 0,0 0-1 0 0,0-1 0 0 0,0 1 0 0 0,0 0 1 0 0,0-1-1 0 0,0 1 0 0 0,0 0 0 0 0,0-1 1 0 0,0 1-1 0 0,0-1 0 0 0,0 1 0 0 0,0 0 1 0 0,0-1-1 0 0,0 1 0 0 0,0 0 0 0 0,0 0 1 0 0,-1-1-1 0 0,1 1 0 0 0,0 0 0 0 0,0-1 1 0 0,-1 1-1 0 0,-13-46-1534 0 0,5 22-2247 0 0,5 15 784 0 0,1 2-2305 0 0</inkml:trace>
</inkml:ink>
</file>

<file path=ppt/ink/ink2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0T13:30:12.74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 15963 0 0,'0'0'11367'0'0,"4"9"-10991"0"0,2 4-233 0 0,-2-4 39 0 0,0 1-1 0 0,0 0 1 0 0,3 15-1 0 0,-7-23-119 0 0,1 0-1 0 0,0-1 0 0 0,0 1 0 0 0,-1 0 0 0 0,1 0 0 0 0,0-1 0 0 0,0 1 0 0 0,0-1 0 0 0,1 1 1 0 0,1 1-1 0 0,3-2 537 0 0,-3-14-39 0 0,-3-16 108 0 0,0 28-106 0 0,0 23 100 0 0,-2 7 78 0 0,1-18-1825 0 0</inkml:trace>
</inkml:ink>
</file>

<file path=ppt/ink/ink2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0T13:28:15.94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11 14 0 0 0,'0'0'0'0'0,"-11"-14"0"0"0,15 14 0 0 0,3 0 0 0 0</inkml:trace>
</inkml:ink>
</file>

<file path=ppt/ink/ink2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0T13:28:16.11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22 33 0 0 0,'-15'-29'0'0'0,"12"25"0"0"0,0 7 0 0 0,3 0 0 0 0</inkml:trace>
</inkml:ink>
</file>

<file path=ppt/ink/ink2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0T13:28:17.36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7 99 0 0 0,'-7'-98'31635'0'0,"14"117"-31479"0"0,-3 799 820 0 0,3-319-976 0 0,0 199 0 0 0,6-342 0 0 0,-10-168 0 0 0,-2-43 0 0 0,7 350 0 0 0,-5 71 0 0 0,1-224 0 0 0,-1 87 0 0 0,1-251 0 0 0,3-93 0 0 0,-7-40-644 0 0,0 117-10601 0 0</inkml:trace>
</inkml:ink>
</file>

<file path=ppt/ink/ink2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0T13:29:11.95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2161 0 0 0,'0'0'32370'0'0,"21"-9"-32420"0"0,35-16 73 0 0,65-39 0 0 0,-59 30-21 0 0,494-250 136 0 0,9 5 28 0 0,-48 23-96 0 0,-220 107-45 0 0,980-476-25 0 0,-1017 496 0 0 0,-226 114 0 0 0,-14 6 0 0 0,26-14 0 0 0,58-31 0 0 0,-20 12 0 0 0,144-68 0 0 0,-158 78 0 0 0,-59 27 0 0 0,20-12 0 0 0,-79 45-2661 0 0,43-25 1798 0 0,-2 0-1 0 0,1 0 1 0 0,0-1-1 0 0,0 0 1 0 0,-1 0-1 0 0,1-1 1 0 0,-9 2-1 0 0</inkml:trace>
</inkml:ink>
</file>

<file path=ppt/ink/ink2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0T13:29:13.80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391 130 14931 0 0,'0'0'10512'0'0,"-19"-1"-6423"0"0,1-2-4004 0 0,0 2 0 0 0,0 0 0 0 0,-1 1 0 0 0,-21 2 1 0 0,-77 14 301 0 0,59-7-123 0 0,29-4-103 0 0,-21 1 188 0 0,48-5-320 0 0,0 1-9 0 0,1-2 7 0 0,5 0-62 0 0,-1 0 41 0 0,0-1 1 0 0,0 0-1 0 0,0 1 1 0 0,0-1-1 0 0,0 0 1 0 0,0 0-1 0 0,2-2 1 0 0,10-3 40 0 0,179-70 303 0 0,-156 60-340 0 0,1 2 0 0 0,0 2-1 0 0,58-11 1 0 0,-44 17-12 0 0,27 3-19 0 0,-79 3-1 0 0,-2 2 15 0 0,1 0 14 0 0,0-1 0 0 0,-1 1 0 0 0,0 0 0 0 0,1-1 0 0 0,-1 1 0 0 0,0-1 0 0 0,0 1 0 0 0,0-1 0 0 0,0 1 0 0 0,0-1 0 0 0,0 1 0 0 0,-1-1 0 0 0,1 0 0 0 0,-2 2 0 0 0,-28 20 172 0 0,20-15-132 0 0,-184 130 505 0 0,62-46-264 0 0,121-84-288 0 0,0 1 0 0 0,1 0 0 0 0,0 1 0 0 0,1 0 0 0 0,0 0 0 0 0,0 1 0 0 0,1 0 0 0 0,-13 23 0 0 0,20-32 0 0 0,1-2 0 0 0,1 1 0 0 0,-1-1 0 0 0,0 1 0 0 0,1-1 0 0 0,-1 1 0 0 0,1 0 0 0 0,-1-1 0 0 0,1 1 0 0 0,-1 0 0 0 0,1-1 0 0 0,0 1 0 0 0,-1 0 0 0 0,1-1 0 0 0,0 1 0 0 0,0 0 0 0 0,-1 0 0 0 0,2-1 0 0 0,0 0 0 0 0,1 0 0 0 0,-1 0 0 0 0,0-1 0 0 0,0 1 0 0 0,0 0 0 0 0,0-1 0 0 0,0 1 0 0 0,0-1 0 0 0,0 0 0 0 0,0 1 0 0 0,0-1 0 0 0,0 0 0 0 0,1-1 0 0 0,-2 2 0 0 0,28-35 0 0 0,-19 18-3405 0 0,1 1-5303 0 0</inkml:trace>
</inkml:ink>
</file>

<file path=ppt/ink/ink2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0T13:29:14.07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267 28 12835 0 0,'0'0'10382'0'0,"-17"-3"-9886"0"0,-5-2-308 0 0,11 2-51 0 0,0 0 1 0 0,0 1 0 0 0,0 1-1 0 0,0 0 1 0 0,-15 0 0 0 0,-4 2 641 0 0,8-1-523 0 0,1 0 0 0 0,-24-4 0 0 0,17-1-756 0 0</inkml:trace>
</inkml:ink>
</file>

<file path=ppt/ink/ink2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0T13:29:17.50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131 104 0 0 0,'0'0'13886'0'0,"7"-15"-11316"0"0,-7 8-1797 0 0,0 4-523 0 0,1 0-1 0 0,-1-1 0 0 0,0 1 0 0 0,0-1 0 0 0,0 1 0 0 0,-1-1 1 0 0,1 1-1 0 0,-1 0 0 0 0,0-1 0 0 0,0 1 0 0 0,0 0 0 0 0,0 0 1 0 0,0-1-1 0 0,-1 1 0 0 0,1 0 0 0 0,-1 0 0 0 0,0 0 0 0 0,0 1 1 0 0,-5-6-1 0 0,-11-3 757 0 0,17 11-1000 0 0,0-1 1 0 0,1 1 0 0 0,-1 0 0 0 0,0 0 0 0 0,0 0-1 0 0,0-1 1 0 0,0 1 0 0 0,0 0 0 0 0,1 0 0 0 0,-1 0-1 0 0,0 0 1 0 0,0 0 0 0 0,0 1 0 0 0,0-1 0 0 0,1 0-1 0 0,-1 0 1 0 0,0 0 0 0 0,0 1 0 0 0,0-1 0 0 0,1 0 0 0 0,-1 1-1 0 0,0-1 1 0 0,0 1 0 0 0,1-1 0 0 0,-1 1 0 0 0,0 0-1 0 0,-8 9-11 0 0,1 1 0 0 0,0 0-1 0 0,1 1 1 0 0,1 0-1 0 0,-1 0 1 0 0,2 0-1 0 0,0 0 1 0 0,0 1 0 0 0,1 0-1 0 0,1 0 1 0 0,0 0-1 0 0,1 1 1 0 0,0-1 0 0 0,1 1-1 0 0,1-1 1 0 0,0 1-1 0 0,3 17 1 0 0,-3-28 3 0 0,0 0 1 0 0,1 0-1 0 0,-1 0 0 0 0,1-1 1 0 0,0 1-1 0 0,0 0 0 0 0,0 0 1 0 0,0-1-1 0 0,1 1 0 0 0,-1 0 1 0 0,1-1-1 0 0,-1 1 1 0 0,1-1-1 0 0,0 0 0 0 0,0 0 1 0 0,0 0-1 0 0,0 0 0 0 0,5 3 1 0 0,-4-2-6 0 0,1-2 1 0 0,0 1 0 0 0,0 0 0 0 0,0-1 0 0 0,1 1-1 0 0,-1-1 1 0 0,0 0 0 0 0,0-1 0 0 0,1 1 0 0 0,-1-1 0 0 0,8 0-1 0 0,-2-1-97 0 0,0 0 0 0 0,1 0 0 0 0,-1-1 0 0 0,0-1 0 0 0,1 0 0 0 0,-2 0 0 0 0,1-1 0 0 0,0 0 0 0 0,-1-1 0 0 0,10-6 0 0 0,19-20-3119 0 0,-26 20-915 0 0,-1-2-3792 0 0,-1 5 1166 0 0</inkml:trace>
</inkml:ink>
</file>

<file path=ppt/ink/ink2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0T13:29:19.05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61 203 0 0 0,'0'0'17442'0'0,"1"-7"-16300"0"0,6-24-253 0 0,-6 23 277 0 0,-5 9-735 0 0,-2 6-264 0 0,2-2-97 0 0,1 0 1 0 0,-1 0 0 0 0,1 0 0 0 0,0 1 0 0 0,0-1-1 0 0,1 1 1 0 0,0 0 0 0 0,-3 9 0 0 0,-7 18 454 0 0,8-21-374 0 0,0-1 0 0 0,1 2 0 0 0,0-1-1 0 0,1 0 1 0 0,1 1 0 0 0,-1 22-1 0 0,2-32-162 0 0,1-1-1 0 0,-1 1 1 0 0,0-1-1 0 0,1 1 0 0 0,-1-1 1 0 0,1 1-1 0 0,0-1 1 0 0,0 1-1 0 0,0-1 0 0 0,0 0 1 0 0,1 0-1 0 0,-1 1 1 0 0,0-1-1 0 0,1 0 1 0 0,0 0-1 0 0,-1 0 0 0 0,1-1 1 0 0,0 1-1 0 0,0 0 1 0 0,0-1-1 0 0,4 3 0 0 0,-5-3 18 0 0,1 0-1 0 0,-1-1 1 0 0,1 1-1 0 0,-1 0 1 0 0,1-1-1 0 0,-1 1 1 0 0,1-1-1 0 0,0 0 1 0 0,-1 1-1 0 0,1-1 1 0 0,-1 0-1 0 0,1 0 1 0 0,0 0-1 0 0,-1 0 0 0 0,1-1 1 0 0,0 1-1 0 0,-1 0 1 0 0,1-1-1 0 0,0 1 1 0 0,-1-1-1 0 0,1 1 1 0 0,-1-1-1 0 0,1 0 1 0 0,-1 1-1 0 0,1-1 1 0 0,-1 0-1 0 0,0 0 1 0 0,1 0-1 0 0,-1 0 1 0 0,0-1-1 0 0,0 1 0 0 0,2-3 1 0 0,7-7 109 0 0,-9 10-82 0 0,1-1 1 0 0,-1 1 0 0 0,0-1 0 0 0,1 1-1 0 0,-1-1 1 0 0,0 0 0 0 0,0 0-1 0 0,0 0 1 0 0,0 0 0 0 0,0 0-1 0 0,-1 0 1 0 0,1 0 0 0 0,-1 0-1 0 0,1 0 1 0 0,-1 0 0 0 0,0 0-1 0 0,1 0 1 0 0,-1-3 0 0 0,0-3 55 0 0,-3-30 266 0 0,2 35-339 0 0,1 1 1 0 0,-1 0-1 0 0,0 0 0 0 0,0 0 1 0 0,0 0-1 0 0,-1 0 0 0 0,1 0 0 0 0,0 0 1 0 0,-1 0-1 0 0,1 0 0 0 0,-1 0 0 0 0,0 1 1 0 0,-3-4-1 0 0,2 2-16 0 0,-1 1 0 0 0,0-1 0 0 0,1 1 0 0 0,-1 0 0 0 0,0 0 0 0 0,0 0 1 0 0,0 0-1 0 0,-1 1 0 0 0,1-1 0 0 0,0 1 0 0 0,0 0 0 0 0,-1 0 0 0 0,1 1 0 0 0,-1 0 0 0 0,-6 0 0 0 0,10 0-23 0 0,1 0 0 0 0,0 0 1 0 0,-1 0-1 0 0,1 1 0 0 0,0-1 0 0 0,-1 0 0 0 0,1 0 0 0 0,0 1 0 0 0,-1-1 0 0 0,1 0 0 0 0,0 1 0 0 0,-1-1 0 0 0,1 0 0 0 0,0 1 0 0 0,0-1 1 0 0,0 0-1 0 0,-1 1 0 0 0,1-1 0 0 0,0 1 0 0 0,0-1 0 0 0,0 0 0 0 0,0 1 0 0 0,0-1 0 0 0,0 1 0 0 0,0-1 0 0 0,0 1 0 0 0,0-1 0 0 0,0 0 1 0 0,0 1-1 0 0,0-1 0 0 0,0 1 0 0 0,0-1 0 0 0,0 1 0 0 0,0-1 0 0 0,0 0 0 0 0,0 1 0 0 0,1-1 0 0 0,-1 1 0 0 0,0-1 0 0 0,0 0 0 0 0,0 1 1 0 0,1-1-1 0 0,-1 0 0 0 0,0 1 0 0 0,1-1 0 0 0,-1 0 0 0 0,0 1 0 0 0,1-1 0 0 0,-1 0 0 0 0,0 0 0 0 0,1 0 0 0 0,-1 1 0 0 0,0-1 0 0 0,1 0 1 0 0,-1 0-1 0 0,1 0 0 0 0,-1 0 0 0 0,0 1 0 0 0,1-1 0 0 0,-1 0 0 0 0,1 0 0 0 0,-1 0 0 0 0,1 0 0 0 0,0 0 0 0 0,11-1 35 0 0,1 0 0 0 0,-1-1 0 0 0,1 0 0 0 0,-1-1 0 0 0,1 0 0 0 0,-1-1 0 0 0,0 0 0 0 0,-1-1 0 0 0,1-1 0 0 0,-1 0 0 0 0,0 0 0 0 0,0-1 0 0 0,10-9 0 0 0,-15 10 47 0 0,0-1 1 0 0,-1-1-1 0 0,8-12 1 0 0,-5 7 44 0 0,18 78 217 0 0,-21-39-300 0 0,2 37 0 0 0,-6-48 4 0 0,0 11 81 0 0,-3 38 1 0 0,0-10-51 0 0,2-53-79 0 0,0-10-177 0 0,-3-144-5224 0 0,-4-52 1990 0 0,6 203 3500 0 0,1 0 0 0 0,0 0 0 0 0,0 0 0 0 0,0 0 0 0 0,0 0 1 0 0,1 0-1 0 0,-1 0 0 0 0,0 0 0 0 0,1 0 0 0 0,0 0 0 0 0,-1 0 0 0 0,1 0 0 0 0,0 0 1 0 0,0 1-1 0 0,0-1 0 0 0,0 0 0 0 0,0 0 0 0 0,0 1 0 0 0,3-3 0 0 0,-1 2-28 0 0,0 1 0 0 0,0 0 0 0 0,0-1 0 0 0,0 2 1 0 0,0-1-1 0 0,0 0 0 0 0,0 0 0 0 0,0 1 0 0 0,1 0 0 0 0,-1 0 0 0 0,6 0 0 0 0,-5 1-12 0 0,0-1 1 0 0,0 1-1 0 0,0 0 1 0 0,0 0-1 0 0,0 0 1 0 0,-1 0-1 0 0,1 1 1 0 0,0 0-1 0 0,5 3 1 0 0,32 24 363 0 0,-35-24-245 0 0,-5-4-60 0 0,0 0 0 0 0,0 0-1 0 0,0 0 1 0 0,0 0 0 0 0,-1 0 0 0 0,1 0 0 0 0,0 0-1 0 0,-1 0 1 0 0,1 0 0 0 0,-1 0 0 0 0,1 0-1 0 0,-1 1 1 0 0,0-1 0 0 0,1 0 0 0 0,-1 0-1 0 0,0 0 1 0 0,0 1 0 0 0,0-1 0 0 0,0 0 0 0 0,0 0-1 0 0,0 0 1 0 0,0 1 0 0 0,0-1 0 0 0,-1 0-1 0 0,1 0 1 0 0,0 0 0 0 0,-1 1 0 0 0,1-1 0 0 0,-1 0-1 0 0,1 0 1 0 0,-1 0 0 0 0,1 0 0 0 0,-1 0-1 0 0,0 0 1 0 0,0 0 0 0 0,1 0 0 0 0,-1 0-1 0 0,0 0 1 0 0,0-1 0 0 0,0 1 0 0 0,0 0 0 0 0,0 0-1 0 0,0-1 1 0 0,0 1 0 0 0,0-1 0 0 0,0 1-1 0 0,-1-1 1 0 0,-1 1 0 0 0,-17 3 555 0 0,12-3-538 0 0,0 1 1 0 0,0 0 0 0 0,-11 4 0 0 0,18-6-137 0 0,1 0 1 0 0,0 1 0 0 0,0-1 0 0 0,-1 1 0 0 0,1-1-1 0 0,0 0 1 0 0,0 1 0 0 0,0-1 0 0 0,-1 1 0 0 0,1-1 0 0 0,0 0-1 0 0,0 1 1 0 0,0-1 0 0 0,0 1 0 0 0,0-1 0 0 0,0 1 0 0 0,0-1-1 0 0,0 1 1 0 0,0-1 0 0 0,0 1 0 0 0,0-1 0 0 0,0 0-1 0 0,0 1 1 0 0,0-1 0 0 0,1 1 0 0 0,-1-1 0 0 0,0 1 0 0 0,0-1-1 0 0,1 1 1 0 0,7 12-182 0 0,-5-12 220 0 0,0 1 0 0 0,0-1 0 0 0,0-1 1 0 0,0 1-1 0 0,1 0 0 0 0,-1-1 0 0 0,0 1 0 0 0,0-1 0 0 0,1 0 0 0 0,-1 0 1 0 0,0-1-1 0 0,1 1 0 0 0,-1-1 0 0 0,0 1 0 0 0,0-1 0 0 0,0 0 0 0 0,0 0 1 0 0,0 0-1 0 0,0-1 0 0 0,0 1 0 0 0,0-1 0 0 0,0 1 0 0 0,5-5 0 0 0,0 0 82 0 0,0 0 0 0 0,-1-1-1 0 0,1 0 1 0 0,-1 0 0 0 0,-1-1-1 0 0,11-13 1 0 0,-15 14 54 0 0,1 1 1 0 0,-1-1 0 0 0,0 0 0 0 0,0 1-1 0 0,-1-1 1 0 0,0 0 0 0 0,0 0 0 0 0,-1 0-1 0 0,1 0 1 0 0,-2-9 0 0 0,1 7 331 0 0,0 9-181 0 0,-1 22-475 0 0,15 4 163 0 0,-2-3-33 0 0,-11-22 49 0 0,0 0 0 0 0,-1 0 0 0 0,1 0 0 0 0,0 1 0 0 0,0-1 0 0 0,0 0 0 0 0,0-1 0 0 0,0 1 0 0 0,0 0 0 0 0,0 0-1 0 0,0 0 1 0 0,0-1 0 0 0,0 1 0 0 0,1 0 0 0 0,-1-1 0 0 0,0 1 0 0 0,0-1 0 0 0,1 1 0 0 0,-1-1 0 0 0,0 0 0 0 0,3 1 0 0 0,29 1 20 0 0,-33-2-12 0 0,2 0 4 0 0,-1 0 0 0 0,0-1 0 0 0,1 1 0 0 0,-1 0 0 0 0,0-1 0 0 0,0 1 0 0 0,1-1 0 0 0,-1 1 1 0 0,0-1-1 0 0,0 0 0 0 0,0 0 0 0 0,0 1 0 0 0,0-1 0 0 0,0 0 0 0 0,0 0 0 0 0,0 0 0 0 0,0 0 0 0 0,0 0 0 0 0,1-2 0 0 0,13-24 83 0 0,-10 18-53 0 0,-2 3-20 0 0,-1 4-3 0 0,0-1 1 0 0,-1-1 0 0 0,1 1 0 0 0,-1 0 0 0 0,1 0 0 0 0,-1-1 0 0 0,0 1-1 0 0,0 0 1 0 0,-1-1 0 0 0,1-5 0 0 0,1-5 241 0 0,3 22-464 0 0,-1 6 361 0 0,-1-1-1 0 0,-1 1 1 0 0,0 0 0 0 0,0 0-1 0 0,-1 23 1 0 0,-11 70-21 0 0,3-46-109 0 0,-3 17 0 0 0,-22 81-1 0 0,23-134-14 0 0,7-20-152 0 0,1-1 0 0 0,-1 0 1 0 0,1 1-1 0 0,0-1 0 0 0,0 1 0 0 0,-1 6 0 0 0</inkml:trace>
</inkml:ink>
</file>

<file path=ppt/ink/ink2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0T13:29:19.84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26 0 18788 0 0,'0'0'1466'0'0,"-4"20"-1004"0"0,-13 63-25 0 0,15-66-259 0 0,0-1 0 0 0,1 1 1 0 0,1 0-1 0 0,1-1 0 0 0,0 1 1 0 0,7 28-1 0 0,1 17 26 0 0,1 152-381 0 0,0-19-5114 0 0,-9-127-2341 0 0,-1-50 4098 0 0,0 6-2437 0 0</inkml:trace>
</inkml:ink>
</file>

<file path=ppt/ink/ink2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0T13:29:20.31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0 14283 0 0,'0'0'6508'0'0,"6"16"-6264"0"0,18 52-1 0 0,-21-55-142 0 0,0 0 1 0 0,0 0-1 0 0,-2 1 0 0 0,1-1 0 0 0,-2 21 1 0 0,2 14-25 0 0,2-2-787 0 0,-2 47 0 0 0,-2-79-358 0 0</inkml:trace>
</inkml:ink>
</file>

<file path=ppt/ink/ink2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0T13:29:20.59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69 11354 0 0,'0'0'4792'0'0,"19"-11"-5077"0"0,62-35 303 0 0,-79 44-9 0 0,1 1 1 0 0,-1 0-1 0 0,1-1 0 0 0,0 1 0 0 0,0 0 0 0 0,0 0 0 0 0,0 0 0 0 0,0 1 0 0 0,0-1 0 0 0,0 1 0 0 0,0 0 0 0 0,0-1 1 0 0,0 2-1 0 0,3-1 0 0 0,-4 1 31 0 0,1 0 1 0 0,-1-1 0 0 0,0 1 0 0 0,-1 0-1 0 0,1 1 1 0 0,0-1 0 0 0,0 0-1 0 0,0 0 1 0 0,-1 1 0 0 0,1-1-1 0 0,2 4 1 0 0,7 5 431 0 0,-10-9-356 0 0,0 0 1 0 0,0 0 0 0 0,0 0 0 0 0,0 0 0 0 0,0 0 0 0 0,0 0 0 0 0,0 0 0 0 0,0 1-1 0 0,0-1 1 0 0,-1 0 0 0 0,1 0 0 0 0,0 1 0 0 0,-1-1 0 0 0,1 0 0 0 0,-1 1 0 0 0,0-1-1 0 0,1 1 1 0 0,-1-1 0 0 0,0 1 0 0 0,0-1 0 0 0,0 3 0 0 0,0-1 115 0 0,-1 0 0 0 0,0 0 1 0 0,1 0-1 0 0,-1 0 1 0 0,0 0-1 0 0,0-1 0 0 0,-1 1 1 0 0,1 0-1 0 0,-1-1 0 0 0,-2 4 1 0 0,0 0-29 0 0,0-1 1 0 0,-1 0-1 0 0,0 1 1 0 0,0-2-1 0 0,0 1 1 0 0,-1-1-1 0 0,0 0 1 0 0,1 0-1 0 0,-9 4 1 0 0,9-6-231 0 0,0 0 0 0 0,-1-1 0 0 0,1 1 1 0 0,0-1-1 0 0,-10 1 0 0 0,-13-1-7511 0 0</inkml:trace>
</inkml:ink>
</file>

<file path=ppt/ink/ink2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0T13:29:21.81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111 333 0 0 0,'0'0'19052'0'0,"-6"-14"-18353"0"0,-19-44-140 0 0,14 43-159 0 0,2 15-291 0 0,-1 13-242 0 0,10-12 126 0 0,-14 22-175 0 0,11-17 196 0 0,0-1-1 0 0,0 1 0 0 0,0-1 1 0 0,0 1-1 0 0,-3 11 1 0 0,1 3 87 0 0,3-12-35 0 0,0-1 0 0 0,0 1 0 0 0,1 0 1 0 0,-1 12-1 0 0,2-17-43 0 0,0 0 0 0 0,0 0-1 0 0,0 0 1 0 0,0 0 0 0 0,1 0 0 0 0,-1 0 0 0 0,1 0 0 0 0,0 0 0 0 0,0 0 0 0 0,0 0 0 0 0,0 0 0 0 0,1 0-1 0 0,1 3 1 0 0,-1-5 15 0 0,-1 1 0 0 0,1-1 0 0 0,0 1 1 0 0,0-1-1 0 0,-1 0 0 0 0,1 0 0 0 0,0 0 0 0 0,1 0 0 0 0,-1 0 0 0 0,0 0 0 0 0,0 0 0 0 0,0-1 0 0 0,0 1 0 0 0,1-1 0 0 0,-1 0 0 0 0,0 1 0 0 0,0-1 0 0 0,1 0 0 0 0,1-1 0 0 0,-1 1 22 0 0,0-1 0 0 0,0 1 0 0 0,-1-1 0 0 0,1 0 0 0 0,0 0 0 0 0,-1 0 0 0 0,1 0 0 0 0,-1-1 0 0 0,1 1 0 0 0,-1-1 0 0 0,1 1 0 0 0,-1-1 0 0 0,0 0 0 0 0,0 0 0 0 0,0 0 0 0 0,0 0 0 0 0,0 0 0 0 0,1-3 0 0 0,-1 3-28 0 0,0-1 1 0 0,-1 1 0 0 0,1 0-1 0 0,-1-1 1 0 0,1 1-1 0 0,-1-1 1 0 0,0 1-1 0 0,0-1 1 0 0,0 1 0 0 0,0-1-1 0 0,0 0 1 0 0,0-3-1 0 0,-1 8-23 0 0,1-1 0 0 0,0 1 0 0 0,-1 0 0 0 0,1-1-1 0 0,0 1 1 0 0,0-1 0 0 0,0 1 0 0 0,1-1 0 0 0,-1 0-1 0 0,0 1 1 0 0,0-1 0 0 0,1 0 0 0 0,-1 0-1 0 0,1 0 1 0 0,-1 0 0 0 0,1 0 0 0 0,-1 0 0 0 0,1 0-1 0 0,-1 0 1 0 0,1-1 0 0 0,2 1 0 0 0,-2 0 28 0 0,1-1 0 0 0,0 0 1 0 0,0 0-1 0 0,-1 0 0 0 0,1-1 1 0 0,0 1-1 0 0,-1-1 0 0 0,1 1 1 0 0,0-1-1 0 0,-1 0 0 0 0,1 0 1 0 0,3-2-1 0 0,5-3 93 0 0,-1-1 0 0 0,0 0 0 0 0,0 0 0 0 0,16-16 0 0 0,-13 8-85 0 0,0-1 1 0 0,-1 1-1 0 0,-1-2 0 0 0,12-22 1 0 0,3-3-9 0 0,-17 22-76 0 0,-8 18 2 0 0,-1 0 1 0 0,1 0-1 0 0,0 1 0 0 0,-1-1 0 0 0,1 0 0 0 0,0 1 1 0 0,0-1-1 0 0,0 0 0 0 0,0 1 0 0 0,0-1 0 0 0,1 1 1 0 0,-1 0-1 0 0,0-1 0 0 0,1 1 0 0 0,-1 0 0 0 0,4-2 1 0 0,-2 25-66 0 0,8 68 308 0 0,-11-49 1903 0 0,-24-55-1631 0 0,13 3-578 0 0,11 11 93 0 0,-1-1 1 0 0,1 0-1 0 0,-1 0 0 0 0,0 1 1 0 0,1-1-1 0 0,-1 0 0 0 0,0 1 1 0 0,1-1-1 0 0,-1 0 0 0 0,0 1 1 0 0,0-1-1 0 0,0 1 0 0 0,1-1 1 0 0,-1 1-1 0 0,0 0 0 0 0,0-1 0 0 0,-1 1 1 0 0,1 0-26 0 0,1 22-1179 0 0,0-20 1197 0 0,0 0 0 0 0,0 0 0 0 0,1 0 0 0 0,-1 0 0 0 0,1 0 0 0 0,-1 0 0 0 0,1-1 1 0 0,0 1-1 0 0,-1 0 0 0 0,1 0 0 0 0,0 0 0 0 0,0 0 0 0 0,0-1 0 0 0,1 1 0 0 0,-1-1 0 0 0,0 1 0 0 0,1-1 1 0 0,-1 1-1 0 0,1-1 0 0 0,-1 0 0 0 0,1 1 0 0 0,0-1 0 0 0,-1 0 0 0 0,1 0 0 0 0,3 1 0 0 0,-3-1 33 0 0,1 0 0 0 0,-1 0 0 0 0,1-1 0 0 0,0 1 0 0 0,-1-1 0 0 0,1 1-1 0 0,0-1 1 0 0,-1 0 0 0 0,1 0 0 0 0,0 0 0 0 0,0 0 0 0 0,-1-1 0 0 0,1 1 0 0 0,0-1 0 0 0,-1 1 0 0 0,1-1-1 0 0,-1 0 1 0 0,4-2 0 0 0,3-2 53 0 0,0-1 0 0 0,-1 0 0 0 0,1 0 0 0 0,-2-1 0 0 0,1 0 0 0 0,-1-1 0 0 0,11-13 0 0 0,-4 0 11 0 0,25-45 0 0 0,-34 55-66 0 0,1 1 1 0 0,-1-1-1 0 0,-1-1 1 0 0,0 1-1 0 0,2-13 1 0 0,-2 2 50 0 0,-1 1-1 0 0,1-40 1 0 0,-4 61-57 0 0,0-1 0 0 0,0 1 0 0 0,0-1 0 0 0,0 0 1 0 0,-1 1-1 0 0,1-1 0 0 0,0 1 0 0 0,0-1 0 0 0,0 1 0 0 0,-1-1 1 0 0,1 1-1 0 0,0-1 0 0 0,-1 1 0 0 0,1-1 0 0 0,0 1 0 0 0,-1 0 0 0 0,1-1 1 0 0,0 1-1 0 0,-1-1 0 0 0,1 1 0 0 0,-1 0 0 0 0,0-1 0 0 0,1 1-11 0 0,0 0 0 0 0,-1 0 0 0 0,1 0 0 0 0,0 0 0 0 0,0 0 0 0 0,0-1 0 0 0,-1 1 0 0 0,1 0 0 0 0,0 0 0 0 0,0 0 0 0 0,0 0-1 0 0,-1 0 1 0 0,1 0 0 0 0,0 0 0 0 0,0 0 0 0 0,0 0 0 0 0,-1 0 0 0 0,1 0 0 0 0,0 0 0 0 0,0 1 0 0 0,0-1 0 0 0,-1 0-1 0 0,1 0 1 0 0,0 0 0 0 0,0 0 0 0 0,0 0 0 0 0,0 0 0 0 0,-1 0 0 0 0,1 0 0 0 0,0 1 0 0 0,0-1 0 0 0,0 0 0 0 0,0 0 0 0 0,0 0-1 0 0,-1 0 1 0 0,1 1 0 0 0,0-1 0 0 0,0 0 0 0 0,0 0 0 0 0,0 0 0 0 0,0 0 0 0 0,0 1 0 0 0,0-1 0 0 0,0 0 0 0 0,0 0 0 0 0,0 0-1 0 0,0 1 1 0 0,0-1 0 0 0,0 0 0 0 0,0 0 0 0 0,0 0 0 0 0,0 1 0 0 0,0-1 0 0 0,-1 9-85 0 0,-1-1 0 0 0,0 1 1 0 0,0-1-1 0 0,-4 9 0 0 0,0 1 62 0 0,3-6 13 0 0,0 0 0 0 0,-2 22 0 0 0,4-31 7 0 0,1 1 0 0 0,0-1 1 0 0,0 1-1 0 0,0-1 0 0 0,0 1 1 0 0,1-1-1 0 0,-1 0 0 0 0,1 1 1 0 0,0-1-1 0 0,0 0 0 0 0,0 1 0 0 0,0-1 1 0 0,1 0-1 0 0,2 5 0 0 0,-1-4 30 0 0,-1-1-1 0 0,1 1 1 0 0,-1-1-1 0 0,1 0 1 0 0,0 0-1 0 0,0 0 1 0 0,1 0-1 0 0,-1-1 1 0 0,1 1-1 0 0,-1-1 1 0 0,1 0-1 0 0,0 0 1 0 0,-1 0-1 0 0,1 0 1 0 0,0-1-1 0 0,0 1 1 0 0,1-1-1 0 0,-1 0 1 0 0,0-1-1 0 0,0 1 1 0 0,0-1-1 0 0,6 1 1 0 0,-3-2 13 0 0,-1 1 1 0 0,1-1-1 0 0,-1 0 1 0 0,1-1-1 0 0,-1 0 0 0 0,0 0 1 0 0,0 0-1 0 0,0 0 1 0 0,0-1-1 0 0,0 0 1 0 0,0 0-1 0 0,-1-1 0 0 0,1 0 1 0 0,7-7-1 0 0,3-5 20 0 0,0 0 0 0 0,24-34 1 0 0,-40 49-61 0 0,5-5 16 0 0,-1-1 0 0 0,0 0 1 0 0,-1 0-1 0 0,1 0 1 0 0,-1-1-1 0 0,-1 0 0 0 0,1 1 1 0 0,-1-1-1 0 0,-1 0 0 0 0,0 0 1 0 0,0 0-1 0 0,0 0 1 0 0,-1-12-1 0 0,-2 21-38 0 0,-1 0 0 0 0,1 0 0 0 0,0 1 0 0 0,-1-1 0 0 0,1 1 0 0 0,0-1 0 0 0,-3 4 0 0 0,3-2 2 0 0,-17 32-104 0 0,18-34 122 0 0,1 0 0 0 0,-1 0 0 0 0,1 0 1 0 0,-1 1-1 0 0,1-1 0 0 0,0 0 0 0 0,-1 1 1 0 0,1-1-1 0 0,0 0 0 0 0,0 0 0 0 0,0 1 1 0 0,0-1-1 0 0,0 0 0 0 0,0 1 0 0 0,1-1 1 0 0,-1 0-1 0 0,0 1 0 0 0,1-1 0 0 0,-1 0 1 0 0,1 0-1 0 0,-1 0 0 0 0,1 1 0 0 0,-1-1 1 0 0,2 2-1 0 0,6 5 55 0 0,-6-6-30 0 0,0 0 0 0 0,0 0 1 0 0,0 0-1 0 0,0 0 0 0 0,0 0 0 0 0,0-1 0 0 0,0 1 0 0 0,1-1 0 0 0,-1 1 0 0 0,0-1 0 0 0,1 0 0 0 0,-1 0 0 0 0,1 0 1 0 0,0 0-1 0 0,4 0 0 0 0,8 2-55 0 0,-1-1 1 0 0,1 0-1 0 0,0-2 0 0 0,0 0 1 0 0,0 0-1 0 0,0-1 1 0 0,0-1-1 0 0,16-4 0 0 0,-19 3-2214 0 0,-1-1 0 0 0,0 0-1 0 0,15-7 1 0 0</inkml:trace>
</inkml:ink>
</file>

<file path=ppt/ink/ink2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0T13:29:22.09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0 178 18044 0 0,'0'0'8102'0'0,"23"-7"-7524"0"0,75-23-188 0 0,-73 23-214 0 0,39-20-1 0 0,-33 13-141 0 0,71-39-627 0 0,-45 22-7698 0 0,-38 22-3859 0 0</inkml:trace>
</inkml:ink>
</file>

<file path=ppt/ink/ink2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0T13:30:17.13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33 304 9130 0 0,'0'0'14811'0'0,"-5"1"-14429"0"0,-2-1-199 0 0,-2 1-18 0 0,-2 0 2993 0 0,25-27-991 0 0,-9 13-2036 0 0,1 0 0 0 0,0 1 0 0 0,1-1 0 0 0,0 1 1 0 0,0 0-1 0 0,2 1 0 0 0,9-11 0 0 0,75-71 206 0 0,-63 66-210 0 0,11-8-30 0 0,-38 33-95 0 0,0 0-1 0 0,0 0 1 0 0,1 0 0 0 0,-1 0 0 0 0,1 1-1 0 0,-1-1 1 0 0,1 1 0 0 0,-1 0 0 0 0,1 0-1 0 0,0 1 1 0 0,5-1 0 0 0,-8 1-1 0 0,0 0-1 0 0,0 1 1 0 0,0-1 0 0 0,-1 1 0 0 0,1 0-1 0 0,0-1 1 0 0,0 1 0 0 0,-1 0 0 0 0,1-1-1 0 0,0 1 1 0 0,-1 0 0 0 0,1 0 0 0 0,-1 0-1 0 0,1-1 1 0 0,-1 1 0 0 0,1 0 0 0 0,-1 0-1 0 0,0 0 1 0 0,1 0 0 0 0,-1 0 0 0 0,0 0-1 0 0,0 0 1 0 0,0 0 0 0 0,0 0 0 0 0,0 0-1 0 0,0 1 1 0 0,2 27 27 0 0,-2-12-17 0 0,-1 0 0 0 0,-1 0 0 0 0,0-1 1 0 0,-2 1-1 0 0,1-1 0 0 0,-12 28 0 0 0,-11 37 81 0 0,-59 91 230 0 0,47-96-253 0 0,35-69-59 0 0,1 0 0 0 0,0 0 0 0 0,0 0-1 0 0,1 0 1 0 0,0 1 0 0 0,0-1 0 0 0,1 0 0 0 0,0 15-1 0 0,0-13-6 0 0,0-9 0 0 0,1 1 0 0 0,-1 0 0 0 0,0-1 0 0 0,1 1 0 0 0,-1 0 0 0 0,0-1 0 0 0,1 1 0 0 0,-1 0 0 0 0,1-1 0 0 0,-1 1 0 0 0,1-1 0 0 0,0 1 0 0 0,-1-1 0 0 0,1 1 0 0 0,-1-1 0 0 0,1 1 0 0 0,0-1 0 0 0,-1 0 0 0 0,1 1 1 0 0,0-1-1 0 0,0 0 0 0 0,-1 0 0 0 0,1 1 0 0 0,0-1 0 0 0,0 0 0 0 0,-1 0 0 0 0,1 0 0 0 0,0 0 0 0 0,0 0 0 0 0,-1 0 0 0 0,1 0 0 0 0,0 0 0 0 0,1-1 0 0 0,26-2 138 0 0,-13-2-95 0 0,0-1-1 0 0,19-9 1 0 0,12-5 13 0 0,47-22-59 0 0,-10 4 0 0 0,-76 36 0 0 0,-1-1 0 0 0,1 0 0 0 0,0 0 0 0 0,-1-1 0 0 0,8-6 0 0 0,-14 8 0 0 0,0-8-1457 0 0,0 9 668 0 0,-1-1 0 0 0,1 1 1 0 0,0 0-1 0 0,0 0 0 0 0,0-1 0 0 0,0 1 0 0 0,0 0 0 0 0,0 0 1 0 0,0-1-1 0 0,1 1 0 0 0,-1 0 0 0 0,0 0 0 0 0,1 0 0 0 0,-1 0 1 0 0,1-1-1 0 0,0 0 0 0 0</inkml:trace>
</inkml:ink>
</file>

<file path=ppt/ink/ink2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0T13:30:17.50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0 19740 0 0,'0'0'8182'0'0,"2"5"-7925"0"0,3 4-157 0 0,-3-5 55 0 0,1 0 1 0 0,-1 1 0 0 0,0-1-1 0 0,0 0 1 0 0,-1 1 0 0 0,1-1-1 0 0,-1 1 1 0 0,2 9 546 0 0,-1-19-343 0 0,1 0-1 0 0,-1-1 0 0 0,0 1 1 0 0,-1-1-1 0 0,3-8 0 0 0,3-5 12 0 0,-14 57-349 0 0,5-27-884 0 0,0 0-4419 0 0</inkml:trace>
</inkml:ink>
</file>

<file path=ppt/ink/ink2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0T13:30:21.68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54 130 14259 0 0,'0'0'13619'0'0,"-9"0"-13232"0"0,-27 0-38 0 0,27 0 847 0 0,30-14-345 0 0,8-4-795 0 0,1 2 0 0 0,0 1 0 0 0,2 2 0 0 0,-1 1 0 0 0,2 1-1 0 0,-1 2 1 0 0,1 1 0 0 0,42-4 0 0 0,-74 12-55 0 0,0-1-1 0 0,0 1 1 0 0,0 0 0 0 0,0 0 0 0 0,-1 0-1 0 0,1 0 1 0 0,0 0 0 0 0,0 0-1 0 0,0 0 1 0 0,0 0 0 0 0,0 0-1 0 0,-1 0 1 0 0,1 0 0 0 0,0 1 0 0 0,0-1-1 0 0,0 0 1 0 0,0 1 0 0 0,-1-1-1 0 0,1 0 1 0 0,0 1 0 0 0,0-1-1 0 0,-1 1 1 0 0,1-1 0 0 0,0 1 0 0 0,-1 0-1 0 0,1-1 1 0 0,-1 1 0 0 0,1 0-1 0 0,-1-1 1 0 0,1 1 0 0 0,-1 0 0 0 0,1 1-1 0 0,0 0 11 0 0,-1 0-1 0 0,0 1 0 0 0,0-1 1 0 0,0 0-1 0 0,0 1 1 0 0,-1-1-1 0 0,1 0 1 0 0,0 0-1 0 0,-1 1 0 0 0,0-1 1 0 0,0 0-1 0 0,-1 3 1 0 0,-2 5 31 0 0,-1-1 0 0 0,-1 1 0 0 0,0-1 0 0 0,-12 16 0 0 0,-4-2 82 0 0,-40 33 0 0 0,59-54-100 0 0,1 0 0 0 0,-1 0-1 0 0,1 0 1 0 0,-1 1-1 0 0,1-1 1 0 0,0 1-1 0 0,0-1 1 0 0,0 1-1 0 0,0-1 1 0 0,-2 6-1 0 0,52 3-17 0 0,-29-8-5 0 0,-1 1 0 0 0,0 1 0 0 0,0 1 0 0 0,23 11 0 0 0,-37-15-1 0 0,-1 0 1 0 0,1 0 0 0 0,-1 1-1 0 0,1-1 1 0 0,-1 1-1 0 0,0 0 1 0 0,0 0-1 0 0,-1 0 1 0 0,1 1-1 0 0,-1-1 1 0 0,1 1 0 0 0,-1-1-1 0 0,0 1 1 0 0,0 0-1 0 0,-1-1 1 0 0,1 1-1 0 0,-1 0 1 0 0,1 6-1 0 0,-1-3 7 0 0,0-1-1 0 0,0 1 0 0 0,-1-1 0 0 0,0 1 0 0 0,-1-1 0 0 0,1 1 0 0 0,-1 0 0 0 0,-1-1 1 0 0,1 0-1 0 0,-1 1 0 0 0,-3 5 0 0 0,2-5 36 0 0,-1 0-1 0 0,0-1 1 0 0,-1 0 0 0 0,0 0-1 0 0,0 0 1 0 0,0-1 0 0 0,-1 0-1 0 0,1 0 1 0 0,-1 0 0 0 0,-1 0 0 0 0,1-1-1 0 0,0 0 1 0 0,-1-1 0 0 0,-11 5-1 0 0,-12 1-40 0 0,1-1 0 0 0,-1-1 0 0 0,0-2 0 0 0,-1-1 0 0 0,1-2 0 0 0,-41-1 0 0 0,65-1-1 0 0,3 0 0 0 0,0 1 0 0 0,0-1 0 0 0,-1 0 0 0 0,1-1 0 0 0,0 1 0 0 0,0-1 0 0 0,-1 1 0 0 0,-2-2 0 0 0,5-1 0 0 0,1 3-106 0 0,1 0 1 0 0,0-1-1 0 0,-1 1 1 0 0,1 0-1 0 0,-1 0 1 0 0,1-1-1 0 0,-1 1 1 0 0,1 0-1 0 0,0 0 1 0 0,-1 0-1 0 0,1-1 1 0 0,0 1-1 0 0,-1 0 1 0 0,1 0-1 0 0,-1 0 1 0 0,1 0-1 0 0,0 0 1 0 0,-1 0-1 0 0,1 1 1 0 0,0-1-1 0 0,-1 0 1 0 0,1 0-1 0 0,0 1 0 0 0,19 3-3882 0 0,0-1-6659 0 0</inkml:trace>
</inkml:ink>
</file>

<file path=ppt/ink/ink2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0T13:30:21.94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4 0 25205 0 0,'0'0'6138'0'0,"0"7"-5958"0"0,-4 63-7 0 0,4-65-1810 0 0</inkml:trace>
</inkml:ink>
</file>

<file path=ppt/ink/ink2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0T13:29:35.27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1030 416 0 0 0,'-21'3'25115'0'0,"20"-28"-23202"0"0,-4 10-1621 0 0,0 1-1 0 0,-13-23 0 0 0,15 32-226 0 0,0-1 65 0 0,0 0 1 0 0,-1 0-1 0 0,0 1 1 0 0,0-1 0 0 0,-9-8-1 0 0,5 6-16 0 0,0 1 0 0 0,0 0 0 0 0,-1 1 1 0 0,0 0-1 0 0,0 0 0 0 0,0 1 0 0 0,-1 0 0 0 0,-19-6 0 0 0,11 5-17 0 0,-1 2 0 0 0,-1 0 0 0 0,-33-3 0 0 0,-62 4 70 0 0,84 5-146 0 0,1 1-1 0 0,-1 2 1 0 0,1 1 0 0 0,-50 16 0 0 0,59-15-27 0 0,1 0 1 0 0,0 1-1 0 0,0 2 1 0 0,1 0-1 0 0,0 1 1 0 0,0 0-1 0 0,2 2 0 0 0,-1 0 1 0 0,2 1-1 0 0,0 1 1 0 0,0 0-1 0 0,2 1 1 0 0,0 1-1 0 0,0 0 1 0 0,2 1-1 0 0,0 0 1 0 0,1 1-1 0 0,-13 32 0 0 0,3 9 22 0 0,2 0 0 0 0,2 1-1 0 0,-14 118 1 0 0,24-116 2 0 0,4-1 0 0 0,8 109 0 0 0,-2-137-19 0 0,2 1 0 0 0,2-1 0 0 0,1 0 0 0 0,2-1 1 0 0,13 33-1 0 0,-1-16 18 0 0,2-1 0 0 0,44 66 0 0 0,-61-104-14 0 0,1-1 1 0 0,0 0-1 0 0,1 0 0 0 0,0-1 0 0 0,1 0 0 0 0,0 0 1 0 0,0-1-1 0 0,0-1 0 0 0,1 0 0 0 0,0 0 0 0 0,1-1 1 0 0,0-1-1 0 0,-1 1 0 0 0,2-2 0 0 0,-1 0 0 0 0,0 0 1 0 0,1-1-1 0 0,22 2 0 0 0,-5-3 8 0 0,0-1-1 0 0,0-2 1 0 0,0-1-1 0 0,0-1 1 0 0,-1-1-1 0 0,1-2 1 0 0,29-10 0 0 0,116-38 54 0 0,-133 38-36 0 0,0-1 0 0 0,41-24 0 0 0,84-60 111 0 0,-137 80-91 0 0,0-1 0 0 0,-2-2 1 0 0,33-33-1 0 0,-45 38-35 0 0,-1 0 1 0 0,-1-1-1 0 0,-1 0 0 0 0,0-1 0 0 0,-2 0 1 0 0,0-1-1 0 0,-1-1 0 0 0,-2 1 0 0 0,7-26 1 0 0,-11 32-9 0 0,5-14 23 0 0,6-42 1 0 0,-7 21 4 0 0,-3 21 13 0 0,2-55 0 0 0,-6 53-13 0 0,-1 8 13 0 0,0 0 1 0 0,-1 0 0 0 0,-6-33-1 0 0,0 25 7 0 0,3 11 22 0 0,-13-37 1 0 0,-1 11 33 0 0,6 13 18 0 0,-1 0-1 0 0,-2 0 1 0 0,-24-37-1 0 0,22 46-97 0 0,-2 1 0 0 0,-1 0 1 0 0,-1 2-1 0 0,-37-32 0 0 0,-105-68 71 0 0,143 108-106 0 0,-1 2 1 0 0,-1 0-1 0 0,0 2 0 0 0,0 0 0 0 0,-1 2 1 0 0,0 0-1 0 0,0 2 0 0 0,-49-8 0 0 0,54 12-2 0 0,0 0 0 0 0,0 2 0 0 0,0 0 0 0 0,0 1 0 0 0,0 1 0 0 0,0 0 0 0 0,0 2 1 0 0,0 0-1 0 0,1 1 0 0 0,0 1 0 0 0,0 0 0 0 0,-28 15 0 0 0,26-10-127 0 0,1 0 1 0 0,0 1-1 0 0,1 1 0 0 0,0 1 1 0 0,1 0-1 0 0,-26 31 1 0 0,35-36-146 0 0,0 0 0 0 0,1 0 1 0 0,-8 15-1 0 0,6 4-2524 0 0,8-24 1640 0 0,-1-1 0 0 0,1 1 0 0 0,0 0 0 0 0,1-1-1 0 0,-1 1 1 0 0,1 4 0 0 0</inkml:trace>
</inkml:ink>
</file>

<file path=ppt/ink/ink2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0T13:29:42.38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33 721 9650 0 0,'0'0'10612'0'0,"-2"-10"-10494"0"0,-5-33-34 0 0,6 39-62 0 0,1-1-1 0 0,0 0 0 0 0,0 1 0 0 0,0-1 0 0 0,1 1 0 0 0,0-1 0 0 0,-1 1 0 0 0,2-1 1 0 0,-1 1-1 0 0,4-9 0 0 0,2-8 104 0 0,-2 2 214 0 0,14-35 1 0 0,-19 54-378 0 0,1 0 1 0 0,-1-1-1 0 0,1 1 1 0 0,-1 0-1 0 0,0 0 1 0 0,1 0-1 0 0,-1 0 1 0 0,1-1-1 0 0,-1 1 1 0 0,1 0-1 0 0,-1 0 1 0 0,0 0-1 0 0,1 0 1 0 0,-1 0-1 0 0,1 0 0 0 0,-1 0 1 0 0,1 0-1 0 0,-1 1 1 0 0,0-1-1 0 0,1 0 1 0 0,-1 0-1 0 0,1 0 1 0 0,-1 0-1 0 0,1 1 1 0 0,-1-1-1 0 0,0 0 1 0 0,1 0-1 0 0,-1 0 1 0 0,0 1-1 0 0,1-1 1 0 0,-1 0-1 0 0,0 1 1 0 0,1-1-1 0 0,-1 0 1 0 0,0 1-1 0 0,0-1 1 0 0,1 1-1 0 0,17 17 112 0 0,-16-16-195 0 0,8 10 11 0 0,-10-11 103 0 0,1 1 0 0 0,0-1-1 0 0,-1 0 1 0 0,1 0 0 0 0,0 0 0 0 0,0 0-1 0 0,0 0 1 0 0,0 0 0 0 0,0 0-1 0 0,0 0 1 0 0,1 0 0 0 0,-1 0 0 0 0,3 1 1194 0 0,-11-16 1210 0 0,-6 4-2195 0 0,13 8-198 0 0,-1 1-1 0 0,0 0 1 0 0,0 0-1 0 0,0 0 1 0 0,0 0 0 0 0,0 0-1 0 0,0 0 1 0 0,0 0-1 0 0,0 0 1 0 0,0 0-1 0 0,-1 0 1 0 0,1 1-1 0 0,0-1 1 0 0,0 0-1 0 0,-1 1 1 0 0,1-1 0 0 0,0 1-1 0 0,-1 0 1 0 0,1-1-1 0 0,-1 1 1 0 0,1 0-1 0 0,0 0 1 0 0,-1 0-1 0 0,1 0 1 0 0,-1 0-1 0 0,1 0 1 0 0,-1 0 0 0 0,1 1-1 0 0,0-1 1 0 0,-1 0-1 0 0,-2 2 1 0 0,1 0-43 0 0,1 1 0 0 0,-1-1 0 0 0,0 1 0 0 0,1 0 0 0 0,-1 0 0 0 0,1 0 0 0 0,0 1 0 0 0,0-1 1 0 0,0 0-1 0 0,0 1 0 0 0,-1 6 0 0 0,-8 12-24 0 0,7-12 71 0 0,0 0-1 0 0,1 0 1 0 0,0 0 0 0 0,1 1-1 0 0,0-1 1 0 0,0 20-1 0 0,0-13-5 0 0,2-13-14 0 0,-1 1-1 0 0,1-1 1 0 0,0 0 0 0 0,0 0 0 0 0,1 0-1 0 0,-1 0 1 0 0,1 0 0 0 0,0 0-1 0 0,0 0 1 0 0,0 0 0 0 0,0 0 0 0 0,1 0-1 0 0,-1-1 1 0 0,1 1 0 0 0,3 4-1 0 0,-3-6 18 0 0,0 0 0 0 0,0 0-1 0 0,0 1 1 0 0,1-1 0 0 0,-1-1-1 0 0,1 1 1 0 0,-1 0 0 0 0,1-1-1 0 0,0 1 1 0 0,-1-1 0 0 0,1 0-1 0 0,0 1 1 0 0,0-2 0 0 0,0 1-1 0 0,0 0 1 0 0,0 0 0 0 0,0-1-1 0 0,0 0 1 0 0,0 0 0 0 0,4 0-1 0 0,1 0 42 0 0,1-1 0 0 0,-1-1 0 0 0,1 0-1 0 0,-1 0 1 0 0,1 0 0 0 0,-1-1 0 0 0,0-1 0 0 0,0 1-1 0 0,-1-1 1 0 0,1 0 0 0 0,-1-1 0 0 0,0 0-1 0 0,0 0 1 0 0,6-6 0 0 0,10-10 125 0 0,-2 0 0 0 0,32-43 1 0 0,-40 47-55 0 0,-1-1 1 0 0,-1-1 0 0 0,-1 0 0 0 0,0-1 0 0 0,-2 1 0 0 0,0-2 0 0 0,-1 1 0 0 0,-1-1 0 0 0,4-26-1 0 0,-2 12-50 0 0,-6 26-33 0 0,0-1 0 0 0,0 1 0 0 0,1-18 0 0 0,-3 11 32 0 0,-1-21 96 0 0,1 35-105 0 0,-1 0 0 0 0,1 0 0 0 0,-1 0 0 0 0,0 0 0 0 0,1 1 0 0 0,-1-1 0 0 0,0 0 0 0 0,0 1 0 0 0,0-1 0 0 0,0 0 0 0 0,0 1 0 0 0,0-1 0 0 0,-1 1 0 0 0,1-1 0 0 0,-2-1 0 0 0,2 3 49 0 0,-10 30-468 0 0,5-3 357 0 0,0 1 1 0 0,2-1-1 0 0,1 1 0 0 0,1 0 0 0 0,3 33 0 0 0,0-55 2 0 0,0 0 0 0 0,0 0 0 0 0,1 0 0 0 0,0 0 0 0 0,0 0 0 0 0,1-1 0 0 0,6 11-1 0 0,1 4-8 0 0,-8-16 20 0 0,1 0 1 0 0,-1 0-1 0 0,1 0 1 0 0,0 0-1 0 0,0 0 1 0 0,1-1-1 0 0,-1 0 1 0 0,1 1 0 0 0,-1-1-1 0 0,1 0 1 0 0,0-1-1 0 0,0 1 1 0 0,0-1-1 0 0,1 0 1 0 0,-1 0-1 0 0,1 0 1 0 0,-1 0-1 0 0,1-1 1 0 0,-1 0 0 0 0,1 0-1 0 0,0 0 1 0 0,0 0-1 0 0,0-1 1 0 0,-1 0-1 0 0,1 0 1 0 0,5-1-1 0 0,-7 0 23 0 0,-1-1 0 0 0,1-1-1 0 0,-1 1 1 0 0,0 0-1 0 0,0-1 1 0 0,0 1-1 0 0,0-1 1 0 0,0 1-1 0 0,0-1 1 0 0,-1 0 0 0 0,2-3-1 0 0,0 1 3 0 0,2-7 4 0 0,-1 1 0 0 0,0 0-1 0 0,0-1 1 0 0,-1 0 0 0 0,2-19 0 0 0,-2 11-27 0 0,1-2-10 0 0,0-35-1 0 0,-4 56 70 0 0,7 26-756 0 0,-2-11 725 0 0,-4-12-37 0 0,0 0 0 0 0,-1 1 0 0 0,1-1 0 0 0,0 0 0 0 0,0 0-1 0 0,0 0 1 0 0,1 0 0 0 0,-1 0 0 0 0,3 3 0 0 0,-2-2-1 0 0,0-1-1 0 0,0 1 1 0 0,0-1 0 0 0,1 0-1 0 0,-1 1 1 0 0,1-1-1 0 0,0 0 1 0 0,-1 0 0 0 0,1 0-1 0 0,0-1 1 0 0,0 1-1 0 0,0-1 1 0 0,0 0 0 0 0,1 0-1 0 0,-1 0 1 0 0,0 0 0 0 0,0 0-1 0 0,1-1 1 0 0,-1 1-1 0 0,5-1 1 0 0,-4 0 8 0 0,0 0-1 0 0,0-1 0 0 0,0 0 1 0 0,0 1-1 0 0,0-1 1 0 0,0-1-1 0 0,0 1 1 0 0,0 0-1 0 0,0-1 1 0 0,0 0-1 0 0,-1 0 0 0 0,1 0 1 0 0,-1 0-1 0 0,0-1 1 0 0,1 0-1 0 0,-1 1 1 0 0,4-6-1 0 0,2-3 5 0 0,0 0 0 0 0,-1-1 0 0 0,11-21 0 0 0,-1 2-130 0 0,-11 13 52 0 0,-7 17 44 0 0,0 0 1 0 0,0-1-1 0 0,1 1 1 0 0,-1 0-1 0 0,0 0 1 0 0,1-1 0 0 0,-1 1-1 0 0,1 0 1 0 0,-1 0-1 0 0,1 0 1 0 0,-1 0-1 0 0,1 0 1 0 0,0 0-1 0 0,-1 0 1 0 0,1 0-1 0 0,0 0 1 0 0,0 0-1 0 0,0 0 1 0 0,0 0 0 0 0,0 0-1 0 0,0 1 1 0 0,0-1-1 0 0,0 0 1 0 0,2 0-1 0 0,-2 1-106 0 0,31 0-647 0 0,-29 0 765 0 0,-3 0 13 0 0,0 0 0 0 0,0 0 0 0 0,0 0 0 0 0,0 0 1 0 0,1 0-1 0 0,-1 0 0 0 0,0 0 0 0 0,0 0 0 0 0,0 0 0 0 0,0 0 1 0 0,1 0-1 0 0,-1 0 0 0 0,0 0 0 0 0,0 0 0 0 0,0 0 0 0 0,0 0 1 0 0,1-1-1 0 0,-1 1 0 0 0,0 0 0 0 0,0 0 0 0 0,0 0 0 0 0,0 0 1 0 0,0 0-1 0 0,1 0 0 0 0,-1 0 0 0 0,0-1 0 0 0,0 1 0 0 0,0 0 1 0 0,0 0-1 0 0,0 0 0 0 0,0 0 0 0 0,0-1 0 0 0,0 1 0 0 0,0 0 1 0 0,0 0-1 0 0,0 0 0 0 0,0 0 0 0 0,0-1 0 0 0,0 1 0 0 0,0 0 1 0 0,0 0-1 0 0,0 0 0 0 0,0-1 0 0 0,0 1 0 0 0,-4-11 312 0 0,-9-6 159 0 0,4 9-374 0 0,-5-3-67 0 0,14 11-43 0 0,-1 0 1 0 0,0 1 0 0 0,1-1 0 0 0,-1 0 0 0 0,0 0-1 0 0,1 0 1 0 0,-1 1 0 0 0,1-1 0 0 0,-1 0-1 0 0,0 1 1 0 0,1-1 0 0 0,-1 0 0 0 0,1 1-1 0 0,-1-1 1 0 0,1 1 0 0 0,-1-1 0 0 0,1 1-1 0 0,-1-1 1 0 0,1 1 0 0 0,0-1 0 0 0,-1 1-1 0 0,1 0 1 0 0,0-1 0 0 0,-1 1 0 0 0,1-1 0 0 0,0 1-1 0 0,0 0 1 0 0,0-1 0 0 0,-1 2 0 0 0,-2 9-12 0 0,0 0 0 0 0,1 0 1 0 0,0 1-1 0 0,0-1 0 0 0,1 0 1 0 0,1 1-1 0 0,0-1 0 0 0,1 1 1 0 0,1 12-1 0 0,-1-22 14 0 0,-1 0 1 0 0,1 1-1 0 0,0-1 1 0 0,-1 1 0 0 0,1-1-1 0 0,0 0 1 0 0,1 1-1 0 0,-1-1 1 0 0,0 0-1 0 0,1 0 1 0 0,-1 0-1 0 0,1 0 1 0 0,-1 0-1 0 0,1 0 1 0 0,0 0-1 0 0,0-1 1 0 0,0 1-1 0 0,0-1 1 0 0,0 1-1 0 0,0-1 1 0 0,0 0-1 0 0,1 0 1 0 0,-1 0-1 0 0,0 0 1 0 0,1 0 0 0 0,-1 0-1 0 0,1-1 1 0 0,3 1-1 0 0,-2 0 23 0 0,-1-1 1 0 0,1 0-1 0 0,-1 0 0 0 0,1 0 1 0 0,-1-1-1 0 0,1 1 0 0 0,-1-1 1 0 0,0 0-1 0 0,1 0 0 0 0,-1 0 1 0 0,0 0-1 0 0,0-1 0 0 0,0 1 0 0 0,0-1 1 0 0,0 0-1 0 0,0 0 0 0 0,0 0 1 0 0,0 0-1 0 0,-1 0 0 0 0,5-6 1 0 0,4-4 63 0 0,-7 7-61 0 0,0 1-1 0 0,0-1 1 0 0,-1 0 0 0 0,0 0 0 0 0,0 0 0 0 0,5-11 0 0 0,4-13 34 0 0,-8 21-41 0 0,0-1 1 0 0,-1 0-1 0 0,0 1 1 0 0,-1-1-1 0 0,2-10 1 0 0,6-28 10 0 0,-7 34-29 0 0,0-1 1 0 0,-1 0-1 0 0,1-20 1 0 0,-2-1-10 0 0,0 20 39 0 0,-1 0 0 0 0,0 0 0 0 0,-1 0-1 0 0,-4-21 1 0 0,5 35-19 0 0,0 0-1 0 0,0 1 1 0 0,0-1-1 0 0,0 0 1 0 0,-1 1 0 0 0,1-1-1 0 0,0 0 1 0 0,0 0-1 0 0,-1 1 1 0 0,1-1 0 0 0,0 0-1 0 0,-1 1 1 0 0,1-1 0 0 0,-1 1-1 0 0,1-1 1 0 0,-1 1-1 0 0,1-1 1 0 0,-1 0 0 0 0,-5 8-239 0 0,0 23-59 0 0,4 1 290 0 0,1-1-1 0 0,2 1 0 0 0,6 44 1 0 0,-5-67 6 0 0,-1-1 0 0 0,2 1 0 0 0,-1-1 0 0 0,5 9 0 0 0,2 8-9 0 0,-8-22 6 0 0,-1 0-1 0 0,1 0 1 0 0,-1-1 0 0 0,1 1-1 0 0,0 0 1 0 0,-1 0 0 0 0,1-1 0 0 0,0 1-1 0 0,0-1 1 0 0,0 1 0 0 0,1 0-1 0 0,-1-1 1 0 0,0 0 0 0 0,0 1 0 0 0,1-1-1 0 0,-1 0 1 0 0,1 0 0 0 0,-1 0-1 0 0,1 0 1 0 0,0 0 0 0 0,-1 0 0 0 0,3 1-1 0 0,-3-2 111 0 0,0-22 4 0 0,1 0 1 0 0,2 1 0 0 0,0-1-1 0 0,1 1 1 0 0,12-30 0 0 0,-15 46-99 0 0,-1-2 42 0 0,-1 7-70 0 0,0 0 1 0 0,0 0 0 0 0,0-1-1 0 0,0 1 1 0 0,0 0-1 0 0,0-1 1 0 0,0 1-1 0 0,0 0 1 0 0,0-1 0 0 0,0 1-1 0 0,0 0 1 0 0,0-1-1 0 0,1 1 1 0 0,-1 0 0 0 0,0-1-1 0 0,0 1 1 0 0,0 0-1 0 0,0 0 1 0 0,1-1 0 0 0,-1 1-1 0 0,0 0 1 0 0,0 0-1 0 0,0-1 1 0 0,1 1 0 0 0,-1 0-1 0 0,0 0 1 0 0,1 0-1 0 0,-1 0 1 0 0,0-1 0 0 0,0 1-1 0 0,1 0 1 0 0,-1 0-1 0 0,0 0 1 0 0,1 0-1 0 0,-1 0 1 0 0,0 0 0 0 0,1 0-1 0 0,-1 0 1 0 0,0 0-1 0 0,1 0 1 0 0,-1 0 0 0 0,0 0-1 0 0,0 0 1 0 0,1 0-1 0 0,-1 0 1 0 0,0 0 0 0 0,1 0-1 0 0,-1 0 1 0 0,0 0-1 0 0,1 0 1 0 0,-1 1 0 0 0,0-1-1 0 0,0 0 1 0 0,1 0-1 0 0,0 3 18 0 0,0-1 1 0 0,0 0-1 0 0,0 0 0 0 0,-1 0 0 0 0,1 1 0 0 0,-1-1 1 0 0,1 0-1 0 0,-1 1 0 0 0,0-1 0 0 0,0 1 0 0 0,0-1 1 0 0,0 0-1 0 0,0 1 0 0 0,-1-1 0 0 0,1 0 0 0 0,-2 5 1 0 0,-1-2 29 0 0,-1 0 1 0 0,1 1 0 0 0,1-1-1 0 0,-1 1 1 0 0,1 0 0 0 0,0-1-1 0 0,-3 11 1 0 0,1 0 95 0 0,3-13-96 0 0,0 1-1 0 0,0-1 0 0 0,0 1 1 0 0,0 0-1 0 0,1 0 1 0 0,-1 4-1 0 0,1-8-31 0 0,0 1-1 0 0,0 0 1 0 0,0-1 0 0 0,1 1 0 0 0,-1 0-1 0 0,0 0 1 0 0,0-1 0 0 0,1 1 0 0 0,-1-1 0 0 0,0 1-1 0 0,1 0 1 0 0,-1-1 0 0 0,0 1 0 0 0,1-1-1 0 0,-1 1 1 0 0,1-1 0 0 0,-1 1 0 0 0,1-1-1 0 0,0 1 1 0 0,-1-1 0 0 0,1 1 0 0 0,-1-1-1 0 0,1 0 1 0 0,0 1 0 0 0,-1-1 0 0 0,1 0-1 0 0,0 0 1 0 0,-1 1 0 0 0,1-1 0 0 0,0 0 0 0 0,-1 0-1 0 0,1 0 1 0 0,0 0 0 0 0,0 0 0 0 0,-1 0-1 0 0,1 0 1 0 0,1 0 0 0 0,6-1 14 0 0,1 0 0 0 0,-1 0-1 0 0,0-1 1 0 0,1 0 0 0 0,-1 0 0 0 0,0-1 0 0 0,-1 0 0 0 0,12-7-1 0 0,60-38-437 0 0,-64 39 218 0 0,21-18-794 0 0,-18 13-1458 0 0,1 0-5642 0 0</inkml:trace>
</inkml:ink>
</file>

<file path=ppt/ink/ink2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0T13:29:42.64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0 23677 0 0,'0'0'3481'0'0</inkml:trace>
</inkml:ink>
</file>

<file path=ppt/ink/ink2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0T13:29:44.27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0 677 18700 0 0,'0'0'3165'0'0,"21"-13"-2773"0"0,118-75 213 0 0,-88 57-327 0 0,142-94 163 0 0,-171 109-309 0 0,40-38-1 0 0,-56 48-62 0 0,0 0-1 0 0,-1 0 1 0 0,0-1 0 0 0,0 0-1 0 0,0 0 1 0 0,-1 0-1 0 0,0 0 1 0 0,0-1-1 0 0,-1 0 1 0 0,4-14 0 0 0,-6 16 35 0 0,0 0 0 0 0,-1 0 0 0 0,0 0 0 0 0,0 0 0 0 0,-1 0 0 0 0,1 0 0 0 0,-1 0 0 0 0,0 0 0 0 0,-1 0 0 0 0,0 1 1 0 0,0-1-1 0 0,-4-8 0 0 0,5 12-79 0 0,0 0-1 0 0,0 0 1 0 0,0 0 0 0 0,0 0 0 0 0,0 0 0 0 0,-1 0 0 0 0,1 1 0 0 0,-1-1-1 0 0,1 0 1 0 0,-1 1 0 0 0,0-1 0 0 0,0 1 0 0 0,0 0 0 0 0,1 0 0 0 0,-1-1-1 0 0,-1 1 1 0 0,1 0 0 0 0,0 1 0 0 0,0-1 0 0 0,0 0 0 0 0,0 1 0 0 0,-1-1-1 0 0,1 1 1 0 0,0-1 0 0 0,0 1 0 0 0,-1 0 0 0 0,1 0 0 0 0,0 0 0 0 0,-1 0-1 0 0,1 1 1 0 0,0-1 0 0 0,0 1 0 0 0,0-1 0 0 0,-5 3 0 0 0,6-3-32 0 0,0 1-1 0 0,0 0 1 0 0,0 0 0 0 0,-1-1 0 0 0,1 1 0 0 0,0 0 0 0 0,0 0 0 0 0,0 0 0 0 0,0 0-1 0 0,1 1 1 0 0,-1-1 0 0 0,0 0 0 0 0,0 0 0 0 0,1 0 0 0 0,-1 1 0 0 0,0 2 0 0 0,-7 25-65 0 0,6-16 67 0 0,-1 1 11 0 0,0 0-1 0 0,1 0 0 0 0,1 0 1 0 0,0 1-1 0 0,2 24 0 0 0,3-9 19 0 0,12 51-1 0 0,15 25 13 0 0,-2-27-25 0 0,-28-75 4 0 0,1 0 0 0 0,-1 0 0 0 0,0 0 0 0 0,0 0 1 0 0,-1 0-1 0 0,1 0 0 0 0,-1 7 720 0 0,0-28 380 0 0,-14-33-1067 0 0,11 41-80 0 0,0 1-1 0 0,1 0 1 0 0,0-1-1 0 0,0 0 1 0 0,0-15-1 0 0,2-66-223 0 0,0 90 202 0 0,18 16-562 0 0,-9-8 635 0 0,-1 0 0 0 0,13 15 0 0 0,4 4-15 0 0,-18-20-3 0 0,1 0 0 0 0,0 0 0 0 0,0 0 0 0 0,1-1 0 0 0,14 7 0 0 0,-21-11 4 0 0,0-1-1 0 0,1 0 1 0 0,-1 0-1 0 0,1 0 0 0 0,0 0 1 0 0,-1-1-1 0 0,1 1 0 0 0,0-1 1 0 0,-1 0-1 0 0,1 1 0 0 0,0-1 1 0 0,-1 0-1 0 0,1 0 0 0 0,0-1 1 0 0,0 1-1 0 0,-1-1 0 0 0,1 1 1 0 0,0-1-1 0 0,-1 0 0 0 0,1 0 1 0 0,-1 0-1 0 0,1 0 1 0 0,-1 0-1 0 0,0-1 0 0 0,1 1 1 0 0,2-4-1 0 0,2-1 31 0 0,0 0 0 0 0,-1-1 0 0 0,1 1 0 0 0,-2-1 0 0 0,1-1 0 0 0,-1 1 0 0 0,0-1 0 0 0,7-16 0 0 0,-1-1 9 0 0,-4 10-31 0 0,-1 0 0 0 0,-1-1 1 0 0,6-24-1 0 0,-4 9 1 0 0,-5 25 9 0 0,0 0 1 0 0,-1 0 0 0 0,0 0-1 0 0,0 0 1 0 0,0-1-1 0 0,-1 1 1 0 0,0-1-1 0 0,0 1 1 0 0,-2-11-1 0 0,2 16-24 0 0,0 1 0 0 0,0-1 0 0 0,-1 0-1 0 0,1 1 1 0 0,0-1 0 0 0,0 1 0 0 0,-1-1-1 0 0,1 1 1 0 0,-1-1 0 0 0,1 1 0 0 0,0-1-1 0 0,-1 1 1 0 0,1-1 0 0 0,-1 1-1 0 0,1 0 1 0 0,-1-1 0 0 0,1 1 0 0 0,-1 0-1 0 0,1-1 1 0 0,-1 1 0 0 0,0 0 0 0 0,1 0-1 0 0,-1-1 1 0 0,1 1 0 0 0,-1 0 0 0 0,0 0-1 0 0,1 0 1 0 0,-1 0 0 0 0,0 0-1 0 0,1 0 1 0 0,-1 0 0 0 0,1 0 0 0 0,-1 0-1 0 0,0 0 1 0 0,1 0 0 0 0,-1 0 0 0 0,0 1-1 0 0,1-1 1 0 0,-1 0 0 0 0,1 0 0 0 0,-1 1-1 0 0,1-1 1 0 0,-1 0 0 0 0,1 1-1 0 0,-1-1 1 0 0,1 1 0 0 0,-1-1 0 0 0,1 0-1 0 0,-1 1 1 0 0,1-1 0 0 0,0 1 0 0 0,-1-1-1 0 0,1 1 1 0 0,0-1 0 0 0,-1 1 0 0 0,1 0-1 0 0,0 0 1 0 0,-4 7-28 0 0,1 1-1 0 0,0-1 1 0 0,0 1 0 0 0,1 0-1 0 0,1 0 1 0 0,-1 0 0 0 0,1 0-1 0 0,1 0 1 0 0,0 0 0 0 0,1 15-1 0 0,0-21 25 0 0,0 0 1 0 0,0-1-1 0 0,0 1 0 0 0,0 0 0 0 0,0-1 0 0 0,1 1 0 0 0,-1-1 0 0 0,1 1 0 0 0,-1-1 0 0 0,4 3 1 0 0,6 10-12 0 0,-9-12 17 0 0,0 0 0 0 0,0-1 1 0 0,1 0-1 0 0,-1 0 0 0 0,1 1 0 0 0,-1-2 0 0 0,1 1 1 0 0,0 0-1 0 0,0 0 0 0 0,0-1 0 0 0,0 0 0 0 0,0 1 1 0 0,0-1-1 0 0,1 0 0 0 0,-1-1 0 0 0,0 1 0 0 0,5 0 1 0 0,-1 0 13 0 0,1 0 0 0 0,0 0 1 0 0,0-1-1 0 0,0 0 1 0 0,0-1-1 0 0,10-1 0 0 0,-11 0 7 0 0,0-1-1 0 0,0 0 0 0 0,0 0 1 0 0,-1 0-1 0 0,1-1 1 0 0,-1 1-1 0 0,1-2 0 0 0,-1 1 1 0 0,-1-1-1 0 0,1 0 0 0 0,-1 0 1 0 0,1 0-1 0 0,-1-1 0 0 0,5-8 1 0 0,1-2 1 0 0,-1-1 0 0 0,0 0 0 0 0,-2 0 0 0 0,9-26 0 0 0,-13 29 43 0 0,0-1-1 0 0,-2 0 0 0 0,1 0 1 0 0,-2 0-1 0 0,0-28 1 0 0,-1 43-53 0 0,3 1-382 0 0,0-1 333 0 0,1 1 0 0 0,-1 0-1 0 0,0 1 1 0 0,1-1-1 0 0,-1 1 1 0 0,0-1-1 0 0,0 1 1 0 0,0 0 0 0 0,0 0-1 0 0,3 3 1 0 0,0 0 51 0 0,-1 0 1 0 0,0 0-1 0 0,0 0 0 0 0,7 10 1 0 0,-9-11 9 0 0,-1 1 0 0 0,0-1 0 0 0,0 1 1 0 0,0 0-1 0 0,-1 0 0 0 0,0-1 0 0 0,2 10 0 0 0,-1 0-4 0 0,-1-12-13 0 0,0 0 0 0 0,-1 0 1 0 0,1 0-1 0 0,0 0 0 0 0,0 0 0 0 0,0 0 0 0 0,0 0 0 0 0,1 0 0 0 0,-1 0 0 0 0,1 0 0 0 0,-1-1 0 0 0,1 1 0 0 0,-1-1 0 0 0,1 1 0 0 0,0-1 0 0 0,0 1 0 0 0,0-1 0 0 0,-1 0 0 0 0,1 0 0 0 0,1 0 0 0 0,-1 0 0 0 0,0 0 0 0 0,0-1 0 0 0,0 1 0 0 0,0 0 0 0 0,0-1 0 0 0,1 0 0 0 0,-1 0 0 0 0,0 1 0 0 0,0-1 0 0 0,1 0 0 0 0,-1-1 0 0 0,0 1 0 0 0,0 0 1 0 0,1-1-1 0 0,-1 1 0 0 0,0-1 0 0 0,0 0 0 0 0,0 0 0 0 0,0 0 0 0 0,0 0 0 0 0,0 0 0 0 0,0 0 0 0 0,0 0 0 0 0,0-1 0 0 0,3-2 0 0 0,18-20 118 0 0,-2-2 1 0 0,27-39-1 0 0,-42 55-103 0 0,0 0-1 0 0,-1 0 0 0 0,0 0 1 0 0,-1-1-1 0 0,0 1 0 0 0,-1-1 1 0 0,0 0-1 0 0,0 0 1 0 0,-1-1-1 0 0,0-20 0 0 0,-2 31-23 0 0,-2-27 135 0 0,1 28-132 0 0,1 0 1 0 0,0-1-1 0 0,0 1 0 0 0,0 0 0 0 0,0 0 0 0 0,0 0 0 0 0,0-1 1 0 0,0 1-1 0 0,0 0 0 0 0,-1 0 0 0 0,1 0 0 0 0,0 0 0 0 0,0-1 1 0 0,0 1-1 0 0,0 0 0 0 0,-1 0 0 0 0,1 0 0 0 0,0 0 0 0 0,0 0 1 0 0,0-1-1 0 0,-1 1 0 0 0,1 0 0 0 0,0 0 0 0 0,0 0 0 0 0,-1 0 1 0 0,1 0-1 0 0,0 0 0 0 0,0 0 0 0 0,0 0 0 0 0,-1 0 0 0 0,1 0 1 0 0,0 0-1 0 0,0 0 0 0 0,-1 0 0 0 0,-12 11-25 0 0,9-5 17 0 0,1-1-1 0 0,-1 1 1 0 0,1 0 0 0 0,0 1 0 0 0,0-1 0 0 0,1 0 0 0 0,0 1 0 0 0,0 0 0 0 0,-1 6 0 0 0,2-8 4 0 0,0 0 1 0 0,1 0-1 0 0,-1 0 1 0 0,1 0-1 0 0,0 0 1 0 0,1 0-1 0 0,-1 0 1 0 0,1-1 0 0 0,0 1-1 0 0,0 0 1 0 0,0 0-1 0 0,1-1 1 0 0,3 8-1 0 0,-3-10 4 0 0,0 1 0 0 0,0 0 0 0 0,1-1 0 0 0,0 1 0 0 0,-1-1 0 0 0,1 0 0 0 0,0 0 0 0 0,0 0 0 0 0,0 0 0 0 0,0 0 0 0 0,0-1-1 0 0,1 1 1 0 0,-1-1 0 0 0,1 0 0 0 0,-1 0 0 0 0,0 0 0 0 0,5 0 0 0 0,2 0-15 0 0,-1 0 0 0 0,1 0 0 0 0,0-1 0 0 0,0 0 1 0 0,13-2-1 0 0,5-3-490 0 0,52-17 1 0 0,-10-4-7763 0 0,-51 18-4203 0 0</inkml:trace>
</inkml:ink>
</file>

<file path=ppt/ink/ink2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0T13:32:31.35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24 22 1000 0 0,'0'0'24040'0'0,"-2"-3"-23192"0"0,-7-15 5519 0 0,5 45-6160 0 0,1-6-196 0 0,0-1 1 0 0,1 1 0 0 0,1 0 0 0 0,2 0 0 0 0,4 36-1 0 0,10 66 37 0 0,-5-82-40 0 0,1 14 59 0 0,-11-55 20 0 0,0 0-66 0 0,0-3-17 0 0,0 1-35 0 0,0 2-162 0 0,0-4-1304 0 0,0 0-2909 0 0</inkml:trace>
</inkml:ink>
</file>

<file path=ppt/ink/ink2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0T13:32:31.92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7 17804 0 0,'0'0'9654'0'0,"4"21"-9603"0"0,3 12 925 0 0,-7-33-943 0 0,0 1 0 0 0,0-1 0 0 0,0 0-1 0 0,0 0 1 0 0,0 0 0 0 0,0 0 0 0 0,0 0 0 0 0,1 0 0 0 0,-1 1 0 0 0,0-1 0 0 0,0 0 0 0 0,0 0 0 0 0,0 0 0 0 0,0 0 0 0 0,1 0 0 0 0,-1 0-1 0 0,0 0 1 0 0,0 0 0 0 0,0 0 0 0 0,0 0 0 0 0,0 1 0 0 0,1-1 0 0 0,-1 0 0 0 0,0 0 0 0 0,0 0 0 0 0,0 0 0 0 0,0 0 0 0 0,1 0 0 0 0,-1 0-1 0 0,0 0 1 0 0,0 0 0 0 0,0-1 0 0 0,0 1 0 0 0,1 0 0 0 0,-1 0 0 0 0,0 0 0 0 0,0 0 0 0 0,0 0 0 0 0,0 0 0 0 0,0 0 0 0 0,1 0 0 0 0,-1 0-1 0 0,0 0 1 0 0,0 0 0 0 0,0-1 0 0 0,0 1 0 0 0,0 0 0 0 0,0 0 0 0 0,0 0 0 0 0,0 0 0 0 0,1 0 0 0 0,-1-1 0 0 0,0 1 0 0 0,0 0 0 0 0,0 0-1 0 0,0 0 1 0 0,0 0 0 0 0,0 0 0 0 0,0-1 0 0 0,0 1 0 0 0,0 0 0 0 0,0 0 0 0 0,0 0 0 0 0,0 0 0 0 0,0-1 0 0 0,0 1 0 0 0,0-7 67 0 0,0-1 0 0 0,0 1 1 0 0,1 0-1 0 0,0-1 1 0 0,1 1-1 0 0,2-8 0 0 0,-5 74-57 0 0,-1-50-681 0 0</inkml:trace>
</inkml:ink>
</file>

<file path=ppt/ink/ink2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0T13:32:39.82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1496 444 6353 0 0,'0'0'18514'0'0,"0"-24"-16729"0"0,1 22-1564 0 0,0 0-1 0 0,0 0 0 0 0,-1-1 0 0 0,1 1 1 0 0,-1 0-1 0 0,1 0 0 0 0,-1 0 1 0 0,0 0-1 0 0,0-1 0 0 0,0 1 0 0 0,0-4 1 0 0,1-17 43 0 0,0 18-177 0 0,0 0 0 0 0,0 0 0 0 0,-1 0 0 0 0,0 0 0 0 0,0-1 1 0 0,0 1-1 0 0,-1 0 0 0 0,0 0 0 0 0,0 0 0 0 0,0 0 0 0 0,0 0 1 0 0,-1 0-1 0 0,0 0 0 0 0,0 1 0 0 0,0-1 0 0 0,-6-8 0 0 0,3 2-35 0 0,-6-7 46 0 0,0 0-1 0 0,-1 1 0 0 0,-1 0 1 0 0,-19-19-1 0 0,16 20-46 0 0,0 1 0 0 0,-1 1 0 0 0,-1 1-1 0 0,0 0 1 0 0,0 1 0 0 0,-2 1 0 0 0,1 1 0 0 0,-1 1 0 0 0,-1 0-1 0 0,0 2 1 0 0,0 0 0 0 0,0 1 0 0 0,-1 1 0 0 0,1 2 0 0 0,-1 0-1 0 0,-40 0 1 0 0,30 4-40 0 0,1 1 0 0 0,0 1-1 0 0,0 2 1 0 0,0 2 0 0 0,0 0-1 0 0,1 2 1 0 0,-41 18 0 0 0,34-10-20 0 0,1 2 1 0 0,1 1 0 0 0,0 2 0 0 0,2 2 0 0 0,-39 35-1 0 0,34-23 12 0 0,2 1-1 0 0,-50 68 0 0 0,-51 94 47 0 0,108-151-28 0 0,1 2-1 0 0,3 1 0 0 0,-32 92 1 0 0,19-1 12 0 0,33-118-32 0 0,0 0 0 0 0,2 1-1 0 0,-1 31 1 0 0,6 74 24 0 0,-1-118-18 0 0,1 17-4 0 0,1-1 0 0 0,2 0 0 0 0,0 0 0 0 0,2 0 1 0 0,14 35-1 0 0,-3-20-36 0 0,1-1 1 0 0,39 61-1 0 0,-43-80 33 0 0,2 0 1 0 0,1-1 0 0 0,1-1-1 0 0,1-1 1 0 0,0-1-1 0 0,1 0 1 0 0,2-2-1 0 0,0 0 1 0 0,0-2-1 0 0,1 0 1 0 0,1-2-1 0 0,1 0 1 0 0,-1-2-1 0 0,40 11 1 0 0,-26-11 18 0 0,2-1 0 0 0,-1-2 0 0 0,1-2 0 0 0,0-1 0 0 0,0-2 0 0 0,0-3 0 0 0,43-3 0 0 0,-61-1-19 0 0,0 0 0 0 0,0-2 0 0 0,0 0 0 0 0,-1-1 0 0 0,0-2 0 0 0,0 0 0 0 0,25-15 0 0 0,-12 3 0 0 0,-1-2 0 0 0,-1-1 0 0 0,41-38 0 0 0,-27 14 0 0 0,-3-2 0 0 0,62-88 0 0 0,-46 58 0 0 0,-33 44 0 0 0,-1-1 0 0 0,-1-2 0 0 0,-3 0 0 0 0,-1-1 0 0 0,-1-1 0 0 0,18-59 0 0 0,-34 81 0 0 0,-1-1 0 0 0,-1 1 0 0 0,-1-1 0 0 0,-1-24 0 0 0,1-1 0 0 0,-1 14 0 0 0,-1-1 0 0 0,-11-61 0 0 0,-22-60 0 0 0,25 120 0 0 0,-78-269 0 0 0,80 280 0 0 0,-2 1 0 0 0,0 0 0 0 0,-1 0 0 0 0,-1 1 0 0 0,-16-21 0 0 0,18 30 0 0 0,0 0 0 0 0,-1 0 0 0 0,0 1 0 0 0,0 1 0 0 0,-1 0 0 0 0,0 0 0 0 0,-1 1 0 0 0,0 0 0 0 0,-17-8 0 0 0,3 6 0 0 0,-1 0 0 0 0,1 2 0 0 0,-1 1 0 0 0,-1 1 0 0 0,1 2 0 0 0,-1 0 0 0 0,0 2 0 0 0,0 1 0 0 0,-54 6 0 0 0,72-5 0 0 0,0 2 0 0 0,0-1 0 0 0,0 1 0 0 0,1 1 0 0 0,-1 0 0 0 0,1 0 0 0 0,-1 1 0 0 0,1 0 0 0 0,-16 11 0 0 0,24-14-52 0 0,0 0 0 0 0,0 0 0 0 0,0 0-1 0 0,0 1 1 0 0,0-1 0 0 0,0 1 0 0 0,0-1 0 0 0,1 1 0 0 0,-1-1-1 0 0,0 1 1 0 0,1-1 0 0 0,0 1 0 0 0,-1-1 0 0 0,1 1 0 0 0,0 0-1 0 0,0-1 1 0 0,0 1 0 0 0,0 0 0 0 0,0-1 0 0 0,0 1 0 0 0,0 0 0 0 0,0-1-1 0 0,1 1 1 0 0,0 2 0 0 0,1 1-399 0 0,-1 0 1 0 0,1 0-1 0 0,0 0 1 0 0,0-1-1 0 0,1 1 0 0 0,3 4 1 0 0,6 8-5866 0 0,-7-3-6531 0 0</inkml:trace>
</inkml:ink>
</file>

<file path=ppt/ink/ink2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0T13:32:45.07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30 165 7618 0 0,'0'0'17586'0'0,"-5"0"-17183"0"0,-14-1-80 0 0,19 1-283 0 0,-1-1 0 0 0,1 1 1 0 0,-1-1-1 0 0,1 1 0 0 0,-1-1 1 0 0,1 0-1 0 0,-1 1 0 0 0,1-1 1 0 0,0 1-1 0 0,-1-1 0 0 0,1 0 1 0 0,0 1-1 0 0,0-1 0 0 0,0 0 1 0 0,-1 1-1 0 0,1-1 0 0 0,0 0 1 0 0,0 1-1 0 0,0-1 0 0 0,0 0 1 0 0,0 0-1 0 0,0 1 0 0 0,0-1 1 0 0,1-1-1 0 0,1-16 404 0 0,6 1-25 0 0,-6 12-329 0 0,0-1-1 0 0,0 1 1 0 0,1 0 0 0 0,0 1-1 0 0,0-1 1 0 0,7-8 0 0 0,5-7 119 0 0,-14 18-190 0 0,0 0 1 0 0,0 0-1 0 0,1 0 1 0 0,-1 0-1 0 0,0 0 1 0 0,1 0-1 0 0,0 0 1 0 0,-1 1-1 0 0,4-3 1 0 0,2-2 38 0 0,15-12 78 0 0,-22 18-131 0 0,1-1-1 0 0,-1 1 1 0 0,1-1-1 0 0,-1 1 1 0 0,1 0-1 0 0,-1 0 1 0 0,1-1-1 0 0,-1 1 1 0 0,1 0-1 0 0,0 0 1 0 0,-1 0-1 0 0,1-1 1 0 0,-1 1-1 0 0,1 0 1 0 0,0 0-1 0 0,-1 0 1 0 0,1 0-1 0 0,0 0 1 0 0,-1 0-1 0 0,1 0 1 0 0,-1 1-1 0 0,1-1 1 0 0,0 0 0 0 0,-1 0-1 0 0,1 0 1 0 0,-1 0-1 0 0,1 1 1 0 0,-1-1-1 0 0,1 0 1 0 0,-1 1-1 0 0,1-1 1 0 0,-1 0-1 0 0,1 1 1 0 0,-1-1-1 0 0,1 1 1 0 0,0 0-1 0 0,11 12 149 0 0,-10-11-140 0 0,-1-1 0 0 0,1 0 0 0 0,-1 1-1 0 0,1-1 1 0 0,-1 1 0 0 0,0-1 0 0 0,0 1 0 0 0,0 0 0 0 0,0-1 0 0 0,0 1 0 0 0,0 0 0 0 0,0 0 0 0 0,0 3 0 0 0,10 23 97 0 0,-9-23-73 0 0,0 0-1 0 0,0 0 1 0 0,0 0-1 0 0,0 0 1 0 0,-1 1-1 0 0,0-1 1 0 0,1 9-1 0 0,-2-8-9 0 0,0 13 88 0 0,0 1 0 0 0,-1 0-1 0 0,-1-1 1 0 0,0 1 0 0 0,-2-1-1 0 0,-6 20 1 0 0,3-16-40 0 0,4-13-42 0 0,0 0 0 0 0,-1 0 0 0 0,-5 10 0 0 0,6-14-18 0 0,1 0 1 0 0,-1 0-1 0 0,1 0 1 0 0,-2 12 0 0 0,-4 11 31 0 0,7-28-48 0 0,1 0 0 0 0,0 1 0 0 0,0-1 0 0 0,-1 0 0 0 0,1 0 0 0 0,0 0 0 0 0,0 0 0 0 0,0 0 0 0 0,0 0 0 0 0,0 1 1 0 0,0-1-1 0 0,1 0 0 0 0,-1 1 0 0 0,32-3 402 0 0,-28-1-355 0 0,1 0-1 0 0,-1 0 1 0 0,0 0 0 0 0,0-1-1 0 0,0 0 1 0 0,0 0 0 0 0,-1 0-1 0 0,4-3 1 0 0,9-8 66 0 0,69-62 81 0 0,-82 72-189 0 0,0 2-1 0 0,1-1 0 0 0,-1 1-1 0 0,1 0 1 0 0,-1 0 0 0 0,1 0-1 0 0,0 1 1 0 0,0-1 0 0 0,0 1-1 0 0,0 0 1 0 0,0 0 0 0 0,7-1-1 0 0,-8 0-12 0 0,0 0 0 0 0,0 0 0 0 0,0 0 0 0 0,-1 0 0 0 0,1 0-1 0 0,-1-1 1 0 0,0 1 0 0 0,0-1 0 0 0,4-4 0 0 0,18-43-5351 0 0,-19 42 724 0 0</inkml:trace>
</inkml:ink>
</file>

<file path=ppt/ink/ink2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0T13:32:45.27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0 24261 0 0,'0'0'4897'0'0,"21"41"-6441"0"0,-17-38-753 0 0</inkml:trace>
</inkml:ink>
</file>

<file path=ppt/ink/ink2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0T13:32:41.64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2405 290 4569 0 0,'0'0'15833'0'0,"-3"-4"-15431"0"0,0 1-128 0 0,0-1-1 0 0,0 1 0 0 0,0-1 0 0 0,1 0 1 0 0,-1 1-1 0 0,1-1 0 0 0,0 0 1 0 0,0-1-1 0 0,-1-3 0 0 0,2 5-106 0 0,0 0 1 0 0,0 0-1 0 0,-1 1 1 0 0,0-1-1 0 0,1 1 0 0 0,-1-1 1 0 0,0 1-1 0 0,0-1 1 0 0,0 1-1 0 0,0 0 0 0 0,-1 0 1 0 0,1 0-1 0 0,-5-3 0 0 0,0 1 77 0 0,-1 0 0 0 0,1 0 0 0 0,-15-5 0 0 0,-35-8 744 0 0,-93-14-1 0 0,27 8-458 0 0,-39-8-251 0 0,44 10-166 0 0,-24-4 152 0 0,-268-13 0 0 0,351 39-246 0 0,-1 2 0 0 0,1 2 0 0 0,-85 20-1 0 0,-165 64 0 0 0,303-87-14 0 0,-207 81 62 0 0,192-73-60 0 0,1 1 0 0 0,0 1-1 0 0,0 1 1 0 0,2 0 0 0 0,0 1-1 0 0,0 1 1 0 0,-27 31 0 0 0,38-37-1 0 0,-13 14 9 0 0,2 1 0 0 0,-17 29-1 0 0,31-45-12 0 0,0 0 0 0 0,0 0 0 0 0,0 0 0 0 0,1 1-1 0 0,1-1 1 0 0,-1 1 0 0 0,1 0 0 0 0,1 0-1 0 0,0 0 1 0 0,0 0 0 0 0,1 14 0 0 0,0-18-2 0 0,1 0 0 0 0,0 0 0 0 0,1-1-1 0 0,-1 1 1 0 0,1 0 0 0 0,0-1 0 0 0,0 1 0 0 0,0-1 0 0 0,1 0 0 0 0,-1 0 0 0 0,1 0 0 0 0,4 5 0 0 0,2 0 2 0 0,0 0 1 0 0,1 0 0 0 0,16 11 0 0 0,-4-5 8 0 0,1-1 1 0 0,1-1 0 0 0,0-1-1 0 0,0-1 1 0 0,34 9-1 0 0,133 27 36 0 0,-118-31-38 0 0,732 123 431 0 0,-724-132-296 0 0,139-3 0 0 0,-198-6-74 0 0,1 0 0 0 0,0-2 0 0 0,-1 0 0 0 0,0-2 0 0 0,0 0 0 0 0,-1-1 1 0 0,1-1-1 0 0,-1-2 0 0 0,-1 0 0 0 0,0-1 0 0 0,25-18 0 0 0,-34 20-30 0 0,0 0 0 0 0,-1-1 0 0 0,0 0 0 0 0,-1-1 0 0 0,0 0 0 0 0,-1 0 1 0 0,0-1-1 0 0,11-23 0 0 0,-4 2 58 0 0,-1-1 0 0 0,11-40 0 0 0,-20 50-96 0 0,-1 0 0 0 0,-1 0 0 0 0,-2 0 0 0 0,0 0 0 0 0,-1 0 0 0 0,-2 0 0 0 0,-6-41 0 0 0,3 42 0 0 0,0 1 0 0 0,-2 0 0 0 0,0 0 0 0 0,-1 0 0 0 0,-2 1 0 0 0,0 0 0 0 0,-23-35 0 0 0,24 43 0 0 0,0 1 0 0 0,-1 0 0 0 0,-1 0 0 0 0,1 1 0 0 0,-2 0 0 0 0,0 1 0 0 0,0 0 0 0 0,-1 1 0 0 0,0 1 0 0 0,0 0 0 0 0,-1 0 0 0 0,-23-8 0 0 0,4 6 0 0 0,0 2 0 0 0,-1 2 0 0 0,0 1 0 0 0,0 1 0 0 0,0 2 0 0 0,0 2 0 0 0,0 1 0 0 0,0 1 0 0 0,-36 8 0 0 0,12 1 0 0 0,1 3 0 0 0,0 2 0 0 0,1 2 0 0 0,-76 37 0 0 0,109-44 4 0 0,0 1 1 0 0,1 1-1 0 0,-29 22 0 0 0,45-31-9 0 0,0 1 0 0 0,0 0 0 0 0,1 0 0 0 0,0 1 0 0 0,0 0 0 0 0,0-1 0 0 0,1 1 0 0 0,0 1 0 0 0,0-1 0 0 0,1 1 0 0 0,-1 0 0 0 0,1-1 0 0 0,1 1 0 0 0,-1 1 0 0 0,1-1 0 0 0,-1 9 0 0 0,2-8-158 0 0,1 1 0 0 0,0-1 0 0 0,0 1 0 0 0,0-1 0 0 0,1 1 1 0 0,1-1-1 0 0,4 16 0 0 0,-2-12-1762 0 0,1-1-1 0 0,10 18 1 0 0,1-6-10620 0 0</inkml:trace>
</inkml:ink>
</file>

<file path=ppt/ink/ink2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0T13:32:43.20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473 792 424 0 0,'0'0'19451'0'0,"-15"-1"-18560"0"0,-1-2-620 0 0,8 1 21 0 0,0 1-1 0 0,0 0 0 0 0,0 1 0 0 0,0-1 1 0 0,-10 2-1 0 0,39 10 1253 0 0,139 52 1834 0 0,-72-36-2663 0 0,0-4 0 0 0,124 17 0 0 0,217 9 468 0 0,3-39-413 0 0,-318-19-638 0 0,1-6-1 0 0,-2-4 1 0 0,201-62-1 0 0,-289 73-117 0 0,1-1 0 0 0,43-22-1 0 0,-62 27 3 0 0,1 0-1 0 0,-1-1 1 0 0,-1 0-1 0 0,1 0 1 0 0,-1 0-1 0 0,1-1 1 0 0,-2 0 0 0 0,1 0-1 0 0,-1-1 1 0 0,0 0-1 0 0,0 0 1 0 0,-1 0-1 0 0,5-9 1 0 0,-4 3-10 0 0,-1 0 1 0 0,0 0 0 0 0,-1-1 0 0 0,-1 0 0 0 0,0 1-1 0 0,-1-1 1 0 0,0 0 0 0 0,-1 0 0 0 0,-1 0-1 0 0,0 0 1 0 0,0 0 0 0 0,-2 0 0 0 0,0 1 0 0 0,-6-19-1 0 0,1 10 4 0 0,0 0-1 0 0,-2 1 1 0 0,-1 0-1 0 0,0 1 1 0 0,-1 0-1 0 0,-1 1 1 0 0,-29-33-1 0 0,24 34-10 0 0,-1 1 0 0 0,-1 1 0 0 0,0 0 0 0 0,0 2-1 0 0,-2 0 1 0 0,0 2 0 0 0,-34-15 0 0 0,1 5-5 0 0,-2 2-1 0 0,-60-12 1 0 0,-211-28-14 0 0,-2 22 29 0 0,319 37-10 0 0,-127-12 19 0 0,-206 8 0 0 0,291 10-19 0 0,0 1 1 0 0,1 3-1 0 0,0 2 0 0 0,1 3 1 0 0,1 2-1 0 0,-80 35 0 0 0,75-24-7 0 0,2 2 0 0 0,0 2 0 0 0,2 3 0 0 0,2 2 0 0 0,-65 60 0 0 0,94-77 12 0 0,2 1 0 0 0,0 0 0 0 0,1 2 1 0 0,1 0-1 0 0,2 0 0 0 0,-20 39 0 0 0,28-48-2 0 0,0 0 0 0 0,1 1 0 0 0,1-1 0 0 0,0 1 0 0 0,1 0 0 0 0,0 1 0 0 0,1-1 0 0 0,1 0 0 0 0,0 1 0 0 0,1-1 0 0 0,0 1 0 0 0,1-1 0 0 0,6 27 0 0 0,-4-31-2 0 0,1 1 0 0 0,0-1 0 0 0,1 0 0 0 0,0 0 0 0 0,1 0 0 0 0,0-1 0 0 0,0 0 0 0 0,1 0 0 0 0,0-1 0 0 0,1 1 0 0 0,0-1 0 0 0,0-1 0 0 0,0 0 0 0 0,1 0 0 0 0,17 10 0 0 0,-1-4 0 0 0,0 0 0 0 0,0-2 0 0 0,1 0 0 0 0,1-2 0 0 0,31 6 0 0 0,5-1 0 0 0,2-4 0 0 0,92 3 0 0 0,132-11 0 0 0,-270-3 0 0 0,394-30-349 0 0,-318 21 171 0 0,-52 4-561 0 0,9-1-5179 0 0,-33 7-5974 0 0</inkml:trace>
</inkml:ink>
</file>

<file path=ppt/ink/ink2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0T13:32:46.51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40 73 13787 0 0,'0'0'12204'0'0,"-7"1"-12116"0"0,-19 5-45 0 0,20-5-1 0 0,7-1-20 0 0,-1 0-1 0 0,1 0 0 0 0,0 0 1 0 0,0 0-1 0 0,0-1 1 0 0,0 1-1 0 0,0 0 0 0 0,0 0 1 0 0,0-1-1 0 0,0 1 1 0 0,0-1-1 0 0,-1 1 1 0 0,1-1-1 0 0,0 1 0 0 0,0-1 1 0 0,-1 1-1 0 0,1-1 1 0 0,0 0-1 0 0,0 0 0 0 0,4-4 71 0 0,-1 0-1 0 0,1 0 1 0 0,0 1-1 0 0,0-1 0 0 0,0 1 1 0 0,1 0-1 0 0,6-3 0 0 0,10-8 139 0 0,-18 12-217 0 0,0 1 1 0 0,0 0 0 0 0,0 0 0 0 0,0 0 0 0 0,0 1 0 0 0,0-1-1 0 0,1 1 1 0 0,-1 0 0 0 0,0 0 0 0 0,1 0 0 0 0,-1 1 0 0 0,1 0-1 0 0,-1 0 1 0 0,1 0 0 0 0,7 1 0 0 0,-11 0-2 0 0,0-1 0 0 0,0 1 0 0 0,0 0 0 0 0,0-1-1 0 0,0 1 1 0 0,0 0 0 0 0,0 0 0 0 0,-1-1 0 0 0,1 1 0 0 0,0 0 0 0 0,0 0 0 0 0,-1 0 0 0 0,1 0 0 0 0,-1 0-1 0 0,1 0 1 0 0,-1 0 0 0 0,1 0 0 0 0,-1 0 0 0 0,0 0 0 0 0,1 1 0 0 0,-1-1 0 0 0,0 0 0 0 0,0 0 0 0 0,0 0-1 0 0,0 2 1 0 0,0 35 390 0 0,0-25-273 0 0,-1-9-80 0 0,1 0-1 0 0,-1 1 1 0 0,0-1-1 0 0,0 0 1 0 0,-1 0-1 0 0,1 0 0 0 0,-1 0 1 0 0,0 0-1 0 0,0 0 1 0 0,-1 0-1 0 0,-2 3 1 0 0,-7 13 216 0 0,0-5-53 0 0,11-14-197 0 0,0 0-1 0 0,0 0 0 0 0,-1 0 0 0 0,1 0 0 0 0,1 0 1 0 0,-1 1-1 0 0,0-1 0 0 0,0 0 0 0 0,0 0 0 0 0,0 1 1 0 0,0 1-1 0 0,0-1 14 0 0,0 0 0 0 0,0 1-1 0 0,-1-1 1 0 0,1 0 0 0 0,-1 0 0 0 0,0 0 0 0 0,1 0 0 0 0,-1-1 0 0 0,-4 4 0 0 0,4-3-9 0 0,0-1-1 0 0,0 1 1 0 0,1-1 0 0 0,-1 1 0 0 0,1 0-1 0 0,-1-1 1 0 0,1 1 0 0 0,-2 3 0 0 0,3-5-21 0 0,0 0 1 0 0,0 1 0 0 0,0-1-1 0 0,0 0 1 0 0,0 0 0 0 0,0 1 0 0 0,0-1-1 0 0,0 0 1 0 0,0 0 0 0 0,0 1-1 0 0,0-1 1 0 0,0 0 0 0 0,0 0-1 0 0,0 1 1 0 0,0-1 0 0 0,0 0-1 0 0,0 1 1 0 0,0-1 0 0 0,0 0-1 0 0,0 0 1 0 0,0 0 0 0 0,1 1-1 0 0,-1-1 1 0 0,0 0 0 0 0,0 0-1 0 0,0 1 1 0 0,0-1 0 0 0,1 0-1 0 0,-1 0 1 0 0,0 0 0 0 0,0 0-1 0 0,1 1 1 0 0,-1-1 0 0 0,0 0-1 0 0,0 0 1 0 0,0 0 0 0 0,1 0-1 0 0,-1 0 1 0 0,0 0 0 0 0,0 0-1 0 0,1 1 1 0 0,-1-1 0 0 0,0 0-1 0 0,1 0 1 0 0,-1 0 0 0 0,0 0-1 0 0,1 0 1 0 0,14 0 15 0 0,-12-1-19 0 0,50-5-26 0 0,-42 4 29 0 0,0 0 0 0 0,23 0 1 0 0,-30 2 0 0 0,0 0 1 0 0,0 1 0 0 0,-1-1 0 0 0,1 1 0 0 0,0 0 0 0 0,0 0-1 0 0,-1 1 1 0 0,1-1 0 0 0,-1 1 0 0 0,1-1 0 0 0,-1 1 0 0 0,6 4-1 0 0,-7-3 35 0 0,1-1 0 0 0,-1 0 0 0 0,0 1 0 0 0,0-1-1 0 0,0 1 1 0 0,-1 0 0 0 0,1 0 0 0 0,0-1 0 0 0,-1 1-1 0 0,0 0 1 0 0,0 0 0 0 0,0 1 0 0 0,0-1 0 0 0,0 0-1 0 0,-1 0 1 0 0,1 0 0 0 0,-1 0 0 0 0,0 1 0 0 0,0-1-1 0 0,0 0 1 0 0,-1 0 0 0 0,1 1 0 0 0,-1-1 0 0 0,1 0-1 0 0,-1 0 1 0 0,0 0 0 0 0,0 0 0 0 0,-1 0 0 0 0,1 0-1 0 0,0 0 1 0 0,-1 0 0 0 0,0-1 0 0 0,0 1-1 0 0,0 0 1 0 0,0-1 0 0 0,0 0 0 0 0,0 1 0 0 0,-1-1-1 0 0,1 0 1 0 0,-1 0 0 0 0,1 0 0 0 0,-1-1 0 0 0,-4 3-1 0 0,-11 6 76 0 0,10-6-58 0 0,-1 1 0 0 0,0-1 0 0 0,-16 6 0 0 0,-35 9-281 0 0,66-16-7842 0 0</inkml:trace>
</inkml:ink>
</file>

<file path=ppt/ink/ink2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0T13:32:46.68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0 26310 0 0,'0'0'4145'0'0</inkml:trace>
</inkml:ink>
</file>

<file path=ppt/ink/ink2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0T13:32:48.05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16 8 2921 0 0,'0'0'21954'0'0,"-2"-2"-21612"0"0,-8-3-249 0 0,7 7 269 0 0,8 19 701 0 0,1 5-351 0 0,-3 1-236 0 0,-2 0-1 0 0,-3 30 0 0 0,1-4-100 0 0,1-52-365 0 0,0 0 1 0 0,0-1-1 0 0,0 1 1 0 0,0 0-1 0 0,0 0 0 0 0,0 0 1 0 0,0-1-1 0 0,0 1 1 0 0,0 0-1 0 0,0 0 1 0 0,1 0-1 0 0,-1-1 1 0 0,0 1-1 0 0,1 0 1 0 0,-1 0-1 0 0,1-1 1 0 0,-1 1-1 0 0,1 0 1 0 0,-1-1-1 0 0,1 1 1 0 0,-1 0-1 0 0,1-1 1 0 0,-1 1-1 0 0,1-1 1 0 0,0 1-1 0 0,-1-1 1 0 0,2 1-1 0 0,0 0 13 0 0,0-1 1 0 0,-1 0-1 0 0,1 0 0 0 0,0 0 1 0 0,-1 0-1 0 0,1 0 0 0 0,0 0 0 0 0,-1 0 1 0 0,1 0-1 0 0,-1-1 0 0 0,1 1 0 0 0,0-1 1 0 0,1 0-1 0 0,8-4 68 0 0,0 0 1 0 0,-1-1-1 0 0,11-8 0 0 0,-16 11-105 0 0,251-160-495 0 0,-255 162 216 0 0,3-1-40 0 0,0-1 1 0 0,-1 1-1 0 0,1-1 1 0 0,-1 0-1 0 0,1 0 0 0 0,3-5 1 0 0,-4 2-5009 0 0</inkml:trace>
</inkml:ink>
</file>

<file path=ppt/ink/ink2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0T13:32:48.35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78 1 17588 0 0,'0'0'9803'0'0,"-6"20"-9332"0"0,-20 64-39 0 0,22-69-205 0 0,0 0 0 0 0,1 1 0 0 0,-1 31 0 0 0,1-3 97 0 0,-7 53 192 0 0,3 133 1 0 0,10-143-463 0 0,-3-86-74 0 0,0-2-244 0 0,0 0 59 0 0,0 0 1 0 0,0 0-1 0 0,-1 0 1 0 0,1 0-1 0 0,0 0 1 0 0,0 0-1 0 0,-1 1 1 0 0,1-1-1 0 0,-1 0 1 0 0,1 0-1 0 0,-1 0 1 0 0,1 0-1 0 0,-2-1 1 0 0,-3-8-4084 0 0,3 3-2945 0 0</inkml:trace>
</inkml:ink>
</file>

<file path=ppt/ink/ink2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0T13:32:48.79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7 0 5505 0 0,'0'0'21269'0'0,"-7"12"-17055"0"0,7-9-4620 0 0,0 20 1483 0 0,2-13-2254 0 0,-2-10 1079 0 0,0 0-1 0 0,0 0 1 0 0,0 0 0 0 0,0 0-1 0 0,0 0 1 0 0,0 1 0 0 0,1-1-1 0 0,-1 0 1 0 0,0 0 0 0 0,0 0-1 0 0,0 0 1 0 0,0 0 0 0 0,0 0-1 0 0,0 0 1 0 0,0 0 0 0 0,0 0-1 0 0,0 0 1 0 0,0 0 0 0 0,0 1-1 0 0,1-1 1 0 0,-1 0 0 0 0,0 0-1 0 0,0 0 1 0 0,0 0 0 0 0,0 0-1 0 0,0 0 1 0 0,0 0 0 0 0,0 0 0 0 0,1 0-1 0 0,-1 0 1 0 0,0 0 0 0 0,0 0-1 0 0,0 0 1 0 0,0 0 0 0 0,0 0-1 0 0,0 0 1 0 0,0 0 0 0 0,1 0-1 0 0,-1 0 1 0 0,0 0 0 0 0,0 0-1 0 0,0 0 1 0 0,0 0 0 0 0,0-1-1 0 0,0 1 1 0 0,0 0 0 0 0,0 0-1 0 0,1 0 1 0 0</inkml:trace>
</inkml:ink>
</file>

<file path=ppt/ink/ink2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20T20:02:46.277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441 1277 24575,'20'3'0,"-1"0"0,1 3 0,-1 0 0,26 13 0,33 8 0,4-12 0,1-8 0,130-10 0,-64-1 0,1158 4 0,-1064 20 0,-4-1 0,419-20 0,-614 4 0,55 13 0,27 3 0,210 20 0,71 2 0,-359-41 0,400 22 0,56-4 0,-333-21 0,-130 1 0,0-4 0,0-1 0,0-3 0,59-28 0,153-99 0,-201 106 0,0-4 0,-2-3 0,-1-3 0,-1-3 0,68-83 0,-109 116 0,0-1 0,-1 0 0,-1 1 0,1-3 0,-1 1 0,-1 0 0,0 0 0,0 0 0,-1-2 0,0 2 0,0-2 0,-1 1 0,-1-1 0,1 1 0,-2-1 0,0-21 0,1 18 0,-2-1 0,0 2 0,0-2 0,-2 1 0,1 1 0,-1-1 0,-1 1 0,0-1 0,-1 0 0,0 2 0,-1-1 0,-13-27 0,12 34 0,0 0 0,0-1 0,0 3 0,-1-1 0,0 0 0,-1 2 0,1 0 0,-1 1 0,0 0 0,0 0 0,-15-6 0,-14-1 0,-63-13 0,43 14 0,-143-23 0,130 26 0,-136-40 0,146 30 0,1 6 0,-1 2 0,-1 4 0,-76 7 0,-76-19 0,99 3 0,-581-64 0,277 26 0,-201-9 0,-308 64 0,826 7 0,-107 25 0,107-12 0,-109-1 0,-972-23 0,1136 9 0,0 1 0,0 5 0,0 3 0,1 1 0,0 4 0,-58 39 0,69-39 0,-55 46 0,79-56 0,-1 0 0,1 2 0,0 1 0,1 0 0,0 0 0,1 2 0,-16 30 0,4 3 0,3 2 0,0 1 0,3 2 0,-21 93 0,35-140 0,-1-1 0,1 1 0,0 0 0,1 0 0,-1 0 0,0 0 0,1-1 0,0 1 0,0 0 0,0 1 0,1-1 0,-1 0 0,1 0 0,0 0 0,0 0 0,1-2 0,-1 2 0,1 0 0,0-1 0,0 0 0,0 1 0,0-2 0,0 2 0,1-2 0,0 1 0,-1-1 0,1 0 0,0-1 0,1 2 0,-1-2 0,0 1 0,1-1 0,-1 0 0,1 0 0,0-2 0,0 2 0,6 2 0,33 14 0,54 11 0,16 8 0,-86-28-105,-1-1 0,1-3 0,0 0 0,1-3 0,-1-2 0,0-1 0,1-3 0,-1 0 0,0-2 0,0-3 0,0-1 0,33-17 0,-38 14-6721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37840" cy="466434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970938" y="0"/>
            <a:ext cx="3037840" cy="466434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r">
              <a:defRPr sz="1200"/>
            </a:lvl1pPr>
          </a:lstStyle>
          <a:p>
            <a:fld id="{EA9B3572-FADB-4609-BB10-9EE1487AD566}" type="datetimeFigureOut">
              <a:rPr lang="en-US" smtClean="0"/>
              <a:t>3/11/2026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414463" y="1162050"/>
            <a:ext cx="4181475" cy="31369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3177" tIns="46589" rIns="93177" bIns="46589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01040" y="4473892"/>
            <a:ext cx="5608320" cy="3660458"/>
          </a:xfrm>
          <a:prstGeom prst="rect">
            <a:avLst/>
          </a:prstGeom>
        </p:spPr>
        <p:txBody>
          <a:bodyPr vert="horz" lIns="93177" tIns="46589" rIns="93177" bIns="46589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829967"/>
            <a:ext cx="3037840" cy="466433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970938" y="8829967"/>
            <a:ext cx="3037840" cy="466433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r">
              <a:defRPr sz="1200"/>
            </a:lvl1pPr>
          </a:lstStyle>
          <a:p>
            <a:fld id="{D065F29E-729D-4FE1-815B-CFB16FB965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22944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526052-94A6-42BB-B95F-EE0D44EC835E}" type="datetimeFigureOut">
              <a:rPr lang="en-US" smtClean="0"/>
              <a:t>3/11/2026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AC7E39-61D1-4F25-89C7-3EAFBC83DBC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176622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526052-94A6-42BB-B95F-EE0D44EC835E}" type="datetimeFigureOut">
              <a:rPr lang="en-US" smtClean="0"/>
              <a:t>3/11/2026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AC7E39-61D1-4F25-89C7-3EAFBC83DBC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810621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526052-94A6-42BB-B95F-EE0D44EC835E}" type="datetimeFigureOut">
              <a:rPr lang="en-US" smtClean="0"/>
              <a:t>3/11/2026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AC7E39-61D1-4F25-89C7-3EAFBC83DBC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031867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526052-94A6-42BB-B95F-EE0D44EC835E}" type="datetimeFigureOut">
              <a:rPr lang="en-US" smtClean="0"/>
              <a:t>3/11/2026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AC7E39-61D1-4F25-89C7-3EAFBC83DBC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261478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526052-94A6-42BB-B95F-EE0D44EC835E}" type="datetimeFigureOut">
              <a:rPr lang="en-US" smtClean="0"/>
              <a:t>3/11/2026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AC7E39-61D1-4F25-89C7-3EAFBC83DBC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393828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526052-94A6-42BB-B95F-EE0D44EC835E}" type="datetimeFigureOut">
              <a:rPr lang="en-US" smtClean="0"/>
              <a:t>3/11/2026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AC7E39-61D1-4F25-89C7-3EAFBC83DBC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180776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526052-94A6-42BB-B95F-EE0D44EC835E}" type="datetimeFigureOut">
              <a:rPr lang="en-US" smtClean="0"/>
              <a:t>3/11/2026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AC7E39-61D1-4F25-89C7-3EAFBC83DBC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45809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526052-94A6-42BB-B95F-EE0D44EC835E}" type="datetimeFigureOut">
              <a:rPr lang="en-US" smtClean="0"/>
              <a:t>3/11/2026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AC7E39-61D1-4F25-89C7-3EAFBC83DBC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038386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526052-94A6-42BB-B95F-EE0D44EC835E}" type="datetimeFigureOut">
              <a:rPr lang="en-US" smtClean="0"/>
              <a:t>3/11/2026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AC7E39-61D1-4F25-89C7-3EAFBC83DBC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137076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526052-94A6-42BB-B95F-EE0D44EC835E}" type="datetimeFigureOut">
              <a:rPr lang="en-US" smtClean="0"/>
              <a:t>3/11/2026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AC7E39-61D1-4F25-89C7-3EAFBC83DBC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64616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526052-94A6-42BB-B95F-EE0D44EC835E}" type="datetimeFigureOut">
              <a:rPr lang="en-US" smtClean="0"/>
              <a:t>3/11/2026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AC7E39-61D1-4F25-89C7-3EAFBC83DBC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56315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6526052-94A6-42BB-B95F-EE0D44EC835E}" type="datetimeFigureOut">
              <a:rPr lang="en-US" smtClean="0"/>
              <a:t>3/11/2026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BAC7E39-61D1-4F25-89C7-3EAFBC83DBC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93552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13" Type="http://schemas.openxmlformats.org/officeDocument/2006/relationships/customXml" Target="../ink/ink6.xml"/><Relationship Id="rId3" Type="http://schemas.openxmlformats.org/officeDocument/2006/relationships/customXml" Target="../ink/ink1.xml"/><Relationship Id="rId7" Type="http://schemas.openxmlformats.org/officeDocument/2006/relationships/customXml" Target="../ink/ink3.xml"/><Relationship Id="rId12" Type="http://schemas.openxmlformats.org/officeDocument/2006/relationships/image" Target="../media/image6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.png"/><Relationship Id="rId11" Type="http://schemas.openxmlformats.org/officeDocument/2006/relationships/customXml" Target="../ink/ink5.xml"/><Relationship Id="rId5" Type="http://schemas.openxmlformats.org/officeDocument/2006/relationships/customXml" Target="../ink/ink2.xml"/><Relationship Id="rId10" Type="http://schemas.openxmlformats.org/officeDocument/2006/relationships/image" Target="../media/image5.png"/><Relationship Id="rId4" Type="http://schemas.openxmlformats.org/officeDocument/2006/relationships/image" Target="../media/image2.png"/><Relationship Id="rId9" Type="http://schemas.openxmlformats.org/officeDocument/2006/relationships/customXml" Target="../ink/ink4.xml"/><Relationship Id="rId14" Type="http://schemas.openxmlformats.org/officeDocument/2006/relationships/image" Target="../media/image7.png"/></Relationships>
</file>

<file path=ppt/slides/_rels/slide3.xml.rels><?xml version="1.0" encoding="UTF-8" standalone="yes"?>
<Relationships xmlns="http://schemas.openxmlformats.org/package/2006/relationships"><Relationship Id="rId117" Type="http://schemas.openxmlformats.org/officeDocument/2006/relationships/customXml" Target="../ink/ink67.xml"/><Relationship Id="rId21" Type="http://schemas.openxmlformats.org/officeDocument/2006/relationships/image" Target="../media/image11.png"/><Relationship Id="rId42" Type="http://schemas.openxmlformats.org/officeDocument/2006/relationships/image" Target="../media/image21.png"/><Relationship Id="rId47" Type="http://schemas.openxmlformats.org/officeDocument/2006/relationships/image" Target="../media/image23.png"/><Relationship Id="rId63" Type="http://schemas.openxmlformats.org/officeDocument/2006/relationships/customXml" Target="../ink/ink38.xml"/><Relationship Id="rId68" Type="http://schemas.openxmlformats.org/officeDocument/2006/relationships/customXml" Target="../ink/ink41.xml"/><Relationship Id="rId84" Type="http://schemas.openxmlformats.org/officeDocument/2006/relationships/customXml" Target="../ink/ink49.xml"/><Relationship Id="rId89" Type="http://schemas.openxmlformats.org/officeDocument/2006/relationships/customXml" Target="../ink/ink52.xml"/><Relationship Id="rId112" Type="http://schemas.openxmlformats.org/officeDocument/2006/relationships/image" Target="../media/image53.png"/><Relationship Id="rId133" Type="http://schemas.openxmlformats.org/officeDocument/2006/relationships/image" Target="../media/image63.png"/><Relationship Id="rId138" Type="http://schemas.openxmlformats.org/officeDocument/2006/relationships/customXml" Target="../ink/ink78.xml"/><Relationship Id="rId154" Type="http://schemas.openxmlformats.org/officeDocument/2006/relationships/customXml" Target="../ink/ink86.xml"/><Relationship Id="rId159" Type="http://schemas.openxmlformats.org/officeDocument/2006/relationships/image" Target="../media/image76.png"/><Relationship Id="rId175" Type="http://schemas.openxmlformats.org/officeDocument/2006/relationships/image" Target="../media/image84.png"/><Relationship Id="rId170" Type="http://schemas.openxmlformats.org/officeDocument/2006/relationships/customXml" Target="../ink/ink94.xml"/><Relationship Id="rId191" Type="http://schemas.openxmlformats.org/officeDocument/2006/relationships/customXml" Target="../ink/ink105.xml"/><Relationship Id="rId196" Type="http://schemas.openxmlformats.org/officeDocument/2006/relationships/image" Target="../media/image94.png"/><Relationship Id="rId16" Type="http://schemas.openxmlformats.org/officeDocument/2006/relationships/customXml" Target="../ink/ink13.xml"/><Relationship Id="rId107" Type="http://schemas.openxmlformats.org/officeDocument/2006/relationships/customXml" Target="../ink/ink61.xml"/><Relationship Id="rId11" Type="http://schemas.openxmlformats.org/officeDocument/2006/relationships/image" Target="../media/image9.png"/><Relationship Id="rId32" Type="http://schemas.openxmlformats.org/officeDocument/2006/relationships/customXml" Target="../ink/ink21.xml"/><Relationship Id="rId37" Type="http://schemas.openxmlformats.org/officeDocument/2006/relationships/customXml" Target="../ink/ink24.xml"/><Relationship Id="rId53" Type="http://schemas.openxmlformats.org/officeDocument/2006/relationships/image" Target="../media/image26.png"/><Relationship Id="rId58" Type="http://schemas.openxmlformats.org/officeDocument/2006/relationships/customXml" Target="../ink/ink35.xml"/><Relationship Id="rId74" Type="http://schemas.openxmlformats.org/officeDocument/2006/relationships/customXml" Target="../ink/ink44.xml"/><Relationship Id="rId79" Type="http://schemas.openxmlformats.org/officeDocument/2006/relationships/image" Target="../media/image38.png"/><Relationship Id="rId102" Type="http://schemas.openxmlformats.org/officeDocument/2006/relationships/image" Target="../media/image49.png"/><Relationship Id="rId123" Type="http://schemas.openxmlformats.org/officeDocument/2006/relationships/customXml" Target="../ink/ink70.xml"/><Relationship Id="rId128" Type="http://schemas.openxmlformats.org/officeDocument/2006/relationships/customXml" Target="../ink/ink73.xml"/><Relationship Id="rId144" Type="http://schemas.openxmlformats.org/officeDocument/2006/relationships/customXml" Target="../ink/ink81.xml"/><Relationship Id="rId149" Type="http://schemas.openxmlformats.org/officeDocument/2006/relationships/image" Target="../media/image71.png"/><Relationship Id="rId5" Type="http://schemas.openxmlformats.org/officeDocument/2006/relationships/customXml" Target="../ink/ink8.xml"/><Relationship Id="rId90" Type="http://schemas.openxmlformats.org/officeDocument/2006/relationships/image" Target="../media/image43.png"/><Relationship Id="rId95" Type="http://schemas.openxmlformats.org/officeDocument/2006/relationships/customXml" Target="../ink/ink55.xml"/><Relationship Id="rId160" Type="http://schemas.openxmlformats.org/officeDocument/2006/relationships/customXml" Target="../ink/ink89.xml"/><Relationship Id="rId165" Type="http://schemas.openxmlformats.org/officeDocument/2006/relationships/image" Target="../media/image79.png"/><Relationship Id="rId181" Type="http://schemas.openxmlformats.org/officeDocument/2006/relationships/image" Target="../media/image87.png"/><Relationship Id="rId186" Type="http://schemas.openxmlformats.org/officeDocument/2006/relationships/image" Target="../media/image89.png"/><Relationship Id="rId22" Type="http://schemas.openxmlformats.org/officeDocument/2006/relationships/customXml" Target="../ink/ink16.xml"/><Relationship Id="rId27" Type="http://schemas.openxmlformats.org/officeDocument/2006/relationships/image" Target="../media/image14.png"/><Relationship Id="rId43" Type="http://schemas.openxmlformats.org/officeDocument/2006/relationships/customXml" Target="../ink/ink27.xml"/><Relationship Id="rId48" Type="http://schemas.openxmlformats.org/officeDocument/2006/relationships/customXml" Target="../ink/ink30.xml"/><Relationship Id="rId64" Type="http://schemas.openxmlformats.org/officeDocument/2006/relationships/customXml" Target="../ink/ink39.xml"/><Relationship Id="rId69" Type="http://schemas.openxmlformats.org/officeDocument/2006/relationships/image" Target="../media/image33.png"/><Relationship Id="rId113" Type="http://schemas.openxmlformats.org/officeDocument/2006/relationships/customXml" Target="../ink/ink65.xml"/><Relationship Id="rId118" Type="http://schemas.openxmlformats.org/officeDocument/2006/relationships/image" Target="../media/image56.png"/><Relationship Id="rId134" Type="http://schemas.openxmlformats.org/officeDocument/2006/relationships/customXml" Target="../ink/ink76.xml"/><Relationship Id="rId139" Type="http://schemas.openxmlformats.org/officeDocument/2006/relationships/image" Target="../media/image66.png"/><Relationship Id="rId80" Type="http://schemas.openxmlformats.org/officeDocument/2006/relationships/customXml" Target="../ink/ink47.xml"/><Relationship Id="rId85" Type="http://schemas.openxmlformats.org/officeDocument/2006/relationships/image" Target="../media/image41.png"/><Relationship Id="rId150" Type="http://schemas.openxmlformats.org/officeDocument/2006/relationships/customXml" Target="../ink/ink84.xml"/><Relationship Id="rId155" Type="http://schemas.openxmlformats.org/officeDocument/2006/relationships/image" Target="../media/image74.png"/><Relationship Id="rId171" Type="http://schemas.openxmlformats.org/officeDocument/2006/relationships/image" Target="../media/image82.png"/><Relationship Id="rId176" Type="http://schemas.openxmlformats.org/officeDocument/2006/relationships/customXml" Target="../ink/ink97.xml"/><Relationship Id="rId192" Type="http://schemas.openxmlformats.org/officeDocument/2006/relationships/image" Target="../media/image92.png"/><Relationship Id="rId12" Type="http://schemas.openxmlformats.org/officeDocument/2006/relationships/customXml" Target="../ink/ink11.xml"/><Relationship Id="rId17" Type="http://schemas.openxmlformats.org/officeDocument/2006/relationships/image" Target="../media/image910.png"/><Relationship Id="rId33" Type="http://schemas.openxmlformats.org/officeDocument/2006/relationships/customXml" Target="../ink/ink22.xml"/><Relationship Id="rId38" Type="http://schemas.openxmlformats.org/officeDocument/2006/relationships/image" Target="../media/image19.png"/><Relationship Id="rId59" Type="http://schemas.openxmlformats.org/officeDocument/2006/relationships/image" Target="../media/image29.png"/><Relationship Id="rId103" Type="http://schemas.openxmlformats.org/officeDocument/2006/relationships/customXml" Target="../ink/ink59.xml"/><Relationship Id="rId108" Type="http://schemas.openxmlformats.org/officeDocument/2006/relationships/customXml" Target="../ink/ink62.xml"/><Relationship Id="rId124" Type="http://schemas.openxmlformats.org/officeDocument/2006/relationships/image" Target="../media/image59.png"/><Relationship Id="rId129" Type="http://schemas.openxmlformats.org/officeDocument/2006/relationships/image" Target="../media/image61.png"/><Relationship Id="rId54" Type="http://schemas.openxmlformats.org/officeDocument/2006/relationships/customXml" Target="../ink/ink33.xml"/><Relationship Id="rId70" Type="http://schemas.openxmlformats.org/officeDocument/2006/relationships/customXml" Target="../ink/ink42.xml"/><Relationship Id="rId75" Type="http://schemas.openxmlformats.org/officeDocument/2006/relationships/image" Target="../media/image36.png"/><Relationship Id="rId91" Type="http://schemas.openxmlformats.org/officeDocument/2006/relationships/customXml" Target="../ink/ink53.xml"/><Relationship Id="rId96" Type="http://schemas.openxmlformats.org/officeDocument/2006/relationships/image" Target="../media/image46.png"/><Relationship Id="rId140" Type="http://schemas.openxmlformats.org/officeDocument/2006/relationships/customXml" Target="../ink/ink79.xml"/><Relationship Id="rId145" Type="http://schemas.openxmlformats.org/officeDocument/2006/relationships/image" Target="../media/image69.png"/><Relationship Id="rId161" Type="http://schemas.openxmlformats.org/officeDocument/2006/relationships/image" Target="../media/image77.png"/><Relationship Id="rId166" Type="http://schemas.openxmlformats.org/officeDocument/2006/relationships/customXml" Target="../ink/ink92.xml"/><Relationship Id="rId182" Type="http://schemas.openxmlformats.org/officeDocument/2006/relationships/customXml" Target="../ink/ink100.xml"/><Relationship Id="rId187" Type="http://schemas.openxmlformats.org/officeDocument/2006/relationships/customXml" Target="../ink/ink103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10.png"/><Relationship Id="rId23" Type="http://schemas.openxmlformats.org/officeDocument/2006/relationships/image" Target="../media/image12.png"/><Relationship Id="rId28" Type="http://schemas.openxmlformats.org/officeDocument/2006/relationships/customXml" Target="../ink/ink19.xml"/><Relationship Id="rId49" Type="http://schemas.openxmlformats.org/officeDocument/2006/relationships/image" Target="../media/image24.png"/><Relationship Id="rId114" Type="http://schemas.openxmlformats.org/officeDocument/2006/relationships/image" Target="../media/image54.png"/><Relationship Id="rId119" Type="http://schemas.openxmlformats.org/officeDocument/2006/relationships/customXml" Target="../ink/ink68.xml"/><Relationship Id="rId44" Type="http://schemas.openxmlformats.org/officeDocument/2006/relationships/customXml" Target="../ink/ink28.xml"/><Relationship Id="rId60" Type="http://schemas.openxmlformats.org/officeDocument/2006/relationships/customXml" Target="../ink/ink36.xml"/><Relationship Id="rId65" Type="http://schemas.openxmlformats.org/officeDocument/2006/relationships/image" Target="../media/image31.png"/><Relationship Id="rId81" Type="http://schemas.openxmlformats.org/officeDocument/2006/relationships/image" Target="../media/image39.png"/><Relationship Id="rId86" Type="http://schemas.openxmlformats.org/officeDocument/2006/relationships/customXml" Target="../ink/ink50.xml"/><Relationship Id="rId130" Type="http://schemas.openxmlformats.org/officeDocument/2006/relationships/customXml" Target="../ink/ink74.xml"/><Relationship Id="rId135" Type="http://schemas.openxmlformats.org/officeDocument/2006/relationships/image" Target="../media/image64.png"/><Relationship Id="rId151" Type="http://schemas.openxmlformats.org/officeDocument/2006/relationships/image" Target="../media/image72.png"/><Relationship Id="rId156" Type="http://schemas.openxmlformats.org/officeDocument/2006/relationships/customXml" Target="../ink/ink87.xml"/><Relationship Id="rId177" Type="http://schemas.openxmlformats.org/officeDocument/2006/relationships/image" Target="../media/image85.png"/><Relationship Id="rId172" Type="http://schemas.openxmlformats.org/officeDocument/2006/relationships/customXml" Target="../ink/ink95.xml"/><Relationship Id="rId193" Type="http://schemas.openxmlformats.org/officeDocument/2006/relationships/customXml" Target="../ink/ink106.xml"/><Relationship Id="rId13" Type="http://schemas.openxmlformats.org/officeDocument/2006/relationships/image" Target="../media/image710.png"/><Relationship Id="rId18" Type="http://schemas.openxmlformats.org/officeDocument/2006/relationships/customXml" Target="../ink/ink14.xml"/><Relationship Id="rId39" Type="http://schemas.openxmlformats.org/officeDocument/2006/relationships/customXml" Target="../ink/ink25.xml"/><Relationship Id="rId109" Type="http://schemas.openxmlformats.org/officeDocument/2006/relationships/image" Target="../media/image52.png"/><Relationship Id="rId34" Type="http://schemas.openxmlformats.org/officeDocument/2006/relationships/image" Target="../media/image17.png"/><Relationship Id="rId50" Type="http://schemas.openxmlformats.org/officeDocument/2006/relationships/customXml" Target="../ink/ink31.xml"/><Relationship Id="rId55" Type="http://schemas.openxmlformats.org/officeDocument/2006/relationships/image" Target="../media/image27.png"/><Relationship Id="rId76" Type="http://schemas.openxmlformats.org/officeDocument/2006/relationships/customXml" Target="../ink/ink45.xml"/><Relationship Id="rId97" Type="http://schemas.openxmlformats.org/officeDocument/2006/relationships/customXml" Target="../ink/ink56.xml"/><Relationship Id="rId104" Type="http://schemas.openxmlformats.org/officeDocument/2006/relationships/image" Target="../media/image50.png"/><Relationship Id="rId120" Type="http://schemas.openxmlformats.org/officeDocument/2006/relationships/image" Target="../media/image57.png"/><Relationship Id="rId125" Type="http://schemas.openxmlformats.org/officeDocument/2006/relationships/customXml" Target="../ink/ink71.xml"/><Relationship Id="rId141" Type="http://schemas.openxmlformats.org/officeDocument/2006/relationships/image" Target="../media/image67.png"/><Relationship Id="rId146" Type="http://schemas.openxmlformats.org/officeDocument/2006/relationships/customXml" Target="../ink/ink82.xml"/><Relationship Id="rId167" Type="http://schemas.openxmlformats.org/officeDocument/2006/relationships/image" Target="../media/image80.png"/><Relationship Id="rId188" Type="http://schemas.openxmlformats.org/officeDocument/2006/relationships/image" Target="../media/image90.png"/><Relationship Id="rId7" Type="http://schemas.openxmlformats.org/officeDocument/2006/relationships/customXml" Target="../ink/ink9.xml"/><Relationship Id="rId71" Type="http://schemas.openxmlformats.org/officeDocument/2006/relationships/image" Target="../media/image34.png"/><Relationship Id="rId92" Type="http://schemas.openxmlformats.org/officeDocument/2006/relationships/image" Target="../media/image44.png"/><Relationship Id="rId162" Type="http://schemas.openxmlformats.org/officeDocument/2006/relationships/customXml" Target="../ink/ink90.xml"/><Relationship Id="rId183" Type="http://schemas.openxmlformats.org/officeDocument/2006/relationships/customXml" Target="../ink/ink101.xml"/><Relationship Id="rId2" Type="http://schemas.openxmlformats.org/officeDocument/2006/relationships/image" Target="../media/image8.png"/><Relationship Id="rId29" Type="http://schemas.openxmlformats.org/officeDocument/2006/relationships/image" Target="../media/image15.png"/><Relationship Id="rId24" Type="http://schemas.openxmlformats.org/officeDocument/2006/relationships/customXml" Target="../ink/ink17.xml"/><Relationship Id="rId40" Type="http://schemas.openxmlformats.org/officeDocument/2006/relationships/image" Target="../media/image20.png"/><Relationship Id="rId45" Type="http://schemas.openxmlformats.org/officeDocument/2006/relationships/image" Target="../media/image22.png"/><Relationship Id="rId66" Type="http://schemas.openxmlformats.org/officeDocument/2006/relationships/customXml" Target="../ink/ink40.xml"/><Relationship Id="rId87" Type="http://schemas.openxmlformats.org/officeDocument/2006/relationships/customXml" Target="../ink/ink51.xml"/><Relationship Id="rId110" Type="http://schemas.openxmlformats.org/officeDocument/2006/relationships/customXml" Target="../ink/ink63.xml"/><Relationship Id="rId115" Type="http://schemas.openxmlformats.org/officeDocument/2006/relationships/customXml" Target="../ink/ink66.xml"/><Relationship Id="rId131" Type="http://schemas.openxmlformats.org/officeDocument/2006/relationships/image" Target="../media/image62.png"/><Relationship Id="rId136" Type="http://schemas.openxmlformats.org/officeDocument/2006/relationships/customXml" Target="../ink/ink77.xml"/><Relationship Id="rId157" Type="http://schemas.openxmlformats.org/officeDocument/2006/relationships/image" Target="../media/image75.png"/><Relationship Id="rId178" Type="http://schemas.openxmlformats.org/officeDocument/2006/relationships/customXml" Target="../ink/ink98.xml"/><Relationship Id="rId61" Type="http://schemas.openxmlformats.org/officeDocument/2006/relationships/image" Target="../media/image30.png"/><Relationship Id="rId82" Type="http://schemas.openxmlformats.org/officeDocument/2006/relationships/customXml" Target="../ink/ink48.xml"/><Relationship Id="rId152" Type="http://schemas.openxmlformats.org/officeDocument/2006/relationships/customXml" Target="../ink/ink85.xml"/><Relationship Id="rId173" Type="http://schemas.openxmlformats.org/officeDocument/2006/relationships/image" Target="../media/image83.png"/><Relationship Id="rId194" Type="http://schemas.openxmlformats.org/officeDocument/2006/relationships/image" Target="../media/image93.png"/><Relationship Id="rId19" Type="http://schemas.openxmlformats.org/officeDocument/2006/relationships/image" Target="../media/image10.png"/><Relationship Id="rId14" Type="http://schemas.openxmlformats.org/officeDocument/2006/relationships/customXml" Target="../ink/ink12.xml"/><Relationship Id="rId30" Type="http://schemas.openxmlformats.org/officeDocument/2006/relationships/customXml" Target="../ink/ink20.xml"/><Relationship Id="rId35" Type="http://schemas.openxmlformats.org/officeDocument/2006/relationships/customXml" Target="../ink/ink23.xml"/><Relationship Id="rId56" Type="http://schemas.openxmlformats.org/officeDocument/2006/relationships/customXml" Target="../ink/ink34.xml"/><Relationship Id="rId77" Type="http://schemas.openxmlformats.org/officeDocument/2006/relationships/image" Target="../media/image37.png"/><Relationship Id="rId100" Type="http://schemas.openxmlformats.org/officeDocument/2006/relationships/image" Target="../media/image48.png"/><Relationship Id="rId105" Type="http://schemas.openxmlformats.org/officeDocument/2006/relationships/customXml" Target="../ink/ink60.xml"/><Relationship Id="rId126" Type="http://schemas.openxmlformats.org/officeDocument/2006/relationships/image" Target="../media/image60.png"/><Relationship Id="rId147" Type="http://schemas.openxmlformats.org/officeDocument/2006/relationships/image" Target="../media/image70.png"/><Relationship Id="rId168" Type="http://schemas.openxmlformats.org/officeDocument/2006/relationships/customXml" Target="../ink/ink93.xml"/><Relationship Id="rId8" Type="http://schemas.openxmlformats.org/officeDocument/2006/relationships/image" Target="../media/image410.png"/><Relationship Id="rId51" Type="http://schemas.openxmlformats.org/officeDocument/2006/relationships/image" Target="../media/image25.png"/><Relationship Id="rId72" Type="http://schemas.openxmlformats.org/officeDocument/2006/relationships/customXml" Target="../ink/ink43.xml"/><Relationship Id="rId93" Type="http://schemas.openxmlformats.org/officeDocument/2006/relationships/customXml" Target="../ink/ink54.xml"/><Relationship Id="rId98" Type="http://schemas.openxmlformats.org/officeDocument/2006/relationships/image" Target="../media/image47.png"/><Relationship Id="rId121" Type="http://schemas.openxmlformats.org/officeDocument/2006/relationships/customXml" Target="../ink/ink69.xml"/><Relationship Id="rId142" Type="http://schemas.openxmlformats.org/officeDocument/2006/relationships/customXml" Target="../ink/ink80.xml"/><Relationship Id="rId163" Type="http://schemas.openxmlformats.org/officeDocument/2006/relationships/image" Target="../media/image78.png"/><Relationship Id="rId184" Type="http://schemas.openxmlformats.org/officeDocument/2006/relationships/image" Target="../media/image88.png"/><Relationship Id="rId189" Type="http://schemas.openxmlformats.org/officeDocument/2006/relationships/customXml" Target="../ink/ink104.xml"/><Relationship Id="rId3" Type="http://schemas.openxmlformats.org/officeDocument/2006/relationships/customXml" Target="../ink/ink7.xml"/><Relationship Id="rId25" Type="http://schemas.openxmlformats.org/officeDocument/2006/relationships/image" Target="../media/image13.png"/><Relationship Id="rId46" Type="http://schemas.openxmlformats.org/officeDocument/2006/relationships/customXml" Target="../ink/ink29.xml"/><Relationship Id="rId67" Type="http://schemas.openxmlformats.org/officeDocument/2006/relationships/image" Target="../media/image32.png"/><Relationship Id="rId116" Type="http://schemas.openxmlformats.org/officeDocument/2006/relationships/image" Target="../media/image55.png"/><Relationship Id="rId137" Type="http://schemas.openxmlformats.org/officeDocument/2006/relationships/image" Target="../media/image65.png"/><Relationship Id="rId158" Type="http://schemas.openxmlformats.org/officeDocument/2006/relationships/customXml" Target="../ink/ink88.xml"/><Relationship Id="rId20" Type="http://schemas.openxmlformats.org/officeDocument/2006/relationships/customXml" Target="../ink/ink15.xml"/><Relationship Id="rId41" Type="http://schemas.openxmlformats.org/officeDocument/2006/relationships/customXml" Target="../ink/ink26.xml"/><Relationship Id="rId62" Type="http://schemas.openxmlformats.org/officeDocument/2006/relationships/customXml" Target="../ink/ink37.xml"/><Relationship Id="rId83" Type="http://schemas.openxmlformats.org/officeDocument/2006/relationships/image" Target="../media/image40.png"/><Relationship Id="rId88" Type="http://schemas.openxmlformats.org/officeDocument/2006/relationships/image" Target="../media/image42.png"/><Relationship Id="rId111" Type="http://schemas.openxmlformats.org/officeDocument/2006/relationships/customXml" Target="../ink/ink64.xml"/><Relationship Id="rId132" Type="http://schemas.openxmlformats.org/officeDocument/2006/relationships/customXml" Target="../ink/ink75.xml"/><Relationship Id="rId153" Type="http://schemas.openxmlformats.org/officeDocument/2006/relationships/image" Target="../media/image73.png"/><Relationship Id="rId174" Type="http://schemas.openxmlformats.org/officeDocument/2006/relationships/customXml" Target="../ink/ink96.xml"/><Relationship Id="rId179" Type="http://schemas.openxmlformats.org/officeDocument/2006/relationships/image" Target="../media/image86.png"/><Relationship Id="rId195" Type="http://schemas.openxmlformats.org/officeDocument/2006/relationships/customXml" Target="../ink/ink107.xml"/><Relationship Id="rId190" Type="http://schemas.openxmlformats.org/officeDocument/2006/relationships/image" Target="../media/image91.png"/><Relationship Id="rId15" Type="http://schemas.openxmlformats.org/officeDocument/2006/relationships/image" Target="../media/image810.png"/><Relationship Id="rId36" Type="http://schemas.openxmlformats.org/officeDocument/2006/relationships/image" Target="../media/image18.png"/><Relationship Id="rId57" Type="http://schemas.openxmlformats.org/officeDocument/2006/relationships/image" Target="../media/image28.png"/><Relationship Id="rId106" Type="http://schemas.openxmlformats.org/officeDocument/2006/relationships/image" Target="../media/image51.png"/><Relationship Id="rId127" Type="http://schemas.openxmlformats.org/officeDocument/2006/relationships/customXml" Target="../ink/ink72.xml"/><Relationship Id="rId10" Type="http://schemas.openxmlformats.org/officeDocument/2006/relationships/image" Target="../media/image510.png"/><Relationship Id="rId31" Type="http://schemas.openxmlformats.org/officeDocument/2006/relationships/image" Target="../media/image16.png"/><Relationship Id="rId52" Type="http://schemas.openxmlformats.org/officeDocument/2006/relationships/customXml" Target="../ink/ink32.xml"/><Relationship Id="rId73" Type="http://schemas.openxmlformats.org/officeDocument/2006/relationships/image" Target="../media/image35.png"/><Relationship Id="rId78" Type="http://schemas.openxmlformats.org/officeDocument/2006/relationships/customXml" Target="../ink/ink46.xml"/><Relationship Id="rId94" Type="http://schemas.openxmlformats.org/officeDocument/2006/relationships/image" Target="../media/image45.png"/><Relationship Id="rId99" Type="http://schemas.openxmlformats.org/officeDocument/2006/relationships/customXml" Target="../ink/ink57.xml"/><Relationship Id="rId101" Type="http://schemas.openxmlformats.org/officeDocument/2006/relationships/customXml" Target="../ink/ink58.xml"/><Relationship Id="rId122" Type="http://schemas.openxmlformats.org/officeDocument/2006/relationships/image" Target="../media/image58.png"/><Relationship Id="rId143" Type="http://schemas.openxmlformats.org/officeDocument/2006/relationships/image" Target="../media/image68.png"/><Relationship Id="rId148" Type="http://schemas.openxmlformats.org/officeDocument/2006/relationships/customXml" Target="../ink/ink83.xml"/><Relationship Id="rId164" Type="http://schemas.openxmlformats.org/officeDocument/2006/relationships/customXml" Target="../ink/ink91.xml"/><Relationship Id="rId169" Type="http://schemas.openxmlformats.org/officeDocument/2006/relationships/image" Target="../media/image81.png"/><Relationship Id="rId185" Type="http://schemas.openxmlformats.org/officeDocument/2006/relationships/customXml" Target="../ink/ink102.xml"/><Relationship Id="rId4" Type="http://schemas.openxmlformats.org/officeDocument/2006/relationships/image" Target="../media/image284.png"/><Relationship Id="rId9" Type="http://schemas.openxmlformats.org/officeDocument/2006/relationships/customXml" Target="../ink/ink10.xml"/><Relationship Id="rId180" Type="http://schemas.openxmlformats.org/officeDocument/2006/relationships/customXml" Target="../ink/ink99.xml"/><Relationship Id="rId26" Type="http://schemas.openxmlformats.org/officeDocument/2006/relationships/customXml" Target="../ink/ink18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97.png"/><Relationship Id="rId13" Type="http://schemas.openxmlformats.org/officeDocument/2006/relationships/customXml" Target="../ink/ink113.xml"/><Relationship Id="rId18" Type="http://schemas.openxmlformats.org/officeDocument/2006/relationships/image" Target="../media/image102.png"/><Relationship Id="rId26" Type="http://schemas.openxmlformats.org/officeDocument/2006/relationships/image" Target="../media/image106.png"/><Relationship Id="rId39" Type="http://schemas.openxmlformats.org/officeDocument/2006/relationships/customXml" Target="../ink/ink126.xml"/><Relationship Id="rId3" Type="http://schemas.openxmlformats.org/officeDocument/2006/relationships/customXml" Target="../ink/ink108.xml"/><Relationship Id="rId21" Type="http://schemas.openxmlformats.org/officeDocument/2006/relationships/customXml" Target="../ink/ink117.xml"/><Relationship Id="rId34" Type="http://schemas.openxmlformats.org/officeDocument/2006/relationships/image" Target="../media/image110.png"/><Relationship Id="rId7" Type="http://schemas.openxmlformats.org/officeDocument/2006/relationships/customXml" Target="../ink/ink110.xml"/><Relationship Id="rId12" Type="http://schemas.openxmlformats.org/officeDocument/2006/relationships/image" Target="../media/image99.png"/><Relationship Id="rId17" Type="http://schemas.openxmlformats.org/officeDocument/2006/relationships/customXml" Target="../ink/ink115.xml"/><Relationship Id="rId25" Type="http://schemas.openxmlformats.org/officeDocument/2006/relationships/customXml" Target="../ink/ink119.xml"/><Relationship Id="rId33" Type="http://schemas.openxmlformats.org/officeDocument/2006/relationships/customXml" Target="../ink/ink123.xml"/><Relationship Id="rId38" Type="http://schemas.openxmlformats.org/officeDocument/2006/relationships/image" Target="../media/image112.png"/><Relationship Id="rId2" Type="http://schemas.openxmlformats.org/officeDocument/2006/relationships/image" Target="../media/image95.png"/><Relationship Id="rId16" Type="http://schemas.openxmlformats.org/officeDocument/2006/relationships/image" Target="../media/image101.png"/><Relationship Id="rId20" Type="http://schemas.openxmlformats.org/officeDocument/2006/relationships/image" Target="../media/image103.png"/><Relationship Id="rId29" Type="http://schemas.openxmlformats.org/officeDocument/2006/relationships/customXml" Target="../ink/ink12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6.png"/><Relationship Id="rId11" Type="http://schemas.openxmlformats.org/officeDocument/2006/relationships/customXml" Target="../ink/ink112.xml"/><Relationship Id="rId24" Type="http://schemas.openxmlformats.org/officeDocument/2006/relationships/image" Target="../media/image105.png"/><Relationship Id="rId32" Type="http://schemas.openxmlformats.org/officeDocument/2006/relationships/image" Target="../media/image109.png"/><Relationship Id="rId37" Type="http://schemas.openxmlformats.org/officeDocument/2006/relationships/customXml" Target="../ink/ink125.xml"/><Relationship Id="rId40" Type="http://schemas.openxmlformats.org/officeDocument/2006/relationships/image" Target="../media/image113.png"/><Relationship Id="rId5" Type="http://schemas.openxmlformats.org/officeDocument/2006/relationships/customXml" Target="../ink/ink109.xml"/><Relationship Id="rId15" Type="http://schemas.openxmlformats.org/officeDocument/2006/relationships/customXml" Target="../ink/ink114.xml"/><Relationship Id="rId23" Type="http://schemas.openxmlformats.org/officeDocument/2006/relationships/customXml" Target="../ink/ink118.xml"/><Relationship Id="rId28" Type="http://schemas.openxmlformats.org/officeDocument/2006/relationships/image" Target="../media/image107.png"/><Relationship Id="rId36" Type="http://schemas.openxmlformats.org/officeDocument/2006/relationships/image" Target="../media/image111.png"/><Relationship Id="rId10" Type="http://schemas.openxmlformats.org/officeDocument/2006/relationships/image" Target="../media/image98.png"/><Relationship Id="rId19" Type="http://schemas.openxmlformats.org/officeDocument/2006/relationships/customXml" Target="../ink/ink116.xml"/><Relationship Id="rId31" Type="http://schemas.openxmlformats.org/officeDocument/2006/relationships/customXml" Target="../ink/ink122.xml"/><Relationship Id="rId4" Type="http://schemas.openxmlformats.org/officeDocument/2006/relationships/image" Target="../media/image12.png"/><Relationship Id="rId9" Type="http://schemas.openxmlformats.org/officeDocument/2006/relationships/customXml" Target="../ink/ink111.xml"/><Relationship Id="rId14" Type="http://schemas.openxmlformats.org/officeDocument/2006/relationships/image" Target="../media/image100.png"/><Relationship Id="rId22" Type="http://schemas.openxmlformats.org/officeDocument/2006/relationships/image" Target="../media/image104.png"/><Relationship Id="rId27" Type="http://schemas.openxmlformats.org/officeDocument/2006/relationships/customXml" Target="../ink/ink120.xml"/><Relationship Id="rId30" Type="http://schemas.openxmlformats.org/officeDocument/2006/relationships/image" Target="../media/image108.png"/><Relationship Id="rId35" Type="http://schemas.openxmlformats.org/officeDocument/2006/relationships/customXml" Target="../ink/ink124.xml"/></Relationships>
</file>

<file path=ppt/slides/_rels/slide5.xml.rels><?xml version="1.0" encoding="UTF-8" standalone="yes"?>
<Relationships xmlns="http://schemas.openxmlformats.org/package/2006/relationships"><Relationship Id="rId13" Type="http://schemas.openxmlformats.org/officeDocument/2006/relationships/customXml" Target="../ink/ink131.xml"/><Relationship Id="rId18" Type="http://schemas.openxmlformats.org/officeDocument/2006/relationships/customXml" Target="../ink/ink134.xml"/><Relationship Id="rId26" Type="http://schemas.openxmlformats.org/officeDocument/2006/relationships/customXml" Target="../ink/ink138.xml"/><Relationship Id="rId39" Type="http://schemas.openxmlformats.org/officeDocument/2006/relationships/image" Target="../media/image132.png"/><Relationship Id="rId3" Type="http://schemas.openxmlformats.org/officeDocument/2006/relationships/image" Target="../media/image115.png"/><Relationship Id="rId21" Type="http://schemas.openxmlformats.org/officeDocument/2006/relationships/image" Target="../media/image123.png"/><Relationship Id="rId34" Type="http://schemas.openxmlformats.org/officeDocument/2006/relationships/customXml" Target="../ink/ink142.xml"/><Relationship Id="rId42" Type="http://schemas.openxmlformats.org/officeDocument/2006/relationships/customXml" Target="../ink/ink146.xml"/><Relationship Id="rId47" Type="http://schemas.openxmlformats.org/officeDocument/2006/relationships/customXml" Target="../ink/ink149.xml"/><Relationship Id="rId50" Type="http://schemas.openxmlformats.org/officeDocument/2006/relationships/image" Target="../media/image137.png"/><Relationship Id="rId7" Type="http://schemas.openxmlformats.org/officeDocument/2006/relationships/customXml" Target="../ink/ink128.xml"/><Relationship Id="rId12" Type="http://schemas.openxmlformats.org/officeDocument/2006/relationships/image" Target="../media/image119.png"/><Relationship Id="rId17" Type="http://schemas.openxmlformats.org/officeDocument/2006/relationships/image" Target="../media/image121.png"/><Relationship Id="rId25" Type="http://schemas.openxmlformats.org/officeDocument/2006/relationships/image" Target="../media/image125.png"/><Relationship Id="rId33" Type="http://schemas.openxmlformats.org/officeDocument/2006/relationships/image" Target="../media/image129.png"/><Relationship Id="rId38" Type="http://schemas.openxmlformats.org/officeDocument/2006/relationships/customXml" Target="../ink/ink144.xml"/><Relationship Id="rId46" Type="http://schemas.openxmlformats.org/officeDocument/2006/relationships/customXml" Target="../ink/ink148.xml"/><Relationship Id="rId2" Type="http://schemas.openxmlformats.org/officeDocument/2006/relationships/image" Target="../media/image114.png"/><Relationship Id="rId16" Type="http://schemas.openxmlformats.org/officeDocument/2006/relationships/customXml" Target="../ink/ink133.xml"/><Relationship Id="rId20" Type="http://schemas.openxmlformats.org/officeDocument/2006/relationships/customXml" Target="../ink/ink135.xml"/><Relationship Id="rId29" Type="http://schemas.openxmlformats.org/officeDocument/2006/relationships/image" Target="../media/image127.png"/><Relationship Id="rId41" Type="http://schemas.openxmlformats.org/officeDocument/2006/relationships/image" Target="../media/image13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00.png"/><Relationship Id="rId11" Type="http://schemas.openxmlformats.org/officeDocument/2006/relationships/customXml" Target="../ink/ink130.xml"/><Relationship Id="rId24" Type="http://schemas.openxmlformats.org/officeDocument/2006/relationships/customXml" Target="../ink/ink137.xml"/><Relationship Id="rId32" Type="http://schemas.openxmlformats.org/officeDocument/2006/relationships/customXml" Target="../ink/ink141.xml"/><Relationship Id="rId37" Type="http://schemas.openxmlformats.org/officeDocument/2006/relationships/image" Target="../media/image131.png"/><Relationship Id="rId40" Type="http://schemas.openxmlformats.org/officeDocument/2006/relationships/customXml" Target="../ink/ink145.xml"/><Relationship Id="rId45" Type="http://schemas.openxmlformats.org/officeDocument/2006/relationships/image" Target="../media/image135.png"/><Relationship Id="rId5" Type="http://schemas.openxmlformats.org/officeDocument/2006/relationships/customXml" Target="../ink/ink127.xml"/><Relationship Id="rId15" Type="http://schemas.openxmlformats.org/officeDocument/2006/relationships/customXml" Target="../ink/ink132.xml"/><Relationship Id="rId23" Type="http://schemas.openxmlformats.org/officeDocument/2006/relationships/image" Target="../media/image124.png"/><Relationship Id="rId28" Type="http://schemas.openxmlformats.org/officeDocument/2006/relationships/customXml" Target="../ink/ink139.xml"/><Relationship Id="rId36" Type="http://schemas.openxmlformats.org/officeDocument/2006/relationships/customXml" Target="../ink/ink143.xml"/><Relationship Id="rId49" Type="http://schemas.openxmlformats.org/officeDocument/2006/relationships/customXml" Target="../ink/ink150.xml"/><Relationship Id="rId10" Type="http://schemas.openxmlformats.org/officeDocument/2006/relationships/image" Target="../media/image118.png"/><Relationship Id="rId19" Type="http://schemas.openxmlformats.org/officeDocument/2006/relationships/image" Target="../media/image122.png"/><Relationship Id="rId31" Type="http://schemas.openxmlformats.org/officeDocument/2006/relationships/image" Target="../media/image128.png"/><Relationship Id="rId44" Type="http://schemas.openxmlformats.org/officeDocument/2006/relationships/customXml" Target="../ink/ink147.xml"/><Relationship Id="rId4" Type="http://schemas.openxmlformats.org/officeDocument/2006/relationships/image" Target="../media/image116.png"/><Relationship Id="rId9" Type="http://schemas.openxmlformats.org/officeDocument/2006/relationships/customXml" Target="../ink/ink129.xml"/><Relationship Id="rId14" Type="http://schemas.openxmlformats.org/officeDocument/2006/relationships/image" Target="../media/image120.png"/><Relationship Id="rId22" Type="http://schemas.openxmlformats.org/officeDocument/2006/relationships/customXml" Target="../ink/ink136.xml"/><Relationship Id="rId27" Type="http://schemas.openxmlformats.org/officeDocument/2006/relationships/image" Target="../media/image126.png"/><Relationship Id="rId30" Type="http://schemas.openxmlformats.org/officeDocument/2006/relationships/customXml" Target="../ink/ink140.xml"/><Relationship Id="rId35" Type="http://schemas.openxmlformats.org/officeDocument/2006/relationships/image" Target="../media/image130.png"/><Relationship Id="rId43" Type="http://schemas.openxmlformats.org/officeDocument/2006/relationships/image" Target="../media/image134.png"/><Relationship Id="rId48" Type="http://schemas.openxmlformats.org/officeDocument/2006/relationships/image" Target="../media/image136.png"/><Relationship Id="rId8" Type="http://schemas.openxmlformats.org/officeDocument/2006/relationships/image" Target="../media/image117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customXml" Target="../ink/ink153.xml"/><Relationship Id="rId13" Type="http://schemas.openxmlformats.org/officeDocument/2006/relationships/image" Target="../media/image143.png"/><Relationship Id="rId18" Type="http://schemas.openxmlformats.org/officeDocument/2006/relationships/customXml" Target="../ink/ink158.xml"/><Relationship Id="rId26" Type="http://schemas.openxmlformats.org/officeDocument/2006/relationships/customXml" Target="../ink/ink162.xml"/><Relationship Id="rId3" Type="http://schemas.openxmlformats.org/officeDocument/2006/relationships/image" Target="../media/image138.png"/><Relationship Id="rId21" Type="http://schemas.openxmlformats.org/officeDocument/2006/relationships/image" Target="../media/image147.png"/><Relationship Id="rId34" Type="http://schemas.openxmlformats.org/officeDocument/2006/relationships/customXml" Target="../ink/ink166.xml"/><Relationship Id="rId7" Type="http://schemas.openxmlformats.org/officeDocument/2006/relationships/image" Target="../media/image140.png"/><Relationship Id="rId12" Type="http://schemas.openxmlformats.org/officeDocument/2006/relationships/customXml" Target="../ink/ink155.xml"/><Relationship Id="rId17" Type="http://schemas.openxmlformats.org/officeDocument/2006/relationships/image" Target="../media/image145.png"/><Relationship Id="rId25" Type="http://schemas.openxmlformats.org/officeDocument/2006/relationships/image" Target="../media/image149.png"/><Relationship Id="rId33" Type="http://schemas.openxmlformats.org/officeDocument/2006/relationships/image" Target="../media/image153.png"/><Relationship Id="rId2" Type="http://schemas.openxmlformats.org/officeDocument/2006/relationships/image" Target="../media/image95.png"/><Relationship Id="rId16" Type="http://schemas.openxmlformats.org/officeDocument/2006/relationships/customXml" Target="../ink/ink157.xml"/><Relationship Id="rId20" Type="http://schemas.openxmlformats.org/officeDocument/2006/relationships/customXml" Target="../ink/ink159.xml"/><Relationship Id="rId29" Type="http://schemas.openxmlformats.org/officeDocument/2006/relationships/image" Target="../media/image151.png"/><Relationship Id="rId1" Type="http://schemas.openxmlformats.org/officeDocument/2006/relationships/slideLayout" Target="../slideLayouts/slideLayout7.xml"/><Relationship Id="rId6" Type="http://schemas.openxmlformats.org/officeDocument/2006/relationships/customXml" Target="../ink/ink152.xml"/><Relationship Id="rId11" Type="http://schemas.openxmlformats.org/officeDocument/2006/relationships/image" Target="../media/image142.png"/><Relationship Id="rId24" Type="http://schemas.openxmlformats.org/officeDocument/2006/relationships/customXml" Target="../ink/ink161.xml"/><Relationship Id="rId32" Type="http://schemas.openxmlformats.org/officeDocument/2006/relationships/customXml" Target="../ink/ink165.xml"/><Relationship Id="rId5" Type="http://schemas.openxmlformats.org/officeDocument/2006/relationships/image" Target="../media/image139.png"/><Relationship Id="rId15" Type="http://schemas.openxmlformats.org/officeDocument/2006/relationships/image" Target="../media/image144.png"/><Relationship Id="rId23" Type="http://schemas.openxmlformats.org/officeDocument/2006/relationships/image" Target="../media/image148.png"/><Relationship Id="rId28" Type="http://schemas.openxmlformats.org/officeDocument/2006/relationships/customXml" Target="../ink/ink163.xml"/><Relationship Id="rId10" Type="http://schemas.openxmlformats.org/officeDocument/2006/relationships/customXml" Target="../ink/ink154.xml"/><Relationship Id="rId19" Type="http://schemas.openxmlformats.org/officeDocument/2006/relationships/image" Target="../media/image146.png"/><Relationship Id="rId31" Type="http://schemas.openxmlformats.org/officeDocument/2006/relationships/image" Target="../media/image152.png"/><Relationship Id="rId4" Type="http://schemas.openxmlformats.org/officeDocument/2006/relationships/customXml" Target="../ink/ink151.xml"/><Relationship Id="rId9" Type="http://schemas.openxmlformats.org/officeDocument/2006/relationships/image" Target="../media/image141.png"/><Relationship Id="rId14" Type="http://schemas.openxmlformats.org/officeDocument/2006/relationships/customXml" Target="../ink/ink156.xml"/><Relationship Id="rId22" Type="http://schemas.openxmlformats.org/officeDocument/2006/relationships/customXml" Target="../ink/ink160.xml"/><Relationship Id="rId27" Type="http://schemas.openxmlformats.org/officeDocument/2006/relationships/image" Target="../media/image150.png"/><Relationship Id="rId30" Type="http://schemas.openxmlformats.org/officeDocument/2006/relationships/customXml" Target="../ink/ink164.xml"/><Relationship Id="rId35" Type="http://schemas.openxmlformats.org/officeDocument/2006/relationships/image" Target="../media/image154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8.png"/><Relationship Id="rId13" Type="http://schemas.openxmlformats.org/officeDocument/2006/relationships/customXml" Target="../ink/ink172.xml"/><Relationship Id="rId18" Type="http://schemas.openxmlformats.org/officeDocument/2006/relationships/image" Target="../media/image163.png"/><Relationship Id="rId26" Type="http://schemas.openxmlformats.org/officeDocument/2006/relationships/image" Target="../media/image167.png"/><Relationship Id="rId39" Type="http://schemas.openxmlformats.org/officeDocument/2006/relationships/customXml" Target="../ink/ink185.xml"/><Relationship Id="rId3" Type="http://schemas.openxmlformats.org/officeDocument/2006/relationships/customXml" Target="../ink/ink167.xml"/><Relationship Id="rId21" Type="http://schemas.openxmlformats.org/officeDocument/2006/relationships/customXml" Target="../ink/ink176.xml"/><Relationship Id="rId34" Type="http://schemas.openxmlformats.org/officeDocument/2006/relationships/image" Target="../media/image171.png"/><Relationship Id="rId42" Type="http://schemas.openxmlformats.org/officeDocument/2006/relationships/image" Target="../media/image175.png"/><Relationship Id="rId7" Type="http://schemas.openxmlformats.org/officeDocument/2006/relationships/customXml" Target="../ink/ink169.xml"/><Relationship Id="rId12" Type="http://schemas.openxmlformats.org/officeDocument/2006/relationships/image" Target="../media/image160.png"/><Relationship Id="rId17" Type="http://schemas.openxmlformats.org/officeDocument/2006/relationships/customXml" Target="../ink/ink174.xml"/><Relationship Id="rId25" Type="http://schemas.openxmlformats.org/officeDocument/2006/relationships/customXml" Target="../ink/ink178.xml"/><Relationship Id="rId33" Type="http://schemas.openxmlformats.org/officeDocument/2006/relationships/customXml" Target="../ink/ink182.xml"/><Relationship Id="rId38" Type="http://schemas.openxmlformats.org/officeDocument/2006/relationships/image" Target="../media/image173.png"/><Relationship Id="rId2" Type="http://schemas.openxmlformats.org/officeDocument/2006/relationships/image" Target="../media/image155.png"/><Relationship Id="rId16" Type="http://schemas.openxmlformats.org/officeDocument/2006/relationships/image" Target="../media/image162.png"/><Relationship Id="rId20" Type="http://schemas.openxmlformats.org/officeDocument/2006/relationships/image" Target="../media/image164.png"/><Relationship Id="rId29" Type="http://schemas.openxmlformats.org/officeDocument/2006/relationships/customXml" Target="../ink/ink180.xml"/><Relationship Id="rId41" Type="http://schemas.openxmlformats.org/officeDocument/2006/relationships/customXml" Target="../ink/ink186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57.png"/><Relationship Id="rId11" Type="http://schemas.openxmlformats.org/officeDocument/2006/relationships/customXml" Target="../ink/ink171.xml"/><Relationship Id="rId24" Type="http://schemas.openxmlformats.org/officeDocument/2006/relationships/image" Target="../media/image166.png"/><Relationship Id="rId32" Type="http://schemas.openxmlformats.org/officeDocument/2006/relationships/image" Target="../media/image170.png"/><Relationship Id="rId37" Type="http://schemas.openxmlformats.org/officeDocument/2006/relationships/customXml" Target="../ink/ink184.xml"/><Relationship Id="rId40" Type="http://schemas.openxmlformats.org/officeDocument/2006/relationships/image" Target="../media/image174.png"/><Relationship Id="rId5" Type="http://schemas.openxmlformats.org/officeDocument/2006/relationships/customXml" Target="../ink/ink168.xml"/><Relationship Id="rId15" Type="http://schemas.openxmlformats.org/officeDocument/2006/relationships/customXml" Target="../ink/ink173.xml"/><Relationship Id="rId23" Type="http://schemas.openxmlformats.org/officeDocument/2006/relationships/customXml" Target="../ink/ink177.xml"/><Relationship Id="rId28" Type="http://schemas.openxmlformats.org/officeDocument/2006/relationships/image" Target="../media/image168.png"/><Relationship Id="rId36" Type="http://schemas.openxmlformats.org/officeDocument/2006/relationships/image" Target="../media/image172.png"/><Relationship Id="rId10" Type="http://schemas.openxmlformats.org/officeDocument/2006/relationships/image" Target="../media/image159.png"/><Relationship Id="rId19" Type="http://schemas.openxmlformats.org/officeDocument/2006/relationships/customXml" Target="../ink/ink175.xml"/><Relationship Id="rId31" Type="http://schemas.openxmlformats.org/officeDocument/2006/relationships/customXml" Target="../ink/ink181.xml"/><Relationship Id="rId4" Type="http://schemas.openxmlformats.org/officeDocument/2006/relationships/image" Target="../media/image156.png"/><Relationship Id="rId9" Type="http://schemas.openxmlformats.org/officeDocument/2006/relationships/customXml" Target="../ink/ink170.xml"/><Relationship Id="rId14" Type="http://schemas.openxmlformats.org/officeDocument/2006/relationships/image" Target="../media/image161.png"/><Relationship Id="rId22" Type="http://schemas.openxmlformats.org/officeDocument/2006/relationships/image" Target="../media/image165.png"/><Relationship Id="rId27" Type="http://schemas.openxmlformats.org/officeDocument/2006/relationships/customXml" Target="../ink/ink179.xml"/><Relationship Id="rId30" Type="http://schemas.openxmlformats.org/officeDocument/2006/relationships/image" Target="../media/image169.png"/><Relationship Id="rId35" Type="http://schemas.openxmlformats.org/officeDocument/2006/relationships/customXml" Target="../ink/ink183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customXml" Target="../ink/ink189.xml"/><Relationship Id="rId13" Type="http://schemas.openxmlformats.org/officeDocument/2006/relationships/image" Target="../media/image182.png"/><Relationship Id="rId18" Type="http://schemas.openxmlformats.org/officeDocument/2006/relationships/customXml" Target="../ink/ink194.xml"/><Relationship Id="rId26" Type="http://schemas.openxmlformats.org/officeDocument/2006/relationships/customXml" Target="../ink/ink198.xml"/><Relationship Id="rId3" Type="http://schemas.openxmlformats.org/officeDocument/2006/relationships/image" Target="../media/image177.png"/><Relationship Id="rId21" Type="http://schemas.openxmlformats.org/officeDocument/2006/relationships/image" Target="../media/image186.png"/><Relationship Id="rId34" Type="http://schemas.openxmlformats.org/officeDocument/2006/relationships/customXml" Target="../ink/ink202.xml"/><Relationship Id="rId7" Type="http://schemas.openxmlformats.org/officeDocument/2006/relationships/image" Target="../media/image179.png"/><Relationship Id="rId12" Type="http://schemas.openxmlformats.org/officeDocument/2006/relationships/customXml" Target="../ink/ink191.xml"/><Relationship Id="rId17" Type="http://schemas.openxmlformats.org/officeDocument/2006/relationships/image" Target="../media/image184.png"/><Relationship Id="rId25" Type="http://schemas.openxmlformats.org/officeDocument/2006/relationships/image" Target="../media/image188.png"/><Relationship Id="rId33" Type="http://schemas.openxmlformats.org/officeDocument/2006/relationships/image" Target="../media/image192.png"/><Relationship Id="rId2" Type="http://schemas.openxmlformats.org/officeDocument/2006/relationships/image" Target="../media/image176.png"/><Relationship Id="rId16" Type="http://schemas.openxmlformats.org/officeDocument/2006/relationships/customXml" Target="../ink/ink193.xml"/><Relationship Id="rId20" Type="http://schemas.openxmlformats.org/officeDocument/2006/relationships/customXml" Target="../ink/ink195.xml"/><Relationship Id="rId29" Type="http://schemas.openxmlformats.org/officeDocument/2006/relationships/image" Target="../media/image190.png"/><Relationship Id="rId1" Type="http://schemas.openxmlformats.org/officeDocument/2006/relationships/slideLayout" Target="../slideLayouts/slideLayout7.xml"/><Relationship Id="rId6" Type="http://schemas.openxmlformats.org/officeDocument/2006/relationships/customXml" Target="../ink/ink188.xml"/><Relationship Id="rId11" Type="http://schemas.openxmlformats.org/officeDocument/2006/relationships/image" Target="../media/image181.png"/><Relationship Id="rId24" Type="http://schemas.openxmlformats.org/officeDocument/2006/relationships/customXml" Target="../ink/ink197.xml"/><Relationship Id="rId32" Type="http://schemas.openxmlformats.org/officeDocument/2006/relationships/customXml" Target="../ink/ink201.xml"/><Relationship Id="rId37" Type="http://schemas.openxmlformats.org/officeDocument/2006/relationships/image" Target="../media/image193.png"/><Relationship Id="rId5" Type="http://schemas.openxmlformats.org/officeDocument/2006/relationships/image" Target="../media/image178.png"/><Relationship Id="rId15" Type="http://schemas.openxmlformats.org/officeDocument/2006/relationships/image" Target="../media/image183.png"/><Relationship Id="rId23" Type="http://schemas.openxmlformats.org/officeDocument/2006/relationships/image" Target="../media/image187.png"/><Relationship Id="rId28" Type="http://schemas.openxmlformats.org/officeDocument/2006/relationships/customXml" Target="../ink/ink199.xml"/><Relationship Id="rId36" Type="http://schemas.openxmlformats.org/officeDocument/2006/relationships/customXml" Target="../ink/ink203.xml"/><Relationship Id="rId10" Type="http://schemas.openxmlformats.org/officeDocument/2006/relationships/customXml" Target="../ink/ink190.xml"/><Relationship Id="rId19" Type="http://schemas.openxmlformats.org/officeDocument/2006/relationships/image" Target="../media/image185.png"/><Relationship Id="rId31" Type="http://schemas.openxmlformats.org/officeDocument/2006/relationships/image" Target="../media/image191.png"/><Relationship Id="rId4" Type="http://schemas.openxmlformats.org/officeDocument/2006/relationships/customXml" Target="../ink/ink187.xml"/><Relationship Id="rId9" Type="http://schemas.openxmlformats.org/officeDocument/2006/relationships/image" Target="../media/image180.png"/><Relationship Id="rId14" Type="http://schemas.openxmlformats.org/officeDocument/2006/relationships/customXml" Target="../ink/ink192.xml"/><Relationship Id="rId22" Type="http://schemas.openxmlformats.org/officeDocument/2006/relationships/customXml" Target="../ink/ink196.xml"/><Relationship Id="rId27" Type="http://schemas.openxmlformats.org/officeDocument/2006/relationships/image" Target="../media/image189.png"/><Relationship Id="rId30" Type="http://schemas.openxmlformats.org/officeDocument/2006/relationships/customXml" Target="../ink/ink200.xml"/><Relationship Id="rId35" Type="http://schemas.openxmlformats.org/officeDocument/2006/relationships/image" Target="../media/image100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0.png"/><Relationship Id="rId3" Type="http://schemas.openxmlformats.org/officeDocument/2006/relationships/customXml" Target="../ink/ink204.xml"/><Relationship Id="rId7" Type="http://schemas.openxmlformats.org/officeDocument/2006/relationships/customXml" Target="../ink/ink206.xml"/><Relationship Id="rId2" Type="http://schemas.openxmlformats.org/officeDocument/2006/relationships/image" Target="../media/image19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96.png"/><Relationship Id="rId5" Type="http://schemas.openxmlformats.org/officeDocument/2006/relationships/customXml" Target="../ink/ink205.xml"/><Relationship Id="rId10" Type="http://schemas.openxmlformats.org/officeDocument/2006/relationships/image" Target="../media/image197.png"/><Relationship Id="rId4" Type="http://schemas.openxmlformats.org/officeDocument/2006/relationships/image" Target="../media/image195.png"/><Relationship Id="rId9" Type="http://schemas.openxmlformats.org/officeDocument/2006/relationships/customXml" Target="../ink/ink207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customXml" Target="../ink/ink210.xml"/><Relationship Id="rId13" Type="http://schemas.openxmlformats.org/officeDocument/2006/relationships/image" Target="../media/image204.png"/><Relationship Id="rId18" Type="http://schemas.openxmlformats.org/officeDocument/2006/relationships/customXml" Target="../ink/ink215.xml"/><Relationship Id="rId26" Type="http://schemas.openxmlformats.org/officeDocument/2006/relationships/customXml" Target="../ink/ink219.xml"/><Relationship Id="rId3" Type="http://schemas.openxmlformats.org/officeDocument/2006/relationships/image" Target="../media/image199.png"/><Relationship Id="rId21" Type="http://schemas.openxmlformats.org/officeDocument/2006/relationships/image" Target="../media/image208.png"/><Relationship Id="rId34" Type="http://schemas.openxmlformats.org/officeDocument/2006/relationships/customXml" Target="../ink/ink223.xml"/><Relationship Id="rId7" Type="http://schemas.openxmlformats.org/officeDocument/2006/relationships/image" Target="../media/image201.png"/><Relationship Id="rId12" Type="http://schemas.openxmlformats.org/officeDocument/2006/relationships/customXml" Target="../ink/ink212.xml"/><Relationship Id="rId17" Type="http://schemas.openxmlformats.org/officeDocument/2006/relationships/image" Target="../media/image206.png"/><Relationship Id="rId25" Type="http://schemas.openxmlformats.org/officeDocument/2006/relationships/image" Target="../media/image189.png"/><Relationship Id="rId33" Type="http://schemas.openxmlformats.org/officeDocument/2006/relationships/image" Target="../media/image100.png"/><Relationship Id="rId2" Type="http://schemas.openxmlformats.org/officeDocument/2006/relationships/image" Target="../media/image198.png"/><Relationship Id="rId16" Type="http://schemas.openxmlformats.org/officeDocument/2006/relationships/customXml" Target="../ink/ink214.xml"/><Relationship Id="rId20" Type="http://schemas.openxmlformats.org/officeDocument/2006/relationships/customXml" Target="../ink/ink216.xml"/><Relationship Id="rId29" Type="http://schemas.openxmlformats.org/officeDocument/2006/relationships/image" Target="../media/image191.png"/><Relationship Id="rId1" Type="http://schemas.openxmlformats.org/officeDocument/2006/relationships/slideLayout" Target="../slideLayouts/slideLayout7.xml"/><Relationship Id="rId6" Type="http://schemas.openxmlformats.org/officeDocument/2006/relationships/customXml" Target="../ink/ink209.xml"/><Relationship Id="rId11" Type="http://schemas.openxmlformats.org/officeDocument/2006/relationships/image" Target="../media/image203.png"/><Relationship Id="rId24" Type="http://schemas.openxmlformats.org/officeDocument/2006/relationships/customXml" Target="../ink/ink218.xml"/><Relationship Id="rId32" Type="http://schemas.openxmlformats.org/officeDocument/2006/relationships/customXml" Target="../ink/ink222.xml"/><Relationship Id="rId5" Type="http://schemas.openxmlformats.org/officeDocument/2006/relationships/image" Target="../media/image200.png"/><Relationship Id="rId15" Type="http://schemas.openxmlformats.org/officeDocument/2006/relationships/image" Target="../media/image205.png"/><Relationship Id="rId23" Type="http://schemas.openxmlformats.org/officeDocument/2006/relationships/image" Target="../media/image209.png"/><Relationship Id="rId28" Type="http://schemas.openxmlformats.org/officeDocument/2006/relationships/customXml" Target="../ink/ink220.xml"/><Relationship Id="rId10" Type="http://schemas.openxmlformats.org/officeDocument/2006/relationships/customXml" Target="../ink/ink211.xml"/><Relationship Id="rId19" Type="http://schemas.openxmlformats.org/officeDocument/2006/relationships/image" Target="../media/image207.png"/><Relationship Id="rId31" Type="http://schemas.openxmlformats.org/officeDocument/2006/relationships/image" Target="../media/image192.png"/><Relationship Id="rId4" Type="http://schemas.openxmlformats.org/officeDocument/2006/relationships/customXml" Target="../ink/ink208.xml"/><Relationship Id="rId9" Type="http://schemas.openxmlformats.org/officeDocument/2006/relationships/image" Target="../media/image202.png"/><Relationship Id="rId14" Type="http://schemas.openxmlformats.org/officeDocument/2006/relationships/customXml" Target="../ink/ink213.xml"/><Relationship Id="rId22" Type="http://schemas.openxmlformats.org/officeDocument/2006/relationships/customXml" Target="../ink/ink217.xml"/><Relationship Id="rId27" Type="http://schemas.openxmlformats.org/officeDocument/2006/relationships/image" Target="../media/image190.png"/><Relationship Id="rId30" Type="http://schemas.openxmlformats.org/officeDocument/2006/relationships/customXml" Target="../ink/ink221.xml"/><Relationship Id="rId35" Type="http://schemas.openxmlformats.org/officeDocument/2006/relationships/image" Target="../media/image193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0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customXml" Target="../ink/ink226.xml"/><Relationship Id="rId13" Type="http://schemas.openxmlformats.org/officeDocument/2006/relationships/image" Target="../media/image217.png"/><Relationship Id="rId18" Type="http://schemas.openxmlformats.org/officeDocument/2006/relationships/customXml" Target="../ink/ink231.xml"/><Relationship Id="rId26" Type="http://schemas.openxmlformats.org/officeDocument/2006/relationships/customXml" Target="../ink/ink235.xml"/><Relationship Id="rId39" Type="http://schemas.openxmlformats.org/officeDocument/2006/relationships/image" Target="../media/image230.png"/><Relationship Id="rId3" Type="http://schemas.openxmlformats.org/officeDocument/2006/relationships/image" Target="../media/image212.png"/><Relationship Id="rId21" Type="http://schemas.openxmlformats.org/officeDocument/2006/relationships/image" Target="../media/image221.png"/><Relationship Id="rId34" Type="http://schemas.openxmlformats.org/officeDocument/2006/relationships/customXml" Target="../ink/ink239.xml"/><Relationship Id="rId7" Type="http://schemas.openxmlformats.org/officeDocument/2006/relationships/image" Target="../media/image214.png"/><Relationship Id="rId12" Type="http://schemas.openxmlformats.org/officeDocument/2006/relationships/customXml" Target="../ink/ink228.xml"/><Relationship Id="rId17" Type="http://schemas.openxmlformats.org/officeDocument/2006/relationships/image" Target="../media/image219.png"/><Relationship Id="rId25" Type="http://schemas.openxmlformats.org/officeDocument/2006/relationships/image" Target="../media/image223.png"/><Relationship Id="rId33" Type="http://schemas.openxmlformats.org/officeDocument/2006/relationships/image" Target="../media/image227.png"/><Relationship Id="rId38" Type="http://schemas.openxmlformats.org/officeDocument/2006/relationships/customXml" Target="../ink/ink241.xml"/><Relationship Id="rId2" Type="http://schemas.openxmlformats.org/officeDocument/2006/relationships/image" Target="../media/image211.png"/><Relationship Id="rId16" Type="http://schemas.openxmlformats.org/officeDocument/2006/relationships/customXml" Target="../ink/ink230.xml"/><Relationship Id="rId20" Type="http://schemas.openxmlformats.org/officeDocument/2006/relationships/customXml" Target="../ink/ink232.xml"/><Relationship Id="rId29" Type="http://schemas.openxmlformats.org/officeDocument/2006/relationships/image" Target="../media/image225.png"/><Relationship Id="rId41" Type="http://schemas.openxmlformats.org/officeDocument/2006/relationships/image" Target="../media/image231.png"/><Relationship Id="rId1" Type="http://schemas.openxmlformats.org/officeDocument/2006/relationships/slideLayout" Target="../slideLayouts/slideLayout7.xml"/><Relationship Id="rId6" Type="http://schemas.openxmlformats.org/officeDocument/2006/relationships/customXml" Target="../ink/ink225.xml"/><Relationship Id="rId11" Type="http://schemas.openxmlformats.org/officeDocument/2006/relationships/image" Target="../media/image216.png"/><Relationship Id="rId24" Type="http://schemas.openxmlformats.org/officeDocument/2006/relationships/customXml" Target="../ink/ink234.xml"/><Relationship Id="rId32" Type="http://schemas.openxmlformats.org/officeDocument/2006/relationships/customXml" Target="../ink/ink238.xml"/><Relationship Id="rId37" Type="http://schemas.openxmlformats.org/officeDocument/2006/relationships/image" Target="../media/image229.png"/><Relationship Id="rId40" Type="http://schemas.openxmlformats.org/officeDocument/2006/relationships/customXml" Target="../ink/ink242.xml"/><Relationship Id="rId5" Type="http://schemas.openxmlformats.org/officeDocument/2006/relationships/image" Target="../media/image213.png"/><Relationship Id="rId15" Type="http://schemas.openxmlformats.org/officeDocument/2006/relationships/image" Target="../media/image218.png"/><Relationship Id="rId23" Type="http://schemas.openxmlformats.org/officeDocument/2006/relationships/image" Target="../media/image222.png"/><Relationship Id="rId28" Type="http://schemas.openxmlformats.org/officeDocument/2006/relationships/customXml" Target="../ink/ink236.xml"/><Relationship Id="rId36" Type="http://schemas.openxmlformats.org/officeDocument/2006/relationships/customXml" Target="../ink/ink240.xml"/><Relationship Id="rId10" Type="http://schemas.openxmlformats.org/officeDocument/2006/relationships/customXml" Target="../ink/ink227.xml"/><Relationship Id="rId19" Type="http://schemas.openxmlformats.org/officeDocument/2006/relationships/image" Target="../media/image220.png"/><Relationship Id="rId31" Type="http://schemas.openxmlformats.org/officeDocument/2006/relationships/image" Target="../media/image226.png"/><Relationship Id="rId4" Type="http://schemas.openxmlformats.org/officeDocument/2006/relationships/customXml" Target="../ink/ink224.xml"/><Relationship Id="rId9" Type="http://schemas.openxmlformats.org/officeDocument/2006/relationships/image" Target="../media/image215.png"/><Relationship Id="rId14" Type="http://schemas.openxmlformats.org/officeDocument/2006/relationships/customXml" Target="../ink/ink229.xml"/><Relationship Id="rId22" Type="http://schemas.openxmlformats.org/officeDocument/2006/relationships/customXml" Target="../ink/ink233.xml"/><Relationship Id="rId27" Type="http://schemas.openxmlformats.org/officeDocument/2006/relationships/image" Target="../media/image224.png"/><Relationship Id="rId30" Type="http://schemas.openxmlformats.org/officeDocument/2006/relationships/customXml" Target="../ink/ink237.xml"/><Relationship Id="rId35" Type="http://schemas.openxmlformats.org/officeDocument/2006/relationships/image" Target="../media/image228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2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3" Type="http://schemas.openxmlformats.org/officeDocument/2006/relationships/customXml" Target="../ink/ink247.xml"/><Relationship Id="rId18" Type="http://schemas.openxmlformats.org/officeDocument/2006/relationships/image" Target="../media/image240.png"/><Relationship Id="rId26" Type="http://schemas.openxmlformats.org/officeDocument/2006/relationships/customXml" Target="../ink/ink254.xml"/><Relationship Id="rId39" Type="http://schemas.openxmlformats.org/officeDocument/2006/relationships/image" Target="../media/image250.png"/><Relationship Id="rId21" Type="http://schemas.openxmlformats.org/officeDocument/2006/relationships/image" Target="../media/image241.png"/><Relationship Id="rId34" Type="http://schemas.openxmlformats.org/officeDocument/2006/relationships/customXml" Target="../ink/ink258.xml"/><Relationship Id="rId42" Type="http://schemas.openxmlformats.org/officeDocument/2006/relationships/customXml" Target="../ink/ink262.xml"/><Relationship Id="rId47" Type="http://schemas.openxmlformats.org/officeDocument/2006/relationships/image" Target="../media/image254.png"/><Relationship Id="rId50" Type="http://schemas.openxmlformats.org/officeDocument/2006/relationships/customXml" Target="../ink/ink266.xml"/><Relationship Id="rId55" Type="http://schemas.openxmlformats.org/officeDocument/2006/relationships/image" Target="../media/image258.png"/><Relationship Id="rId63" Type="http://schemas.openxmlformats.org/officeDocument/2006/relationships/image" Target="../media/image262.png"/><Relationship Id="rId68" Type="http://schemas.openxmlformats.org/officeDocument/2006/relationships/customXml" Target="../ink/ink275.xml"/><Relationship Id="rId7" Type="http://schemas.openxmlformats.org/officeDocument/2006/relationships/customXml" Target="../ink/ink244.xml"/><Relationship Id="rId71" Type="http://schemas.openxmlformats.org/officeDocument/2006/relationships/image" Target="../media/image266.png"/><Relationship Id="rId2" Type="http://schemas.openxmlformats.org/officeDocument/2006/relationships/image" Target="../media/image232.png"/><Relationship Id="rId16" Type="http://schemas.openxmlformats.org/officeDocument/2006/relationships/image" Target="../media/image239.png"/><Relationship Id="rId29" Type="http://schemas.openxmlformats.org/officeDocument/2006/relationships/image" Target="../media/image24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35.png"/><Relationship Id="rId11" Type="http://schemas.openxmlformats.org/officeDocument/2006/relationships/customXml" Target="../ink/ink246.xml"/><Relationship Id="rId24" Type="http://schemas.openxmlformats.org/officeDocument/2006/relationships/customXml" Target="../ink/ink253.xml"/><Relationship Id="rId32" Type="http://schemas.openxmlformats.org/officeDocument/2006/relationships/customXml" Target="../ink/ink257.xml"/><Relationship Id="rId37" Type="http://schemas.openxmlformats.org/officeDocument/2006/relationships/image" Target="../media/image249.png"/><Relationship Id="rId40" Type="http://schemas.openxmlformats.org/officeDocument/2006/relationships/customXml" Target="../ink/ink261.xml"/><Relationship Id="rId45" Type="http://schemas.openxmlformats.org/officeDocument/2006/relationships/image" Target="../media/image253.png"/><Relationship Id="rId53" Type="http://schemas.openxmlformats.org/officeDocument/2006/relationships/image" Target="../media/image257.png"/><Relationship Id="rId58" Type="http://schemas.openxmlformats.org/officeDocument/2006/relationships/customXml" Target="../ink/ink270.xml"/><Relationship Id="rId66" Type="http://schemas.openxmlformats.org/officeDocument/2006/relationships/customXml" Target="../ink/ink274.xml"/><Relationship Id="rId5" Type="http://schemas.openxmlformats.org/officeDocument/2006/relationships/customXml" Target="../ink/ink243.xml"/><Relationship Id="rId15" Type="http://schemas.openxmlformats.org/officeDocument/2006/relationships/customXml" Target="../ink/ink248.xml"/><Relationship Id="rId23" Type="http://schemas.openxmlformats.org/officeDocument/2006/relationships/image" Target="../media/image242.png"/><Relationship Id="rId28" Type="http://schemas.openxmlformats.org/officeDocument/2006/relationships/customXml" Target="../ink/ink255.xml"/><Relationship Id="rId36" Type="http://schemas.openxmlformats.org/officeDocument/2006/relationships/customXml" Target="../ink/ink259.xml"/><Relationship Id="rId49" Type="http://schemas.openxmlformats.org/officeDocument/2006/relationships/image" Target="../media/image255.png"/><Relationship Id="rId57" Type="http://schemas.openxmlformats.org/officeDocument/2006/relationships/image" Target="../media/image259.png"/><Relationship Id="rId61" Type="http://schemas.openxmlformats.org/officeDocument/2006/relationships/image" Target="../media/image261.png"/><Relationship Id="rId10" Type="http://schemas.openxmlformats.org/officeDocument/2006/relationships/image" Target="../media/image100.png"/><Relationship Id="rId19" Type="http://schemas.openxmlformats.org/officeDocument/2006/relationships/customXml" Target="../ink/ink250.xml"/><Relationship Id="rId31" Type="http://schemas.openxmlformats.org/officeDocument/2006/relationships/image" Target="../media/image246.png"/><Relationship Id="rId44" Type="http://schemas.openxmlformats.org/officeDocument/2006/relationships/customXml" Target="../ink/ink263.xml"/><Relationship Id="rId52" Type="http://schemas.openxmlformats.org/officeDocument/2006/relationships/customXml" Target="../ink/ink267.xml"/><Relationship Id="rId60" Type="http://schemas.openxmlformats.org/officeDocument/2006/relationships/customXml" Target="../ink/ink271.xml"/><Relationship Id="rId65" Type="http://schemas.openxmlformats.org/officeDocument/2006/relationships/image" Target="../media/image263.png"/><Relationship Id="rId4" Type="http://schemas.openxmlformats.org/officeDocument/2006/relationships/image" Target="../media/image234.png"/><Relationship Id="rId9" Type="http://schemas.openxmlformats.org/officeDocument/2006/relationships/customXml" Target="../ink/ink245.xml"/><Relationship Id="rId14" Type="http://schemas.openxmlformats.org/officeDocument/2006/relationships/image" Target="../media/image238.png"/><Relationship Id="rId22" Type="http://schemas.openxmlformats.org/officeDocument/2006/relationships/customXml" Target="../ink/ink252.xml"/><Relationship Id="rId27" Type="http://schemas.openxmlformats.org/officeDocument/2006/relationships/image" Target="../media/image244.png"/><Relationship Id="rId30" Type="http://schemas.openxmlformats.org/officeDocument/2006/relationships/customXml" Target="../ink/ink256.xml"/><Relationship Id="rId35" Type="http://schemas.openxmlformats.org/officeDocument/2006/relationships/image" Target="../media/image248.png"/><Relationship Id="rId43" Type="http://schemas.openxmlformats.org/officeDocument/2006/relationships/image" Target="../media/image252.png"/><Relationship Id="rId48" Type="http://schemas.openxmlformats.org/officeDocument/2006/relationships/customXml" Target="../ink/ink265.xml"/><Relationship Id="rId56" Type="http://schemas.openxmlformats.org/officeDocument/2006/relationships/customXml" Target="../ink/ink269.xml"/><Relationship Id="rId64" Type="http://schemas.openxmlformats.org/officeDocument/2006/relationships/customXml" Target="../ink/ink273.xml"/><Relationship Id="rId69" Type="http://schemas.openxmlformats.org/officeDocument/2006/relationships/image" Target="../media/image265.png"/><Relationship Id="rId8" Type="http://schemas.openxmlformats.org/officeDocument/2006/relationships/image" Target="../media/image236.png"/><Relationship Id="rId51" Type="http://schemas.openxmlformats.org/officeDocument/2006/relationships/image" Target="../media/image256.png"/><Relationship Id="rId3" Type="http://schemas.openxmlformats.org/officeDocument/2006/relationships/image" Target="../media/image233.png"/><Relationship Id="rId12" Type="http://schemas.openxmlformats.org/officeDocument/2006/relationships/image" Target="../media/image237.png"/><Relationship Id="rId17" Type="http://schemas.openxmlformats.org/officeDocument/2006/relationships/customXml" Target="../ink/ink249.xml"/><Relationship Id="rId25" Type="http://schemas.openxmlformats.org/officeDocument/2006/relationships/image" Target="../media/image243.png"/><Relationship Id="rId33" Type="http://schemas.openxmlformats.org/officeDocument/2006/relationships/image" Target="../media/image247.png"/><Relationship Id="rId38" Type="http://schemas.openxmlformats.org/officeDocument/2006/relationships/customXml" Target="../ink/ink260.xml"/><Relationship Id="rId46" Type="http://schemas.openxmlformats.org/officeDocument/2006/relationships/customXml" Target="../ink/ink264.xml"/><Relationship Id="rId59" Type="http://schemas.openxmlformats.org/officeDocument/2006/relationships/image" Target="../media/image260.png"/><Relationship Id="rId67" Type="http://schemas.openxmlformats.org/officeDocument/2006/relationships/image" Target="../media/image264.png"/><Relationship Id="rId20" Type="http://schemas.openxmlformats.org/officeDocument/2006/relationships/customXml" Target="../ink/ink251.xml"/><Relationship Id="rId41" Type="http://schemas.openxmlformats.org/officeDocument/2006/relationships/image" Target="../media/image251.png"/><Relationship Id="rId54" Type="http://schemas.openxmlformats.org/officeDocument/2006/relationships/customXml" Target="../ink/ink268.xml"/><Relationship Id="rId62" Type="http://schemas.openxmlformats.org/officeDocument/2006/relationships/customXml" Target="../ink/ink272.xml"/><Relationship Id="rId70" Type="http://schemas.openxmlformats.org/officeDocument/2006/relationships/customXml" Target="../ink/ink276.xml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5.png"/><Relationship Id="rId13" Type="http://schemas.openxmlformats.org/officeDocument/2006/relationships/image" Target="../media/image271.png"/><Relationship Id="rId18" Type="http://schemas.openxmlformats.org/officeDocument/2006/relationships/customXml" Target="../ink/ink284.xml"/><Relationship Id="rId26" Type="http://schemas.openxmlformats.org/officeDocument/2006/relationships/customXml" Target="../ink/ink288.xml"/><Relationship Id="rId3" Type="http://schemas.openxmlformats.org/officeDocument/2006/relationships/customXml" Target="../ink/ink277.xml"/><Relationship Id="rId21" Type="http://schemas.openxmlformats.org/officeDocument/2006/relationships/image" Target="../media/image275.png"/><Relationship Id="rId34" Type="http://schemas.openxmlformats.org/officeDocument/2006/relationships/customXml" Target="../ink/ink292.xml"/><Relationship Id="rId7" Type="http://schemas.openxmlformats.org/officeDocument/2006/relationships/customXml" Target="../ink/ink279.xml"/><Relationship Id="rId12" Type="http://schemas.openxmlformats.org/officeDocument/2006/relationships/customXml" Target="../ink/ink281.xml"/><Relationship Id="rId17" Type="http://schemas.openxmlformats.org/officeDocument/2006/relationships/image" Target="../media/image273.png"/><Relationship Id="rId25" Type="http://schemas.openxmlformats.org/officeDocument/2006/relationships/image" Target="../media/image277.png"/><Relationship Id="rId33" Type="http://schemas.openxmlformats.org/officeDocument/2006/relationships/image" Target="../media/image280.png"/><Relationship Id="rId2" Type="http://schemas.openxmlformats.org/officeDocument/2006/relationships/image" Target="../media/image232.png"/><Relationship Id="rId16" Type="http://schemas.openxmlformats.org/officeDocument/2006/relationships/customXml" Target="../ink/ink283.xml"/><Relationship Id="rId20" Type="http://schemas.openxmlformats.org/officeDocument/2006/relationships/customXml" Target="../ink/ink285.xml"/><Relationship Id="rId29" Type="http://schemas.openxmlformats.org/officeDocument/2006/relationships/image" Target="../media/image10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68.png"/><Relationship Id="rId11" Type="http://schemas.openxmlformats.org/officeDocument/2006/relationships/image" Target="../media/image270.png"/><Relationship Id="rId24" Type="http://schemas.openxmlformats.org/officeDocument/2006/relationships/customXml" Target="../ink/ink287.xml"/><Relationship Id="rId32" Type="http://schemas.openxmlformats.org/officeDocument/2006/relationships/customXml" Target="../ink/ink291.xml"/><Relationship Id="rId5" Type="http://schemas.openxmlformats.org/officeDocument/2006/relationships/customXml" Target="../ink/ink278.xml"/><Relationship Id="rId15" Type="http://schemas.openxmlformats.org/officeDocument/2006/relationships/image" Target="../media/image272.png"/><Relationship Id="rId23" Type="http://schemas.openxmlformats.org/officeDocument/2006/relationships/image" Target="../media/image276.png"/><Relationship Id="rId28" Type="http://schemas.openxmlformats.org/officeDocument/2006/relationships/customXml" Target="../ink/ink289.xml"/><Relationship Id="rId10" Type="http://schemas.openxmlformats.org/officeDocument/2006/relationships/image" Target="../media/image269.png"/><Relationship Id="rId19" Type="http://schemas.openxmlformats.org/officeDocument/2006/relationships/image" Target="../media/image274.png"/><Relationship Id="rId31" Type="http://schemas.openxmlformats.org/officeDocument/2006/relationships/image" Target="../media/image279.png"/><Relationship Id="rId4" Type="http://schemas.openxmlformats.org/officeDocument/2006/relationships/image" Target="../media/image267.png"/><Relationship Id="rId9" Type="http://schemas.openxmlformats.org/officeDocument/2006/relationships/customXml" Target="../ink/ink280.xml"/><Relationship Id="rId14" Type="http://schemas.openxmlformats.org/officeDocument/2006/relationships/customXml" Target="../ink/ink282.xml"/><Relationship Id="rId22" Type="http://schemas.openxmlformats.org/officeDocument/2006/relationships/customXml" Target="../ink/ink286.xml"/><Relationship Id="rId27" Type="http://schemas.openxmlformats.org/officeDocument/2006/relationships/image" Target="../media/image278.png"/><Relationship Id="rId30" Type="http://schemas.openxmlformats.org/officeDocument/2006/relationships/customXml" Target="../ink/ink290.xml"/><Relationship Id="rId35" Type="http://schemas.openxmlformats.org/officeDocument/2006/relationships/image" Target="../media/image281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2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customXml" Target="../ink/ink293.xml"/><Relationship Id="rId2" Type="http://schemas.openxmlformats.org/officeDocument/2006/relationships/image" Target="../media/image28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4.emf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347C70-30B4-9FC3-BA63-5F10BECCB2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53991" y="241084"/>
            <a:ext cx="7672388" cy="1325563"/>
          </a:xfrm>
        </p:spPr>
        <p:txBody>
          <a:bodyPr>
            <a:normAutofit fontScale="90000"/>
          </a:bodyPr>
          <a:lstStyle/>
          <a:p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Procedure for Adding </a:t>
            </a:r>
            <a:r>
              <a:rPr lang="en-US" b="1" dirty="0" err="1">
                <a:latin typeface="Arial" panose="020B0604020202020204" pitchFamily="34" charset="0"/>
                <a:cs typeface="Arial" panose="020B0604020202020204" pitchFamily="34" charset="0"/>
              </a:rPr>
              <a:t>Psuedo</a:t>
            </a: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-Components to CHEMCAD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7D28FF0-0983-1C4F-C1C3-29F94849A0A8}"/>
              </a:ext>
            </a:extLst>
          </p:cNvPr>
          <p:cNvSpPr txBox="1"/>
          <p:nvPr/>
        </p:nvSpPr>
        <p:spPr>
          <a:xfrm>
            <a:off x="1444525" y="2569424"/>
            <a:ext cx="6691319" cy="35394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/>
              <a:t>Requirements:</a:t>
            </a:r>
          </a:p>
          <a:p>
            <a:endParaRPr lang="en-US" sz="3200" dirty="0"/>
          </a:p>
          <a:p>
            <a:r>
              <a:rPr lang="en-US" sz="3200" dirty="0"/>
              <a:t>	Boiling curve</a:t>
            </a:r>
          </a:p>
          <a:p>
            <a:r>
              <a:rPr lang="en-US" sz="3200" dirty="0"/>
              <a:t>	Light-ends analysis</a:t>
            </a:r>
          </a:p>
          <a:p>
            <a:r>
              <a:rPr lang="en-US" sz="3200" dirty="0"/>
              <a:t>	API gravity or specific gravity of fluid</a:t>
            </a:r>
          </a:p>
          <a:p>
            <a:endParaRPr lang="en-US" sz="3200" dirty="0"/>
          </a:p>
          <a:p>
            <a:r>
              <a:rPr lang="en-US" sz="3200" dirty="0"/>
              <a:t>All found in “Crude Assay”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31EFD17-0582-AEB8-D981-1C0F3F055FC1}"/>
              </a:ext>
            </a:extLst>
          </p:cNvPr>
          <p:cNvSpPr txBox="1"/>
          <p:nvPr/>
        </p:nvSpPr>
        <p:spPr>
          <a:xfrm>
            <a:off x="970241" y="1647316"/>
            <a:ext cx="720351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Pseudo-components are hypothetical, representative compounds used in chemical engineering and process simulation – Google AI</a:t>
            </a:r>
          </a:p>
        </p:txBody>
      </p:sp>
    </p:spTree>
    <p:extLst>
      <p:ext uri="{BB962C8B-B14F-4D97-AF65-F5344CB8AC3E}">
        <p14:creationId xmlns:p14="http://schemas.microsoft.com/office/powerpoint/2010/main" val="235451852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D24DB041-5D03-B53C-8918-0B644DDE21F8}"/>
              </a:ext>
            </a:extLst>
          </p:cNvPr>
          <p:cNvSpPr txBox="1"/>
          <p:nvPr/>
        </p:nvSpPr>
        <p:spPr>
          <a:xfrm>
            <a:off x="914400" y="91439"/>
            <a:ext cx="7315200" cy="4572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/>
              <a:t>Background - Measurement of Boiling Point Curves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453519F-1D81-2D2A-524C-59038F21F2C0}"/>
              </a:ext>
            </a:extLst>
          </p:cNvPr>
          <p:cNvSpPr txBox="1"/>
          <p:nvPr/>
        </p:nvSpPr>
        <p:spPr>
          <a:xfrm>
            <a:off x="1271929" y="474923"/>
            <a:ext cx="660014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Data reported along with other key measurements in “Crude Assay”</a:t>
            </a:r>
          </a:p>
        </p:txBody>
      </p:sp>
      <p:pic>
        <p:nvPicPr>
          <p:cNvPr id="4" name="Picture 3" descr="No alternative text description for this image">
            <a:extLst>
              <a:ext uri="{FF2B5EF4-FFF2-40B4-BE49-F238E27FC236}">
                <a16:creationId xmlns:a16="http://schemas.microsoft.com/office/drawing/2014/main" id="{98856EAF-1569-41F1-28DE-6324E7A4A55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02454" y="1067153"/>
            <a:ext cx="3739091" cy="472369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AD0CE39E-8CA1-FB6D-26BA-7B325DC6B377}"/>
              </a:ext>
            </a:extLst>
          </p:cNvPr>
          <p:cNvSpPr txBox="1"/>
          <p:nvPr/>
        </p:nvSpPr>
        <p:spPr>
          <a:xfrm>
            <a:off x="269360" y="2933849"/>
            <a:ext cx="2154864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 known mass and volume of crude oil is placed in this vessel and boiled.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B09F239-CAED-6553-72F9-79ABB084A324}"/>
              </a:ext>
            </a:extLst>
          </p:cNvPr>
          <p:cNvSpPr txBox="1"/>
          <p:nvPr/>
        </p:nvSpPr>
        <p:spPr>
          <a:xfrm>
            <a:off x="406692" y="5146158"/>
            <a:ext cx="2248796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Since this is a batch distillation, the temperature goes up as oil is evaporated.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5D0EA18-3AAE-1783-3972-B9D6637331CB}"/>
              </a:ext>
            </a:extLst>
          </p:cNvPr>
          <p:cNvSpPr txBox="1"/>
          <p:nvPr/>
        </p:nvSpPr>
        <p:spPr>
          <a:xfrm>
            <a:off x="5958667" y="5949951"/>
            <a:ext cx="215486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Chillers for low-T (below ambient T)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F8B97FD-657A-3F6F-8DF7-8B598024A600}"/>
              </a:ext>
            </a:extLst>
          </p:cNvPr>
          <p:cNvSpPr txBox="1"/>
          <p:nvPr/>
        </p:nvSpPr>
        <p:spPr>
          <a:xfrm>
            <a:off x="6655980" y="1278785"/>
            <a:ext cx="2432181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Collection tubes are positioned on a rotating pallet are synchronized with the boiling vessel  temperature.</a:t>
            </a:r>
          </a:p>
          <a:p>
            <a:endParaRPr lang="en-US" dirty="0"/>
          </a:p>
          <a:p>
            <a:r>
              <a:rPr lang="en-US" dirty="0"/>
              <a:t>Condensate is collected in the tubes for mass and volume measurements.</a:t>
            </a: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9" name="Ink 8">
                <a:extLst>
                  <a:ext uri="{FF2B5EF4-FFF2-40B4-BE49-F238E27FC236}">
                    <a16:creationId xmlns:a16="http://schemas.microsoft.com/office/drawing/2014/main" id="{A301FC2D-30CB-2B41-FB97-F39D32571E99}"/>
                  </a:ext>
                </a:extLst>
              </p14:cNvPr>
              <p14:cNvContentPartPr/>
              <p14:nvPr/>
            </p14:nvContentPartPr>
            <p14:xfrm>
              <a:off x="2188568" y="3864108"/>
              <a:ext cx="360" cy="360"/>
            </p14:xfrm>
          </p:contentPart>
        </mc:Choice>
        <mc:Fallback>
          <p:pic>
            <p:nvPicPr>
              <p:cNvPr id="9" name="Ink 8">
                <a:extLst>
                  <a:ext uri="{FF2B5EF4-FFF2-40B4-BE49-F238E27FC236}">
                    <a16:creationId xmlns:a16="http://schemas.microsoft.com/office/drawing/2014/main" id="{A301FC2D-30CB-2B41-FB97-F39D32571E99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2182448" y="3857988"/>
                <a:ext cx="12600" cy="12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">
            <p14:nvContentPartPr>
              <p14:cNvPr id="13" name="Ink 12">
                <a:extLst>
                  <a:ext uri="{FF2B5EF4-FFF2-40B4-BE49-F238E27FC236}">
                    <a16:creationId xmlns:a16="http://schemas.microsoft.com/office/drawing/2014/main" id="{B234A107-73CF-FE78-5D78-0F3CC70B9C75}"/>
                  </a:ext>
                </a:extLst>
              </p14:cNvPr>
              <p14:cNvContentPartPr/>
              <p14:nvPr/>
            </p14:nvContentPartPr>
            <p14:xfrm>
              <a:off x="2262718" y="3797622"/>
              <a:ext cx="5040" cy="10080"/>
            </p14:xfrm>
          </p:contentPart>
        </mc:Choice>
        <mc:Fallback>
          <p:pic>
            <p:nvPicPr>
              <p:cNvPr id="13" name="Ink 12">
                <a:extLst>
                  <a:ext uri="{FF2B5EF4-FFF2-40B4-BE49-F238E27FC236}">
                    <a16:creationId xmlns:a16="http://schemas.microsoft.com/office/drawing/2014/main" id="{B234A107-73CF-FE78-5D78-0F3CC70B9C75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2254078" y="3788622"/>
                <a:ext cx="22680" cy="27720"/>
              </a:xfrm>
              <a:prstGeom prst="rect">
                <a:avLst/>
              </a:prstGeom>
            </p:spPr>
          </p:pic>
        </mc:Fallback>
      </mc:AlternateContent>
      <p:grpSp>
        <p:nvGrpSpPr>
          <p:cNvPr id="18" name="Group 17">
            <a:extLst>
              <a:ext uri="{FF2B5EF4-FFF2-40B4-BE49-F238E27FC236}">
                <a16:creationId xmlns:a16="http://schemas.microsoft.com/office/drawing/2014/main" id="{78967561-78DE-4A66-8193-B2611FE449AA}"/>
              </a:ext>
            </a:extLst>
          </p:cNvPr>
          <p:cNvGrpSpPr/>
          <p:nvPr/>
        </p:nvGrpSpPr>
        <p:grpSpPr>
          <a:xfrm>
            <a:off x="2231398" y="3804462"/>
            <a:ext cx="1337760" cy="595440"/>
            <a:chOff x="2231398" y="3804462"/>
            <a:chExt cx="1337760" cy="5954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7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05F94BD2-C47D-7153-AFBF-1B6805D75E12}"/>
                    </a:ext>
                  </a:extLst>
                </p14:cNvPr>
                <p14:cNvContentPartPr/>
                <p14:nvPr/>
              </p14:nvContentPartPr>
              <p14:xfrm>
                <a:off x="2231398" y="3804462"/>
                <a:ext cx="1258920" cy="532440"/>
              </p14:xfrm>
            </p:contentPart>
          </mc:Choice>
          <mc:Fallback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05F94BD2-C47D-7153-AFBF-1B6805D75E12}"/>
                    </a:ext>
                  </a:extLst>
                </p:cNvPr>
                <p:cNvPicPr/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2222398" y="3795822"/>
                  <a:ext cx="1276560" cy="550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B63F8070-896B-89AF-7A35-92FDD88030E3}"/>
                    </a:ext>
                  </a:extLst>
                </p14:cNvPr>
                <p14:cNvContentPartPr/>
                <p14:nvPr/>
              </p14:nvContentPartPr>
              <p14:xfrm>
                <a:off x="3393118" y="4247982"/>
                <a:ext cx="176040" cy="151920"/>
              </p14:xfrm>
            </p:contentPart>
          </mc:Choice>
          <mc:Fallback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B63F8070-896B-89AF-7A35-92FDD88030E3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3384118" y="4238982"/>
                  <a:ext cx="193680" cy="1695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1" name="Group 20">
            <a:extLst>
              <a:ext uri="{FF2B5EF4-FFF2-40B4-BE49-F238E27FC236}">
                <a16:creationId xmlns:a16="http://schemas.microsoft.com/office/drawing/2014/main" id="{FE79D659-5CDB-3CAB-B024-1BCB1EEF7969}"/>
              </a:ext>
            </a:extLst>
          </p:cNvPr>
          <p:cNvGrpSpPr/>
          <p:nvPr/>
        </p:nvGrpSpPr>
        <p:grpSpPr>
          <a:xfrm rot="20927622">
            <a:off x="4509425" y="3042189"/>
            <a:ext cx="2288520" cy="992880"/>
            <a:chOff x="4478878" y="3471462"/>
            <a:chExt cx="2288520" cy="9928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1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6C7FC977-A90A-82B2-A246-94F754CB46EF}"/>
                    </a:ext>
                  </a:extLst>
                </p14:cNvPr>
                <p14:cNvContentPartPr/>
                <p14:nvPr/>
              </p14:nvContentPartPr>
              <p14:xfrm>
                <a:off x="4478878" y="3471462"/>
                <a:ext cx="2288520" cy="963720"/>
              </p14:xfrm>
            </p:contentPart>
          </mc:Choice>
          <mc:Fallback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6C7FC977-A90A-82B2-A246-94F754CB46EF}"/>
                    </a:ext>
                  </a:extLst>
                </p:cNvPr>
                <p:cNvPicPr/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4470238" y="3462462"/>
                  <a:ext cx="2306160" cy="981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C75C44C6-4602-7436-90D1-2040F9C87B5C}"/>
                    </a:ext>
                  </a:extLst>
                </p14:cNvPr>
                <p14:cNvContentPartPr/>
                <p14:nvPr/>
              </p14:nvContentPartPr>
              <p14:xfrm>
                <a:off x="4509118" y="4346622"/>
                <a:ext cx="114480" cy="117720"/>
              </p14:xfrm>
            </p:contentPart>
          </mc:Choice>
          <mc:Fallback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C75C44C6-4602-7436-90D1-2040F9C87B5C}"/>
                    </a:ext>
                  </a:extLst>
                </p:cNvPr>
                <p:cNvPicPr/>
                <p:nvPr/>
              </p:nvPicPr>
              <p:blipFill>
                <a:blip r:embed="rId14"/>
                <a:stretch>
                  <a:fillRect/>
                </a:stretch>
              </p:blipFill>
              <p:spPr>
                <a:xfrm>
                  <a:off x="4500478" y="4337982"/>
                  <a:ext cx="132120" cy="13536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302224087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4FEE898-268F-26B3-FE91-513422A9DFAA}"/>
              </a:ext>
            </a:extLst>
          </p:cNvPr>
          <p:cNvSpPr txBox="1"/>
          <p:nvPr/>
        </p:nvSpPr>
        <p:spPr>
          <a:xfrm>
            <a:off x="914400" y="91439"/>
            <a:ext cx="7315200" cy="4572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/>
              <a:t>Prep your Assay Data for CHEMCAD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02C6A76-FDB1-C7B0-B9C3-6CF830C0D39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3033" y="1059712"/>
            <a:ext cx="4160649" cy="5486400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19" name="Ink 18">
                <a:extLst>
                  <a:ext uri="{FF2B5EF4-FFF2-40B4-BE49-F238E27FC236}">
                    <a16:creationId xmlns:a16="http://schemas.microsoft.com/office/drawing/2014/main" id="{9809FBEE-CA57-8749-37F1-1053C8C178F9}"/>
                  </a:ext>
                </a:extLst>
              </p14:cNvPr>
              <p14:cNvContentPartPr/>
              <p14:nvPr/>
            </p14:nvContentPartPr>
            <p14:xfrm>
              <a:off x="1435520" y="3825707"/>
              <a:ext cx="1573920" cy="6120"/>
            </p14:xfrm>
          </p:contentPart>
        </mc:Choice>
        <mc:Fallback xmlns="">
          <p:pic>
            <p:nvPicPr>
              <p:cNvPr id="19" name="Ink 18">
                <a:extLst>
                  <a:ext uri="{FF2B5EF4-FFF2-40B4-BE49-F238E27FC236}">
                    <a16:creationId xmlns:a16="http://schemas.microsoft.com/office/drawing/2014/main" id="{9809FBEE-CA57-8749-37F1-1053C8C178F9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431200" y="3821387"/>
                <a:ext cx="1582560" cy="14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20" name="Ink 19">
                <a:extLst>
                  <a:ext uri="{FF2B5EF4-FFF2-40B4-BE49-F238E27FC236}">
                    <a16:creationId xmlns:a16="http://schemas.microsoft.com/office/drawing/2014/main" id="{3DD310A2-EB0B-5728-FF77-F1D64DA8E25A}"/>
                  </a:ext>
                </a:extLst>
              </p14:cNvPr>
              <p14:cNvContentPartPr/>
              <p14:nvPr/>
            </p14:nvContentPartPr>
            <p14:xfrm>
              <a:off x="1428680" y="3746147"/>
              <a:ext cx="1572840" cy="6840"/>
            </p14:xfrm>
          </p:contentPart>
        </mc:Choice>
        <mc:Fallback xmlns="">
          <p:pic>
            <p:nvPicPr>
              <p:cNvPr id="20" name="Ink 19">
                <a:extLst>
                  <a:ext uri="{FF2B5EF4-FFF2-40B4-BE49-F238E27FC236}">
                    <a16:creationId xmlns:a16="http://schemas.microsoft.com/office/drawing/2014/main" id="{3DD310A2-EB0B-5728-FF77-F1D64DA8E25A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1424360" y="3741827"/>
                <a:ext cx="1581480" cy="15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21" name="Ink 20">
                <a:extLst>
                  <a:ext uri="{FF2B5EF4-FFF2-40B4-BE49-F238E27FC236}">
                    <a16:creationId xmlns:a16="http://schemas.microsoft.com/office/drawing/2014/main" id="{1B88068D-2ABA-9B8A-80BF-48A3ABBCD1BF}"/>
                  </a:ext>
                </a:extLst>
              </p14:cNvPr>
              <p14:cNvContentPartPr/>
              <p14:nvPr/>
            </p14:nvContentPartPr>
            <p14:xfrm>
              <a:off x="3009080" y="3755147"/>
              <a:ext cx="38160" cy="91080"/>
            </p14:xfrm>
          </p:contentPart>
        </mc:Choice>
        <mc:Fallback xmlns="">
          <p:pic>
            <p:nvPicPr>
              <p:cNvPr id="21" name="Ink 20">
                <a:extLst>
                  <a:ext uri="{FF2B5EF4-FFF2-40B4-BE49-F238E27FC236}">
                    <a16:creationId xmlns:a16="http://schemas.microsoft.com/office/drawing/2014/main" id="{1B88068D-2ABA-9B8A-80BF-48A3ABBCD1BF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3004760" y="3750827"/>
                <a:ext cx="46800" cy="99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">
            <p14:nvContentPartPr>
              <p14:cNvPr id="22" name="Ink 21">
                <a:extLst>
                  <a:ext uri="{FF2B5EF4-FFF2-40B4-BE49-F238E27FC236}">
                    <a16:creationId xmlns:a16="http://schemas.microsoft.com/office/drawing/2014/main" id="{535839AE-9DDE-EAD4-4DDD-27177008882F}"/>
                  </a:ext>
                </a:extLst>
              </p14:cNvPr>
              <p14:cNvContentPartPr/>
              <p14:nvPr/>
            </p14:nvContentPartPr>
            <p14:xfrm>
              <a:off x="1431200" y="3761987"/>
              <a:ext cx="37080" cy="86400"/>
            </p14:xfrm>
          </p:contentPart>
        </mc:Choice>
        <mc:Fallback xmlns="">
          <p:pic>
            <p:nvPicPr>
              <p:cNvPr id="22" name="Ink 21">
                <a:extLst>
                  <a:ext uri="{FF2B5EF4-FFF2-40B4-BE49-F238E27FC236}">
                    <a16:creationId xmlns:a16="http://schemas.microsoft.com/office/drawing/2014/main" id="{535839AE-9DDE-EAD4-4DDD-27177008882F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1426880" y="3757667"/>
                <a:ext cx="45720" cy="95040"/>
              </a:xfrm>
              <a:prstGeom prst="rect">
                <a:avLst/>
              </a:prstGeom>
            </p:spPr>
          </p:pic>
        </mc:Fallback>
      </mc:AlternateContent>
      <p:pic>
        <p:nvPicPr>
          <p:cNvPr id="24" name="Picture 23">
            <a:extLst>
              <a:ext uri="{FF2B5EF4-FFF2-40B4-BE49-F238E27FC236}">
                <a16:creationId xmlns:a16="http://schemas.microsoft.com/office/drawing/2014/main" id="{3CCCCB77-091B-C728-1B35-410E71C69191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461529" y="2123457"/>
            <a:ext cx="4572000" cy="3978225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12">
            <p14:nvContentPartPr>
              <p14:cNvPr id="41" name="Ink 40">
                <a:extLst>
                  <a:ext uri="{FF2B5EF4-FFF2-40B4-BE49-F238E27FC236}">
                    <a16:creationId xmlns:a16="http://schemas.microsoft.com/office/drawing/2014/main" id="{CE4B370B-D3B8-AFCE-C7A8-0E92C42B2E8B}"/>
                  </a:ext>
                </a:extLst>
              </p14:cNvPr>
              <p14:cNvContentPartPr/>
              <p14:nvPr/>
            </p14:nvContentPartPr>
            <p14:xfrm>
              <a:off x="1462593" y="3696693"/>
              <a:ext cx="5040" cy="18360"/>
            </p14:xfrm>
          </p:contentPart>
        </mc:Choice>
        <mc:Fallback xmlns="">
          <p:pic>
            <p:nvPicPr>
              <p:cNvPr id="41" name="Ink 40">
                <a:extLst>
                  <a:ext uri="{FF2B5EF4-FFF2-40B4-BE49-F238E27FC236}">
                    <a16:creationId xmlns:a16="http://schemas.microsoft.com/office/drawing/2014/main" id="{CE4B370B-D3B8-AFCE-C7A8-0E92C42B2E8B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1458273" y="3692373"/>
                <a:ext cx="13680" cy="27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">
            <p14:nvContentPartPr>
              <p14:cNvPr id="44" name="Ink 43">
                <a:extLst>
                  <a:ext uri="{FF2B5EF4-FFF2-40B4-BE49-F238E27FC236}">
                    <a16:creationId xmlns:a16="http://schemas.microsoft.com/office/drawing/2014/main" id="{D106ECEB-8F7D-66CE-6AA3-260569D0B8E9}"/>
                  </a:ext>
                </a:extLst>
              </p14:cNvPr>
              <p14:cNvContentPartPr/>
              <p14:nvPr/>
            </p14:nvContentPartPr>
            <p14:xfrm>
              <a:off x="1436313" y="3685533"/>
              <a:ext cx="1555200" cy="52560"/>
            </p14:xfrm>
          </p:contentPart>
        </mc:Choice>
        <mc:Fallback xmlns="">
          <p:pic>
            <p:nvPicPr>
              <p:cNvPr id="44" name="Ink 43">
                <a:extLst>
                  <a:ext uri="{FF2B5EF4-FFF2-40B4-BE49-F238E27FC236}">
                    <a16:creationId xmlns:a16="http://schemas.microsoft.com/office/drawing/2014/main" id="{D106ECEB-8F7D-66CE-6AA3-260569D0B8E9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1431993" y="3681213"/>
                <a:ext cx="1563840" cy="61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">
            <p14:nvContentPartPr>
              <p14:cNvPr id="45" name="Ink 44">
                <a:extLst>
                  <a:ext uri="{FF2B5EF4-FFF2-40B4-BE49-F238E27FC236}">
                    <a16:creationId xmlns:a16="http://schemas.microsoft.com/office/drawing/2014/main" id="{0B9FF517-1DBB-E47A-2C0D-CC28022ABD7F}"/>
                  </a:ext>
                </a:extLst>
              </p14:cNvPr>
              <p14:cNvContentPartPr/>
              <p14:nvPr/>
            </p14:nvContentPartPr>
            <p14:xfrm>
              <a:off x="1439553" y="3619293"/>
              <a:ext cx="1538280" cy="21960"/>
            </p14:xfrm>
          </p:contentPart>
        </mc:Choice>
        <mc:Fallback xmlns="">
          <p:pic>
            <p:nvPicPr>
              <p:cNvPr id="45" name="Ink 44">
                <a:extLst>
                  <a:ext uri="{FF2B5EF4-FFF2-40B4-BE49-F238E27FC236}">
                    <a16:creationId xmlns:a16="http://schemas.microsoft.com/office/drawing/2014/main" id="{0B9FF517-1DBB-E47A-2C0D-CC28022ABD7F}"/>
                  </a:ext>
                </a:extLst>
              </p:cNvPr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1435233" y="3614973"/>
                <a:ext cx="1546920" cy="30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">
            <p14:nvContentPartPr>
              <p14:cNvPr id="46" name="Ink 45">
                <a:extLst>
                  <a:ext uri="{FF2B5EF4-FFF2-40B4-BE49-F238E27FC236}">
                    <a16:creationId xmlns:a16="http://schemas.microsoft.com/office/drawing/2014/main" id="{40EFD263-BD15-24DE-F4F6-25D727656194}"/>
                  </a:ext>
                </a:extLst>
              </p14:cNvPr>
              <p14:cNvContentPartPr/>
              <p14:nvPr/>
            </p14:nvContentPartPr>
            <p14:xfrm>
              <a:off x="2969913" y="3615693"/>
              <a:ext cx="45360" cy="92520"/>
            </p14:xfrm>
          </p:contentPart>
        </mc:Choice>
        <mc:Fallback xmlns="">
          <p:pic>
            <p:nvPicPr>
              <p:cNvPr id="46" name="Ink 45">
                <a:extLst>
                  <a:ext uri="{FF2B5EF4-FFF2-40B4-BE49-F238E27FC236}">
                    <a16:creationId xmlns:a16="http://schemas.microsoft.com/office/drawing/2014/main" id="{40EFD263-BD15-24DE-F4F6-25D727656194}"/>
                  </a:ext>
                </a:extLst>
              </p:cNvPr>
              <p:cNvPicPr/>
              <p:nvPr/>
            </p:nvPicPr>
            <p:blipFill>
              <a:blip r:embed="rId19"/>
              <a:stretch>
                <a:fillRect/>
              </a:stretch>
            </p:blipFill>
            <p:spPr>
              <a:xfrm>
                <a:off x="2965593" y="3611373"/>
                <a:ext cx="54000" cy="101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">
            <p14:nvContentPartPr>
              <p14:cNvPr id="47" name="Ink 46">
                <a:extLst>
                  <a:ext uri="{FF2B5EF4-FFF2-40B4-BE49-F238E27FC236}">
                    <a16:creationId xmlns:a16="http://schemas.microsoft.com/office/drawing/2014/main" id="{5AA566C4-262E-FD4A-7466-BCC62C25D554}"/>
                  </a:ext>
                </a:extLst>
              </p14:cNvPr>
              <p14:cNvContentPartPr/>
              <p14:nvPr/>
            </p14:nvContentPartPr>
            <p14:xfrm>
              <a:off x="1426953" y="3633693"/>
              <a:ext cx="40680" cy="84240"/>
            </p14:xfrm>
          </p:contentPart>
        </mc:Choice>
        <mc:Fallback xmlns="">
          <p:pic>
            <p:nvPicPr>
              <p:cNvPr id="47" name="Ink 46">
                <a:extLst>
                  <a:ext uri="{FF2B5EF4-FFF2-40B4-BE49-F238E27FC236}">
                    <a16:creationId xmlns:a16="http://schemas.microsoft.com/office/drawing/2014/main" id="{5AA566C4-262E-FD4A-7466-BCC62C25D554}"/>
                  </a:ext>
                </a:extLst>
              </p:cNvPr>
              <p:cNvPicPr/>
              <p:nvPr/>
            </p:nvPicPr>
            <p:blipFill>
              <a:blip r:embed="rId21"/>
              <a:stretch>
                <a:fillRect/>
              </a:stretch>
            </p:blipFill>
            <p:spPr>
              <a:xfrm>
                <a:off x="1422633" y="3629373"/>
                <a:ext cx="49320" cy="92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2">
            <p14:nvContentPartPr>
              <p14:cNvPr id="53" name="Ink 52">
                <a:extLst>
                  <a:ext uri="{FF2B5EF4-FFF2-40B4-BE49-F238E27FC236}">
                    <a16:creationId xmlns:a16="http://schemas.microsoft.com/office/drawing/2014/main" id="{46000B7F-427A-4922-23E7-3A9730DAB469}"/>
                  </a:ext>
                </a:extLst>
              </p14:cNvPr>
              <p14:cNvContentPartPr/>
              <p14:nvPr/>
            </p14:nvContentPartPr>
            <p14:xfrm>
              <a:off x="6112813" y="4427493"/>
              <a:ext cx="360" cy="360"/>
            </p14:xfrm>
          </p:contentPart>
        </mc:Choice>
        <mc:Fallback xmlns="">
          <p:pic>
            <p:nvPicPr>
              <p:cNvPr id="53" name="Ink 52">
                <a:extLst>
                  <a:ext uri="{FF2B5EF4-FFF2-40B4-BE49-F238E27FC236}">
                    <a16:creationId xmlns:a16="http://schemas.microsoft.com/office/drawing/2014/main" id="{46000B7F-427A-4922-23E7-3A9730DAB469}"/>
                  </a:ext>
                </a:extLst>
              </p:cNvPr>
              <p:cNvPicPr/>
              <p:nvPr/>
            </p:nvPicPr>
            <p:blipFill>
              <a:blip r:embed="rId23"/>
              <a:stretch>
                <a:fillRect/>
              </a:stretch>
            </p:blipFill>
            <p:spPr>
              <a:xfrm>
                <a:off x="6108493" y="4423173"/>
                <a:ext cx="9000" cy="9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4">
            <p14:nvContentPartPr>
              <p14:cNvPr id="54" name="Ink 53">
                <a:extLst>
                  <a:ext uri="{FF2B5EF4-FFF2-40B4-BE49-F238E27FC236}">
                    <a16:creationId xmlns:a16="http://schemas.microsoft.com/office/drawing/2014/main" id="{E0F7A039-170A-7B0F-F0D8-7515AC877EED}"/>
                  </a:ext>
                </a:extLst>
              </p14:cNvPr>
              <p14:cNvContentPartPr/>
              <p14:nvPr/>
            </p14:nvContentPartPr>
            <p14:xfrm>
              <a:off x="6116053" y="4413093"/>
              <a:ext cx="16560" cy="740160"/>
            </p14:xfrm>
          </p:contentPart>
        </mc:Choice>
        <mc:Fallback xmlns="">
          <p:pic>
            <p:nvPicPr>
              <p:cNvPr id="54" name="Ink 53">
                <a:extLst>
                  <a:ext uri="{FF2B5EF4-FFF2-40B4-BE49-F238E27FC236}">
                    <a16:creationId xmlns:a16="http://schemas.microsoft.com/office/drawing/2014/main" id="{E0F7A039-170A-7B0F-F0D8-7515AC877EED}"/>
                  </a:ext>
                </a:extLst>
              </p:cNvPr>
              <p:cNvPicPr/>
              <p:nvPr/>
            </p:nvPicPr>
            <p:blipFill>
              <a:blip r:embed="rId25"/>
              <a:stretch>
                <a:fillRect/>
              </a:stretch>
            </p:blipFill>
            <p:spPr>
              <a:xfrm>
                <a:off x="6111733" y="4408773"/>
                <a:ext cx="25200" cy="748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6">
            <p14:nvContentPartPr>
              <p14:cNvPr id="55" name="Ink 54">
                <a:extLst>
                  <a:ext uri="{FF2B5EF4-FFF2-40B4-BE49-F238E27FC236}">
                    <a16:creationId xmlns:a16="http://schemas.microsoft.com/office/drawing/2014/main" id="{BEADB62A-A3F1-3F90-D795-10D5936B54D5}"/>
                  </a:ext>
                </a:extLst>
              </p14:cNvPr>
              <p14:cNvContentPartPr/>
              <p14:nvPr/>
            </p14:nvContentPartPr>
            <p14:xfrm>
              <a:off x="6328093" y="4433973"/>
              <a:ext cx="4680" cy="724320"/>
            </p14:xfrm>
          </p:contentPart>
        </mc:Choice>
        <mc:Fallback xmlns="">
          <p:pic>
            <p:nvPicPr>
              <p:cNvPr id="55" name="Ink 54">
                <a:extLst>
                  <a:ext uri="{FF2B5EF4-FFF2-40B4-BE49-F238E27FC236}">
                    <a16:creationId xmlns:a16="http://schemas.microsoft.com/office/drawing/2014/main" id="{BEADB62A-A3F1-3F90-D795-10D5936B54D5}"/>
                  </a:ext>
                </a:extLst>
              </p:cNvPr>
              <p:cNvPicPr/>
              <p:nvPr/>
            </p:nvPicPr>
            <p:blipFill>
              <a:blip r:embed="rId27"/>
              <a:stretch>
                <a:fillRect/>
              </a:stretch>
            </p:blipFill>
            <p:spPr>
              <a:xfrm>
                <a:off x="6323773" y="4429653"/>
                <a:ext cx="13320" cy="732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8">
            <p14:nvContentPartPr>
              <p14:cNvPr id="67" name="Ink 66">
                <a:extLst>
                  <a:ext uri="{FF2B5EF4-FFF2-40B4-BE49-F238E27FC236}">
                    <a16:creationId xmlns:a16="http://schemas.microsoft.com/office/drawing/2014/main" id="{2CFE33E7-C3BE-2E97-4B96-9B70E77DDDBD}"/>
                  </a:ext>
                </a:extLst>
              </p14:cNvPr>
              <p14:cNvContentPartPr/>
              <p14:nvPr/>
            </p14:nvContentPartPr>
            <p14:xfrm>
              <a:off x="5789173" y="4413093"/>
              <a:ext cx="19080" cy="740160"/>
            </p14:xfrm>
          </p:contentPart>
        </mc:Choice>
        <mc:Fallback xmlns="">
          <p:pic>
            <p:nvPicPr>
              <p:cNvPr id="67" name="Ink 66">
                <a:extLst>
                  <a:ext uri="{FF2B5EF4-FFF2-40B4-BE49-F238E27FC236}">
                    <a16:creationId xmlns:a16="http://schemas.microsoft.com/office/drawing/2014/main" id="{2CFE33E7-C3BE-2E97-4B96-9B70E77DDDBD}"/>
                  </a:ext>
                </a:extLst>
              </p:cNvPr>
              <p:cNvPicPr/>
              <p:nvPr/>
            </p:nvPicPr>
            <p:blipFill>
              <a:blip r:embed="rId29"/>
              <a:stretch>
                <a:fillRect/>
              </a:stretch>
            </p:blipFill>
            <p:spPr>
              <a:xfrm>
                <a:off x="5784853" y="4408413"/>
                <a:ext cx="27720" cy="748800"/>
              </a:xfrm>
              <a:prstGeom prst="rect">
                <a:avLst/>
              </a:prstGeom>
            </p:spPr>
          </p:pic>
        </mc:Fallback>
      </mc:AlternateContent>
      <p:grpSp>
        <p:nvGrpSpPr>
          <p:cNvPr id="95" name="Group 94">
            <a:extLst>
              <a:ext uri="{FF2B5EF4-FFF2-40B4-BE49-F238E27FC236}">
                <a16:creationId xmlns:a16="http://schemas.microsoft.com/office/drawing/2014/main" id="{A76531B2-EACD-8262-9ADB-4E9485D8264C}"/>
              </a:ext>
            </a:extLst>
          </p:cNvPr>
          <p:cNvGrpSpPr/>
          <p:nvPr/>
        </p:nvGrpSpPr>
        <p:grpSpPr>
          <a:xfrm>
            <a:off x="2990173" y="3371613"/>
            <a:ext cx="3372120" cy="1859760"/>
            <a:chOff x="2990173" y="3371613"/>
            <a:chExt cx="3372120" cy="18597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0">
              <p14:nvContentPartPr>
                <p14:cNvPr id="56" name="Ink 55">
                  <a:extLst>
                    <a:ext uri="{FF2B5EF4-FFF2-40B4-BE49-F238E27FC236}">
                      <a16:creationId xmlns:a16="http://schemas.microsoft.com/office/drawing/2014/main" id="{9EB7A4E0-5AF0-ABA8-87DE-0EDB3CD2FA62}"/>
                    </a:ext>
                  </a:extLst>
                </p14:cNvPr>
                <p14:cNvContentPartPr/>
                <p14:nvPr/>
              </p14:nvContentPartPr>
              <p14:xfrm>
                <a:off x="6125773" y="4349373"/>
                <a:ext cx="208440" cy="126360"/>
              </p14:xfrm>
            </p:contentPart>
          </mc:Choice>
          <mc:Fallback xmlns="">
            <p:pic>
              <p:nvPicPr>
                <p:cNvPr id="56" name="Ink 55">
                  <a:extLst>
                    <a:ext uri="{FF2B5EF4-FFF2-40B4-BE49-F238E27FC236}">
                      <a16:creationId xmlns:a16="http://schemas.microsoft.com/office/drawing/2014/main" id="{9EB7A4E0-5AF0-ABA8-87DE-0EDB3CD2FA62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6121453" y="4345053"/>
                  <a:ext cx="217080" cy="135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">
              <p14:nvContentPartPr>
                <p14:cNvPr id="61" name="Ink 60">
                  <a:extLst>
                    <a:ext uri="{FF2B5EF4-FFF2-40B4-BE49-F238E27FC236}">
                      <a16:creationId xmlns:a16="http://schemas.microsoft.com/office/drawing/2014/main" id="{A1B8BCDF-B0EB-6014-0AD0-C72F49D6082F}"/>
                    </a:ext>
                  </a:extLst>
                </p14:cNvPr>
                <p14:cNvContentPartPr/>
                <p14:nvPr/>
              </p14:nvContentPartPr>
              <p14:xfrm>
                <a:off x="3048493" y="3834213"/>
                <a:ext cx="360" cy="360"/>
              </p14:xfrm>
            </p:contentPart>
          </mc:Choice>
          <mc:Fallback xmlns="">
            <p:pic>
              <p:nvPicPr>
                <p:cNvPr id="61" name="Ink 60">
                  <a:extLst>
                    <a:ext uri="{FF2B5EF4-FFF2-40B4-BE49-F238E27FC236}">
                      <a16:creationId xmlns:a16="http://schemas.microsoft.com/office/drawing/2014/main" id="{A1B8BCDF-B0EB-6014-0AD0-C72F49D6082F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3044173" y="3829893"/>
                  <a:ext cx="9000" cy="9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">
              <p14:nvContentPartPr>
                <p14:cNvPr id="62" name="Ink 61">
                  <a:extLst>
                    <a:ext uri="{FF2B5EF4-FFF2-40B4-BE49-F238E27FC236}">
                      <a16:creationId xmlns:a16="http://schemas.microsoft.com/office/drawing/2014/main" id="{4B0DCDF4-5181-C08B-1D80-09D926A434A8}"/>
                    </a:ext>
                  </a:extLst>
                </p14:cNvPr>
                <p14:cNvContentPartPr/>
                <p14:nvPr/>
              </p14:nvContentPartPr>
              <p14:xfrm>
                <a:off x="3034813" y="3801093"/>
                <a:ext cx="3088800" cy="1037880"/>
              </p14:xfrm>
            </p:contentPart>
          </mc:Choice>
          <mc:Fallback xmlns="">
            <p:pic>
              <p:nvPicPr>
                <p:cNvPr id="62" name="Ink 61">
                  <a:extLst>
                    <a:ext uri="{FF2B5EF4-FFF2-40B4-BE49-F238E27FC236}">
                      <a16:creationId xmlns:a16="http://schemas.microsoft.com/office/drawing/2014/main" id="{4B0DCDF4-5181-C08B-1D80-09D926A434A8}"/>
                    </a:ext>
                  </a:extLst>
                </p:cNvPr>
                <p:cNvPicPr/>
                <p:nvPr/>
              </p:nvPicPr>
              <p:blipFill>
                <a:blip r:embed="rId34"/>
                <a:stretch>
                  <a:fillRect/>
                </a:stretch>
              </p:blipFill>
              <p:spPr>
                <a:xfrm>
                  <a:off x="3030493" y="3796773"/>
                  <a:ext cx="3097440" cy="1046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">
              <p14:nvContentPartPr>
                <p14:cNvPr id="64" name="Ink 63">
                  <a:extLst>
                    <a:ext uri="{FF2B5EF4-FFF2-40B4-BE49-F238E27FC236}">
                      <a16:creationId xmlns:a16="http://schemas.microsoft.com/office/drawing/2014/main" id="{4BCB2B37-0EC4-FC70-D65E-5760AFC744E5}"/>
                    </a:ext>
                  </a:extLst>
                </p14:cNvPr>
                <p14:cNvContentPartPr/>
                <p14:nvPr/>
              </p14:nvContentPartPr>
              <p14:xfrm>
                <a:off x="6060973" y="4796853"/>
                <a:ext cx="70920" cy="55440"/>
              </p14:xfrm>
            </p:contentPart>
          </mc:Choice>
          <mc:Fallback xmlns="">
            <p:pic>
              <p:nvPicPr>
                <p:cNvPr id="64" name="Ink 63">
                  <a:extLst>
                    <a:ext uri="{FF2B5EF4-FFF2-40B4-BE49-F238E27FC236}">
                      <a16:creationId xmlns:a16="http://schemas.microsoft.com/office/drawing/2014/main" id="{4BCB2B37-0EC4-FC70-D65E-5760AFC744E5}"/>
                    </a:ext>
                  </a:extLst>
                </p:cNvPr>
                <p:cNvPicPr/>
                <p:nvPr/>
              </p:nvPicPr>
              <p:blipFill>
                <a:blip r:embed="rId36"/>
                <a:stretch>
                  <a:fillRect/>
                </a:stretch>
              </p:blipFill>
              <p:spPr>
                <a:xfrm>
                  <a:off x="6056653" y="4792533"/>
                  <a:ext cx="79560" cy="64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7">
              <p14:nvContentPartPr>
                <p14:cNvPr id="68" name="Ink 67">
                  <a:extLst>
                    <a:ext uri="{FF2B5EF4-FFF2-40B4-BE49-F238E27FC236}">
                      <a16:creationId xmlns:a16="http://schemas.microsoft.com/office/drawing/2014/main" id="{C1AC1DB5-7924-12DE-F7AC-69EB5C175233}"/>
                    </a:ext>
                  </a:extLst>
                </p14:cNvPr>
                <p14:cNvContentPartPr/>
                <p14:nvPr/>
              </p14:nvContentPartPr>
              <p14:xfrm>
                <a:off x="6003733" y="4399413"/>
                <a:ext cx="13320" cy="737280"/>
              </p14:xfrm>
            </p:contentPart>
          </mc:Choice>
          <mc:Fallback xmlns="">
            <p:pic>
              <p:nvPicPr>
                <p:cNvPr id="68" name="Ink 67">
                  <a:extLst>
                    <a:ext uri="{FF2B5EF4-FFF2-40B4-BE49-F238E27FC236}">
                      <a16:creationId xmlns:a16="http://schemas.microsoft.com/office/drawing/2014/main" id="{C1AC1DB5-7924-12DE-F7AC-69EB5C175233}"/>
                    </a:ext>
                  </a:extLst>
                </p:cNvPr>
                <p:cNvPicPr/>
                <p:nvPr/>
              </p:nvPicPr>
              <p:blipFill>
                <a:blip r:embed="rId38"/>
                <a:stretch>
                  <a:fillRect/>
                </a:stretch>
              </p:blipFill>
              <p:spPr>
                <a:xfrm>
                  <a:off x="5999413" y="4395093"/>
                  <a:ext cx="21960" cy="745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9">
              <p14:nvContentPartPr>
                <p14:cNvPr id="70" name="Ink 69">
                  <a:extLst>
                    <a:ext uri="{FF2B5EF4-FFF2-40B4-BE49-F238E27FC236}">
                      <a16:creationId xmlns:a16="http://schemas.microsoft.com/office/drawing/2014/main" id="{267C7E10-38C6-20A4-733C-A4F5CF0DEDF6}"/>
                    </a:ext>
                  </a:extLst>
                </p14:cNvPr>
                <p14:cNvContentPartPr/>
                <p14:nvPr/>
              </p14:nvContentPartPr>
              <p14:xfrm>
                <a:off x="5793133" y="4372773"/>
                <a:ext cx="218160" cy="68760"/>
              </p14:xfrm>
            </p:contentPart>
          </mc:Choice>
          <mc:Fallback xmlns="">
            <p:pic>
              <p:nvPicPr>
                <p:cNvPr id="70" name="Ink 69">
                  <a:extLst>
                    <a:ext uri="{FF2B5EF4-FFF2-40B4-BE49-F238E27FC236}">
                      <a16:creationId xmlns:a16="http://schemas.microsoft.com/office/drawing/2014/main" id="{267C7E10-38C6-20A4-733C-A4F5CF0DEDF6}"/>
                    </a:ext>
                  </a:extLst>
                </p:cNvPr>
                <p:cNvPicPr/>
                <p:nvPr/>
              </p:nvPicPr>
              <p:blipFill>
                <a:blip r:embed="rId40"/>
                <a:stretch>
                  <a:fillRect/>
                </a:stretch>
              </p:blipFill>
              <p:spPr>
                <a:xfrm>
                  <a:off x="5788813" y="4368453"/>
                  <a:ext cx="226800" cy="77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1">
              <p14:nvContentPartPr>
                <p14:cNvPr id="57" name="Ink 56">
                  <a:extLst>
                    <a:ext uri="{FF2B5EF4-FFF2-40B4-BE49-F238E27FC236}">
                      <a16:creationId xmlns:a16="http://schemas.microsoft.com/office/drawing/2014/main" id="{2FDC86EC-DC27-2477-1855-4C8E9FEDC0A7}"/>
                    </a:ext>
                  </a:extLst>
                </p14:cNvPr>
                <p14:cNvContentPartPr/>
                <p14:nvPr/>
              </p14:nvContentPartPr>
              <p14:xfrm>
                <a:off x="6159613" y="5142093"/>
                <a:ext cx="1080" cy="10800"/>
              </p14:xfrm>
            </p:contentPart>
          </mc:Choice>
          <mc:Fallback xmlns="">
            <p:pic>
              <p:nvPicPr>
                <p:cNvPr id="57" name="Ink 56">
                  <a:extLst>
                    <a:ext uri="{FF2B5EF4-FFF2-40B4-BE49-F238E27FC236}">
                      <a16:creationId xmlns:a16="http://schemas.microsoft.com/office/drawing/2014/main" id="{2FDC86EC-DC27-2477-1855-4C8E9FEDC0A7}"/>
                    </a:ext>
                  </a:extLst>
                </p:cNvPr>
                <p:cNvPicPr/>
                <p:nvPr/>
              </p:nvPicPr>
              <p:blipFill>
                <a:blip r:embed="rId42"/>
                <a:stretch>
                  <a:fillRect/>
                </a:stretch>
              </p:blipFill>
              <p:spPr>
                <a:xfrm>
                  <a:off x="6155293" y="5137773"/>
                  <a:ext cx="9720" cy="19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3">
              <p14:nvContentPartPr>
                <p14:cNvPr id="58" name="Ink 57">
                  <a:extLst>
                    <a:ext uri="{FF2B5EF4-FFF2-40B4-BE49-F238E27FC236}">
                      <a16:creationId xmlns:a16="http://schemas.microsoft.com/office/drawing/2014/main" id="{2D031C0E-4227-2B83-8E75-F3ECA171C84B}"/>
                    </a:ext>
                  </a:extLst>
                </p14:cNvPr>
                <p14:cNvContentPartPr/>
                <p14:nvPr/>
              </p14:nvContentPartPr>
              <p14:xfrm>
                <a:off x="6159613" y="5152533"/>
                <a:ext cx="360" cy="360"/>
              </p14:xfrm>
            </p:contentPart>
          </mc:Choice>
          <mc:Fallback xmlns="">
            <p:pic>
              <p:nvPicPr>
                <p:cNvPr id="58" name="Ink 57">
                  <a:extLst>
                    <a:ext uri="{FF2B5EF4-FFF2-40B4-BE49-F238E27FC236}">
                      <a16:creationId xmlns:a16="http://schemas.microsoft.com/office/drawing/2014/main" id="{2D031C0E-4227-2B83-8E75-F3ECA171C84B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6155293" y="5148213"/>
                  <a:ext cx="9000" cy="9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">
              <p14:nvContentPartPr>
                <p14:cNvPr id="59" name="Ink 58">
                  <a:extLst>
                    <a:ext uri="{FF2B5EF4-FFF2-40B4-BE49-F238E27FC236}">
                      <a16:creationId xmlns:a16="http://schemas.microsoft.com/office/drawing/2014/main" id="{57D31F86-EB7B-5C59-2EC4-3A4C796935B2}"/>
                    </a:ext>
                  </a:extLst>
                </p14:cNvPr>
                <p14:cNvContentPartPr/>
                <p14:nvPr/>
              </p14:nvContentPartPr>
              <p14:xfrm>
                <a:off x="6139453" y="5147133"/>
                <a:ext cx="188280" cy="84240"/>
              </p14:xfrm>
            </p:contentPart>
          </mc:Choice>
          <mc:Fallback xmlns="">
            <p:pic>
              <p:nvPicPr>
                <p:cNvPr id="59" name="Ink 58">
                  <a:extLst>
                    <a:ext uri="{FF2B5EF4-FFF2-40B4-BE49-F238E27FC236}">
                      <a16:creationId xmlns:a16="http://schemas.microsoft.com/office/drawing/2014/main" id="{57D31F86-EB7B-5C59-2EC4-3A4C796935B2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6135133" y="5142813"/>
                  <a:ext cx="196920" cy="92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">
              <p14:nvContentPartPr>
                <p14:cNvPr id="71" name="Ink 70">
                  <a:extLst>
                    <a:ext uri="{FF2B5EF4-FFF2-40B4-BE49-F238E27FC236}">
                      <a16:creationId xmlns:a16="http://schemas.microsoft.com/office/drawing/2014/main" id="{5B4636EF-DBB9-9277-DF8B-F19800A7A73C}"/>
                    </a:ext>
                  </a:extLst>
                </p14:cNvPr>
                <p14:cNvContentPartPr/>
                <p14:nvPr/>
              </p14:nvContentPartPr>
              <p14:xfrm>
                <a:off x="5810773" y="5127693"/>
                <a:ext cx="216360" cy="66240"/>
              </p14:xfrm>
            </p:contentPart>
          </mc:Choice>
          <mc:Fallback xmlns="">
            <p:pic>
              <p:nvPicPr>
                <p:cNvPr id="71" name="Ink 70">
                  <a:extLst>
                    <a:ext uri="{FF2B5EF4-FFF2-40B4-BE49-F238E27FC236}">
                      <a16:creationId xmlns:a16="http://schemas.microsoft.com/office/drawing/2014/main" id="{5B4636EF-DBB9-9277-DF8B-F19800A7A73C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5806453" y="5123373"/>
                  <a:ext cx="225000" cy="74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8">
              <p14:nvContentPartPr>
                <p14:cNvPr id="74" name="Ink 73">
                  <a:extLst>
                    <a:ext uri="{FF2B5EF4-FFF2-40B4-BE49-F238E27FC236}">
                      <a16:creationId xmlns:a16="http://schemas.microsoft.com/office/drawing/2014/main" id="{D98FE0E9-885C-C9FC-AAF7-FB8E92AEFC63}"/>
                    </a:ext>
                  </a:extLst>
                </p14:cNvPr>
                <p14:cNvContentPartPr/>
                <p14:nvPr/>
              </p14:nvContentPartPr>
              <p14:xfrm>
                <a:off x="2990173" y="3652773"/>
                <a:ext cx="2802240" cy="820080"/>
              </p14:xfrm>
            </p:contentPart>
          </mc:Choice>
          <mc:Fallback xmlns="">
            <p:pic>
              <p:nvPicPr>
                <p:cNvPr id="74" name="Ink 73">
                  <a:extLst>
                    <a:ext uri="{FF2B5EF4-FFF2-40B4-BE49-F238E27FC236}">
                      <a16:creationId xmlns:a16="http://schemas.microsoft.com/office/drawing/2014/main" id="{D98FE0E9-885C-C9FC-AAF7-FB8E92AEFC63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2985853" y="3648453"/>
                  <a:ext cx="2810880" cy="828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0">
              <p14:nvContentPartPr>
                <p14:cNvPr id="76" name="Ink 75">
                  <a:extLst>
                    <a:ext uri="{FF2B5EF4-FFF2-40B4-BE49-F238E27FC236}">
                      <a16:creationId xmlns:a16="http://schemas.microsoft.com/office/drawing/2014/main" id="{BD6242BD-2378-74DE-3201-46071B8302B5}"/>
                    </a:ext>
                  </a:extLst>
                </p14:cNvPr>
                <p14:cNvContentPartPr/>
                <p14:nvPr/>
              </p14:nvContentPartPr>
              <p14:xfrm>
                <a:off x="5716813" y="4428213"/>
                <a:ext cx="87120" cy="66600"/>
              </p14:xfrm>
            </p:contentPart>
          </mc:Choice>
          <mc:Fallback xmlns="">
            <p:pic>
              <p:nvPicPr>
                <p:cNvPr id="76" name="Ink 75">
                  <a:extLst>
                    <a:ext uri="{FF2B5EF4-FFF2-40B4-BE49-F238E27FC236}">
                      <a16:creationId xmlns:a16="http://schemas.microsoft.com/office/drawing/2014/main" id="{BD6242BD-2378-74DE-3201-46071B8302B5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5712493" y="4423893"/>
                  <a:ext cx="95760" cy="75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2">
              <p14:nvContentPartPr>
                <p14:cNvPr id="79" name="Ink 78">
                  <a:extLst>
                    <a:ext uri="{FF2B5EF4-FFF2-40B4-BE49-F238E27FC236}">
                      <a16:creationId xmlns:a16="http://schemas.microsoft.com/office/drawing/2014/main" id="{619A437B-BB5A-2146-BBFF-E188BBBEECE3}"/>
                    </a:ext>
                  </a:extLst>
                </p14:cNvPr>
                <p14:cNvContentPartPr/>
                <p14:nvPr/>
              </p14:nvContentPartPr>
              <p14:xfrm>
                <a:off x="5704213" y="3467733"/>
                <a:ext cx="9000" cy="500400"/>
              </p14:xfrm>
            </p:contentPart>
          </mc:Choice>
          <mc:Fallback xmlns="">
            <p:pic>
              <p:nvPicPr>
                <p:cNvPr id="79" name="Ink 78">
                  <a:extLst>
                    <a:ext uri="{FF2B5EF4-FFF2-40B4-BE49-F238E27FC236}">
                      <a16:creationId xmlns:a16="http://schemas.microsoft.com/office/drawing/2014/main" id="{619A437B-BB5A-2146-BBFF-E188BBBEECE3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5699893" y="3463413"/>
                  <a:ext cx="17640" cy="509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4">
              <p14:nvContentPartPr>
                <p14:cNvPr id="81" name="Ink 80">
                  <a:extLst>
                    <a:ext uri="{FF2B5EF4-FFF2-40B4-BE49-F238E27FC236}">
                      <a16:creationId xmlns:a16="http://schemas.microsoft.com/office/drawing/2014/main" id="{FA88111F-5F61-8F38-2B6F-B2435E0E3F19}"/>
                    </a:ext>
                  </a:extLst>
                </p14:cNvPr>
                <p14:cNvContentPartPr/>
                <p14:nvPr/>
              </p14:nvContentPartPr>
              <p14:xfrm>
                <a:off x="5996173" y="3455853"/>
                <a:ext cx="11520" cy="493200"/>
              </p14:xfrm>
            </p:contentPart>
          </mc:Choice>
          <mc:Fallback xmlns="">
            <p:pic>
              <p:nvPicPr>
                <p:cNvPr id="81" name="Ink 80">
                  <a:extLst>
                    <a:ext uri="{FF2B5EF4-FFF2-40B4-BE49-F238E27FC236}">
                      <a16:creationId xmlns:a16="http://schemas.microsoft.com/office/drawing/2014/main" id="{FA88111F-5F61-8F38-2B6F-B2435E0E3F19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5991853" y="3451533"/>
                  <a:ext cx="20160" cy="501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6">
              <p14:nvContentPartPr>
                <p14:cNvPr id="83" name="Ink 82">
                  <a:extLst>
                    <a:ext uri="{FF2B5EF4-FFF2-40B4-BE49-F238E27FC236}">
                      <a16:creationId xmlns:a16="http://schemas.microsoft.com/office/drawing/2014/main" id="{929B3BAE-4BBB-30B2-3341-D24DE4999B29}"/>
                    </a:ext>
                  </a:extLst>
                </p14:cNvPr>
                <p14:cNvContentPartPr/>
                <p14:nvPr/>
              </p14:nvContentPartPr>
              <p14:xfrm>
                <a:off x="5717533" y="3371613"/>
                <a:ext cx="287280" cy="137520"/>
              </p14:xfrm>
            </p:contentPart>
          </mc:Choice>
          <mc:Fallback xmlns="">
            <p:pic>
              <p:nvPicPr>
                <p:cNvPr id="83" name="Ink 82">
                  <a:extLst>
                    <a:ext uri="{FF2B5EF4-FFF2-40B4-BE49-F238E27FC236}">
                      <a16:creationId xmlns:a16="http://schemas.microsoft.com/office/drawing/2014/main" id="{929B3BAE-4BBB-30B2-3341-D24DE4999B29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5713213" y="3367293"/>
                  <a:ext cx="295920" cy="146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8">
              <p14:nvContentPartPr>
                <p14:cNvPr id="84" name="Ink 83">
                  <a:extLst>
                    <a:ext uri="{FF2B5EF4-FFF2-40B4-BE49-F238E27FC236}">
                      <a16:creationId xmlns:a16="http://schemas.microsoft.com/office/drawing/2014/main" id="{1B0BCCE6-BA59-6CE7-62FA-E5421D1C875B}"/>
                    </a:ext>
                  </a:extLst>
                </p14:cNvPr>
                <p14:cNvContentPartPr/>
                <p14:nvPr/>
              </p14:nvContentPartPr>
              <p14:xfrm>
                <a:off x="5730493" y="3914853"/>
                <a:ext cx="258120" cy="145440"/>
              </p14:xfrm>
            </p:contentPart>
          </mc:Choice>
          <mc:Fallback xmlns="">
            <p:pic>
              <p:nvPicPr>
                <p:cNvPr id="84" name="Ink 83">
                  <a:extLst>
                    <a:ext uri="{FF2B5EF4-FFF2-40B4-BE49-F238E27FC236}">
                      <a16:creationId xmlns:a16="http://schemas.microsoft.com/office/drawing/2014/main" id="{1B0BCCE6-BA59-6CE7-62FA-E5421D1C875B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5726173" y="3910533"/>
                  <a:ext cx="266760" cy="154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0">
              <p14:nvContentPartPr>
                <p14:cNvPr id="86" name="Ink 85">
                  <a:extLst>
                    <a:ext uri="{FF2B5EF4-FFF2-40B4-BE49-F238E27FC236}">
                      <a16:creationId xmlns:a16="http://schemas.microsoft.com/office/drawing/2014/main" id="{2A5F5F67-3333-2E9B-9E1C-60B2DDC936DF}"/>
                    </a:ext>
                  </a:extLst>
                </p14:cNvPr>
                <p14:cNvContentPartPr/>
                <p14:nvPr/>
              </p14:nvContentPartPr>
              <p14:xfrm>
                <a:off x="6099133" y="4239573"/>
                <a:ext cx="263160" cy="154080"/>
              </p14:xfrm>
            </p:contentPart>
          </mc:Choice>
          <mc:Fallback xmlns="">
            <p:pic>
              <p:nvPicPr>
                <p:cNvPr id="86" name="Ink 85">
                  <a:extLst>
                    <a:ext uri="{FF2B5EF4-FFF2-40B4-BE49-F238E27FC236}">
                      <a16:creationId xmlns:a16="http://schemas.microsoft.com/office/drawing/2014/main" id="{2A5F5F67-3333-2E9B-9E1C-60B2DDC936DF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6094813" y="4235253"/>
                  <a:ext cx="271800" cy="162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2">
              <p14:nvContentPartPr>
                <p14:cNvPr id="88" name="Ink 87">
                  <a:extLst>
                    <a:ext uri="{FF2B5EF4-FFF2-40B4-BE49-F238E27FC236}">
                      <a16:creationId xmlns:a16="http://schemas.microsoft.com/office/drawing/2014/main" id="{714AAF63-9188-0C15-263D-9160CE7E654C}"/>
                    </a:ext>
                  </a:extLst>
                </p14:cNvPr>
                <p14:cNvContentPartPr/>
                <p14:nvPr/>
              </p14:nvContentPartPr>
              <p14:xfrm>
                <a:off x="6047293" y="3782733"/>
                <a:ext cx="360" cy="360"/>
              </p14:xfrm>
            </p:contentPart>
          </mc:Choice>
          <mc:Fallback xmlns="">
            <p:pic>
              <p:nvPicPr>
                <p:cNvPr id="88" name="Ink 87">
                  <a:extLst>
                    <a:ext uri="{FF2B5EF4-FFF2-40B4-BE49-F238E27FC236}">
                      <a16:creationId xmlns:a16="http://schemas.microsoft.com/office/drawing/2014/main" id="{714AAF63-9188-0C15-263D-9160CE7E654C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6042973" y="3778413"/>
                  <a:ext cx="9000" cy="9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3">
              <p14:nvContentPartPr>
                <p14:cNvPr id="89" name="Ink 88">
                  <a:extLst>
                    <a:ext uri="{FF2B5EF4-FFF2-40B4-BE49-F238E27FC236}">
                      <a16:creationId xmlns:a16="http://schemas.microsoft.com/office/drawing/2014/main" id="{48FC37A4-195D-BBF8-90D1-CA963712EF4C}"/>
                    </a:ext>
                  </a:extLst>
                </p14:cNvPr>
                <p14:cNvContentPartPr/>
                <p14:nvPr/>
              </p14:nvContentPartPr>
              <p14:xfrm>
                <a:off x="6047293" y="3782733"/>
                <a:ext cx="360" cy="360"/>
              </p14:xfrm>
            </p:contentPart>
          </mc:Choice>
          <mc:Fallback xmlns="">
            <p:pic>
              <p:nvPicPr>
                <p:cNvPr id="89" name="Ink 88">
                  <a:extLst>
                    <a:ext uri="{FF2B5EF4-FFF2-40B4-BE49-F238E27FC236}">
                      <a16:creationId xmlns:a16="http://schemas.microsoft.com/office/drawing/2014/main" id="{48FC37A4-195D-BBF8-90D1-CA963712EF4C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6042973" y="3778413"/>
                  <a:ext cx="9000" cy="9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4">
              <p14:nvContentPartPr>
                <p14:cNvPr id="90" name="Ink 89">
                  <a:extLst>
                    <a:ext uri="{FF2B5EF4-FFF2-40B4-BE49-F238E27FC236}">
                      <a16:creationId xmlns:a16="http://schemas.microsoft.com/office/drawing/2014/main" id="{8BFB14E2-36F1-9D62-264D-98781DAB908F}"/>
                    </a:ext>
                  </a:extLst>
                </p14:cNvPr>
                <p14:cNvContentPartPr/>
                <p14:nvPr/>
              </p14:nvContentPartPr>
              <p14:xfrm>
                <a:off x="6017053" y="3739173"/>
                <a:ext cx="195480" cy="484200"/>
              </p14:xfrm>
            </p:contentPart>
          </mc:Choice>
          <mc:Fallback xmlns="">
            <p:pic>
              <p:nvPicPr>
                <p:cNvPr id="90" name="Ink 89">
                  <a:extLst>
                    <a:ext uri="{FF2B5EF4-FFF2-40B4-BE49-F238E27FC236}">
                      <a16:creationId xmlns:a16="http://schemas.microsoft.com/office/drawing/2014/main" id="{8BFB14E2-36F1-9D62-264D-98781DAB908F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6012733" y="3734853"/>
                  <a:ext cx="204120" cy="492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6">
              <p14:nvContentPartPr>
                <p14:cNvPr id="92" name="Ink 91">
                  <a:extLst>
                    <a:ext uri="{FF2B5EF4-FFF2-40B4-BE49-F238E27FC236}">
                      <a16:creationId xmlns:a16="http://schemas.microsoft.com/office/drawing/2014/main" id="{CD998ED6-867E-983E-B900-A4195A14E207}"/>
                    </a:ext>
                  </a:extLst>
                </p14:cNvPr>
                <p14:cNvContentPartPr/>
                <p14:nvPr/>
              </p14:nvContentPartPr>
              <p14:xfrm>
                <a:off x="6168973" y="4198173"/>
                <a:ext cx="72720" cy="55080"/>
              </p14:xfrm>
            </p:contentPart>
          </mc:Choice>
          <mc:Fallback xmlns="">
            <p:pic>
              <p:nvPicPr>
                <p:cNvPr id="92" name="Ink 91">
                  <a:extLst>
                    <a:ext uri="{FF2B5EF4-FFF2-40B4-BE49-F238E27FC236}">
                      <a16:creationId xmlns:a16="http://schemas.microsoft.com/office/drawing/2014/main" id="{CD998ED6-867E-983E-B900-A4195A14E207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6164653" y="4193853"/>
                  <a:ext cx="81360" cy="63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8">
              <p14:nvContentPartPr>
                <p14:cNvPr id="94" name="Ink 93">
                  <a:extLst>
                    <a:ext uri="{FF2B5EF4-FFF2-40B4-BE49-F238E27FC236}">
                      <a16:creationId xmlns:a16="http://schemas.microsoft.com/office/drawing/2014/main" id="{A2EFCD98-E2B6-E9AD-D8CC-177EC6C8A89B}"/>
                    </a:ext>
                  </a:extLst>
                </p14:cNvPr>
                <p14:cNvContentPartPr/>
                <p14:nvPr/>
              </p14:nvContentPartPr>
              <p14:xfrm>
                <a:off x="6120013" y="3815133"/>
                <a:ext cx="228960" cy="99000"/>
              </p14:xfrm>
            </p:contentPart>
          </mc:Choice>
          <mc:Fallback xmlns="">
            <p:pic>
              <p:nvPicPr>
                <p:cNvPr id="94" name="Ink 93">
                  <a:extLst>
                    <a:ext uri="{FF2B5EF4-FFF2-40B4-BE49-F238E27FC236}">
                      <a16:creationId xmlns:a16="http://schemas.microsoft.com/office/drawing/2014/main" id="{A2EFCD98-E2B6-E9AD-D8CC-177EC6C8A89B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6115693" y="3810813"/>
                  <a:ext cx="237600" cy="1076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70">
            <p14:nvContentPartPr>
              <p14:cNvPr id="102" name="Ink 101">
                <a:extLst>
                  <a:ext uri="{FF2B5EF4-FFF2-40B4-BE49-F238E27FC236}">
                    <a16:creationId xmlns:a16="http://schemas.microsoft.com/office/drawing/2014/main" id="{1CE8EA24-93AF-9F94-64EB-9A3246710BDF}"/>
                  </a:ext>
                </a:extLst>
              </p14:cNvPr>
              <p14:cNvContentPartPr/>
              <p14:nvPr/>
            </p14:nvContentPartPr>
            <p14:xfrm>
              <a:off x="3253433" y="3826653"/>
              <a:ext cx="796320" cy="17280"/>
            </p14:xfrm>
          </p:contentPart>
        </mc:Choice>
        <mc:Fallback xmlns="">
          <p:pic>
            <p:nvPicPr>
              <p:cNvPr id="102" name="Ink 101">
                <a:extLst>
                  <a:ext uri="{FF2B5EF4-FFF2-40B4-BE49-F238E27FC236}">
                    <a16:creationId xmlns:a16="http://schemas.microsoft.com/office/drawing/2014/main" id="{1CE8EA24-93AF-9F94-64EB-9A3246710BDF}"/>
                  </a:ext>
                </a:extLst>
              </p:cNvPr>
              <p:cNvPicPr/>
              <p:nvPr/>
            </p:nvPicPr>
            <p:blipFill>
              <a:blip r:embed="rId71"/>
              <a:stretch>
                <a:fillRect/>
              </a:stretch>
            </p:blipFill>
            <p:spPr>
              <a:xfrm>
                <a:off x="3249113" y="3822333"/>
                <a:ext cx="804960" cy="25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2">
            <p14:nvContentPartPr>
              <p14:cNvPr id="104" name="Ink 103">
                <a:extLst>
                  <a:ext uri="{FF2B5EF4-FFF2-40B4-BE49-F238E27FC236}">
                    <a16:creationId xmlns:a16="http://schemas.microsoft.com/office/drawing/2014/main" id="{00E5AF1F-AD15-C205-26A8-64F1F9413EA3}"/>
                  </a:ext>
                </a:extLst>
              </p14:cNvPr>
              <p14:cNvContentPartPr/>
              <p14:nvPr/>
            </p14:nvContentPartPr>
            <p14:xfrm>
              <a:off x="3253433" y="3749973"/>
              <a:ext cx="786600" cy="14400"/>
            </p14:xfrm>
          </p:contentPart>
        </mc:Choice>
        <mc:Fallback xmlns="">
          <p:pic>
            <p:nvPicPr>
              <p:cNvPr id="104" name="Ink 103">
                <a:extLst>
                  <a:ext uri="{FF2B5EF4-FFF2-40B4-BE49-F238E27FC236}">
                    <a16:creationId xmlns:a16="http://schemas.microsoft.com/office/drawing/2014/main" id="{00E5AF1F-AD15-C205-26A8-64F1F9413EA3}"/>
                  </a:ext>
                </a:extLst>
              </p:cNvPr>
              <p:cNvPicPr/>
              <p:nvPr/>
            </p:nvPicPr>
            <p:blipFill>
              <a:blip r:embed="rId73"/>
              <a:stretch>
                <a:fillRect/>
              </a:stretch>
            </p:blipFill>
            <p:spPr>
              <a:xfrm>
                <a:off x="3249113" y="3745653"/>
                <a:ext cx="795240" cy="23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4">
            <p14:nvContentPartPr>
              <p14:cNvPr id="115" name="Ink 114">
                <a:extLst>
                  <a:ext uri="{FF2B5EF4-FFF2-40B4-BE49-F238E27FC236}">
                    <a16:creationId xmlns:a16="http://schemas.microsoft.com/office/drawing/2014/main" id="{0742774A-99D0-513F-17E8-E1FC8706B8E5}"/>
                  </a:ext>
                </a:extLst>
              </p14:cNvPr>
              <p14:cNvContentPartPr/>
              <p14:nvPr/>
            </p14:nvContentPartPr>
            <p14:xfrm>
              <a:off x="4124633" y="3850653"/>
              <a:ext cx="360" cy="360"/>
            </p14:xfrm>
          </p:contentPart>
        </mc:Choice>
        <mc:Fallback xmlns="">
          <p:pic>
            <p:nvPicPr>
              <p:cNvPr id="115" name="Ink 114">
                <a:extLst>
                  <a:ext uri="{FF2B5EF4-FFF2-40B4-BE49-F238E27FC236}">
                    <a16:creationId xmlns:a16="http://schemas.microsoft.com/office/drawing/2014/main" id="{0742774A-99D0-513F-17E8-E1FC8706B8E5}"/>
                  </a:ext>
                </a:extLst>
              </p:cNvPr>
              <p:cNvPicPr/>
              <p:nvPr/>
            </p:nvPicPr>
            <p:blipFill>
              <a:blip r:embed="rId75"/>
              <a:stretch>
                <a:fillRect/>
              </a:stretch>
            </p:blipFill>
            <p:spPr>
              <a:xfrm>
                <a:off x="4120313" y="3846333"/>
                <a:ext cx="9000" cy="9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6">
            <p14:nvContentPartPr>
              <p14:cNvPr id="127" name="Ink 126">
                <a:extLst>
                  <a:ext uri="{FF2B5EF4-FFF2-40B4-BE49-F238E27FC236}">
                    <a16:creationId xmlns:a16="http://schemas.microsoft.com/office/drawing/2014/main" id="{81F25207-B55E-C1D4-F01A-AEB144F7588A}"/>
                  </a:ext>
                </a:extLst>
              </p14:cNvPr>
              <p14:cNvContentPartPr/>
              <p14:nvPr/>
            </p14:nvContentPartPr>
            <p14:xfrm>
              <a:off x="3295193" y="3708453"/>
              <a:ext cx="532080" cy="9000"/>
            </p14:xfrm>
          </p:contentPart>
        </mc:Choice>
        <mc:Fallback xmlns="">
          <p:pic>
            <p:nvPicPr>
              <p:cNvPr id="127" name="Ink 126">
                <a:extLst>
                  <a:ext uri="{FF2B5EF4-FFF2-40B4-BE49-F238E27FC236}">
                    <a16:creationId xmlns:a16="http://schemas.microsoft.com/office/drawing/2014/main" id="{81F25207-B55E-C1D4-F01A-AEB144F7588A}"/>
                  </a:ext>
                </a:extLst>
              </p:cNvPr>
              <p:cNvPicPr/>
              <p:nvPr/>
            </p:nvPicPr>
            <p:blipFill>
              <a:blip r:embed="rId77"/>
              <a:stretch>
                <a:fillRect/>
              </a:stretch>
            </p:blipFill>
            <p:spPr>
              <a:xfrm>
                <a:off x="3290873" y="3704133"/>
                <a:ext cx="540720" cy="17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8">
            <p14:nvContentPartPr>
              <p14:cNvPr id="129" name="Ink 128">
                <a:extLst>
                  <a:ext uri="{FF2B5EF4-FFF2-40B4-BE49-F238E27FC236}">
                    <a16:creationId xmlns:a16="http://schemas.microsoft.com/office/drawing/2014/main" id="{AFC83C9B-C9CB-BBD3-F7B4-51915759F7A7}"/>
                  </a:ext>
                </a:extLst>
              </p14:cNvPr>
              <p14:cNvContentPartPr/>
              <p14:nvPr/>
            </p14:nvContentPartPr>
            <p14:xfrm>
              <a:off x="3257753" y="3627453"/>
              <a:ext cx="558720" cy="10080"/>
            </p14:xfrm>
          </p:contentPart>
        </mc:Choice>
        <mc:Fallback xmlns="">
          <p:pic>
            <p:nvPicPr>
              <p:cNvPr id="129" name="Ink 128">
                <a:extLst>
                  <a:ext uri="{FF2B5EF4-FFF2-40B4-BE49-F238E27FC236}">
                    <a16:creationId xmlns:a16="http://schemas.microsoft.com/office/drawing/2014/main" id="{AFC83C9B-C9CB-BBD3-F7B4-51915759F7A7}"/>
                  </a:ext>
                </a:extLst>
              </p:cNvPr>
              <p:cNvPicPr/>
              <p:nvPr/>
            </p:nvPicPr>
            <p:blipFill>
              <a:blip r:embed="rId79"/>
              <a:stretch>
                <a:fillRect/>
              </a:stretch>
            </p:blipFill>
            <p:spPr>
              <a:xfrm>
                <a:off x="3253433" y="3623133"/>
                <a:ext cx="567360" cy="18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0">
            <p14:nvContentPartPr>
              <p14:cNvPr id="106" name="Ink 105">
                <a:extLst>
                  <a:ext uri="{FF2B5EF4-FFF2-40B4-BE49-F238E27FC236}">
                    <a16:creationId xmlns:a16="http://schemas.microsoft.com/office/drawing/2014/main" id="{45BA9F1C-8459-883B-0B38-9064D5149384}"/>
                  </a:ext>
                </a:extLst>
              </p14:cNvPr>
              <p14:cNvContentPartPr/>
              <p14:nvPr/>
            </p14:nvContentPartPr>
            <p14:xfrm>
              <a:off x="4025993" y="3761493"/>
              <a:ext cx="59760" cy="92160"/>
            </p14:xfrm>
          </p:contentPart>
        </mc:Choice>
        <mc:Fallback xmlns="">
          <p:pic>
            <p:nvPicPr>
              <p:cNvPr id="106" name="Ink 105">
                <a:extLst>
                  <a:ext uri="{FF2B5EF4-FFF2-40B4-BE49-F238E27FC236}">
                    <a16:creationId xmlns:a16="http://schemas.microsoft.com/office/drawing/2014/main" id="{45BA9F1C-8459-883B-0B38-9064D5149384}"/>
                  </a:ext>
                </a:extLst>
              </p:cNvPr>
              <p:cNvPicPr/>
              <p:nvPr/>
            </p:nvPicPr>
            <p:blipFill>
              <a:blip r:embed="rId81"/>
              <a:stretch>
                <a:fillRect/>
              </a:stretch>
            </p:blipFill>
            <p:spPr>
              <a:xfrm>
                <a:off x="4021673" y="3757173"/>
                <a:ext cx="68400" cy="100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2">
            <p14:nvContentPartPr>
              <p14:cNvPr id="107" name="Ink 106">
                <a:extLst>
                  <a:ext uri="{FF2B5EF4-FFF2-40B4-BE49-F238E27FC236}">
                    <a16:creationId xmlns:a16="http://schemas.microsoft.com/office/drawing/2014/main" id="{A6B47558-1B4C-0352-BC51-B72BF81F4344}"/>
                  </a:ext>
                </a:extLst>
              </p14:cNvPr>
              <p14:cNvContentPartPr/>
              <p14:nvPr/>
            </p14:nvContentPartPr>
            <p14:xfrm>
              <a:off x="3223553" y="3745653"/>
              <a:ext cx="51120" cy="75240"/>
            </p14:xfrm>
          </p:contentPart>
        </mc:Choice>
        <mc:Fallback xmlns="">
          <p:pic>
            <p:nvPicPr>
              <p:cNvPr id="107" name="Ink 106">
                <a:extLst>
                  <a:ext uri="{FF2B5EF4-FFF2-40B4-BE49-F238E27FC236}">
                    <a16:creationId xmlns:a16="http://schemas.microsoft.com/office/drawing/2014/main" id="{A6B47558-1B4C-0352-BC51-B72BF81F4344}"/>
                  </a:ext>
                </a:extLst>
              </p:cNvPr>
              <p:cNvPicPr/>
              <p:nvPr/>
            </p:nvPicPr>
            <p:blipFill>
              <a:blip r:embed="rId83"/>
              <a:stretch>
                <a:fillRect/>
              </a:stretch>
            </p:blipFill>
            <p:spPr>
              <a:xfrm>
                <a:off x="3219233" y="3741333"/>
                <a:ext cx="59760" cy="83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4">
            <p14:nvContentPartPr>
              <p14:cNvPr id="131" name="Ink 130">
                <a:extLst>
                  <a:ext uri="{FF2B5EF4-FFF2-40B4-BE49-F238E27FC236}">
                    <a16:creationId xmlns:a16="http://schemas.microsoft.com/office/drawing/2014/main" id="{71467F41-4E62-BD58-99B0-47E3E43DA916}"/>
                  </a:ext>
                </a:extLst>
              </p14:cNvPr>
              <p14:cNvContentPartPr/>
              <p14:nvPr/>
            </p14:nvContentPartPr>
            <p14:xfrm>
              <a:off x="3816113" y="3637893"/>
              <a:ext cx="53640" cy="70560"/>
            </p14:xfrm>
          </p:contentPart>
        </mc:Choice>
        <mc:Fallback xmlns="">
          <p:pic>
            <p:nvPicPr>
              <p:cNvPr id="131" name="Ink 130">
                <a:extLst>
                  <a:ext uri="{FF2B5EF4-FFF2-40B4-BE49-F238E27FC236}">
                    <a16:creationId xmlns:a16="http://schemas.microsoft.com/office/drawing/2014/main" id="{71467F41-4E62-BD58-99B0-47E3E43DA916}"/>
                  </a:ext>
                </a:extLst>
              </p:cNvPr>
              <p:cNvPicPr/>
              <p:nvPr/>
            </p:nvPicPr>
            <p:blipFill>
              <a:blip r:embed="rId85"/>
              <a:stretch>
                <a:fillRect/>
              </a:stretch>
            </p:blipFill>
            <p:spPr>
              <a:xfrm>
                <a:off x="3811793" y="3633573"/>
                <a:ext cx="62280" cy="79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6">
            <p14:nvContentPartPr>
              <p14:cNvPr id="98" name="Ink 97">
                <a:extLst>
                  <a:ext uri="{FF2B5EF4-FFF2-40B4-BE49-F238E27FC236}">
                    <a16:creationId xmlns:a16="http://schemas.microsoft.com/office/drawing/2014/main" id="{1EE55234-A572-49FB-7207-8FCBF50155CA}"/>
                  </a:ext>
                </a:extLst>
              </p14:cNvPr>
              <p14:cNvContentPartPr/>
              <p14:nvPr/>
            </p14:nvContentPartPr>
            <p14:xfrm>
              <a:off x="3227153" y="3712533"/>
              <a:ext cx="360" cy="360"/>
            </p14:xfrm>
          </p:contentPart>
        </mc:Choice>
        <mc:Fallback xmlns="">
          <p:pic>
            <p:nvPicPr>
              <p:cNvPr id="98" name="Ink 97">
                <a:extLst>
                  <a:ext uri="{FF2B5EF4-FFF2-40B4-BE49-F238E27FC236}">
                    <a16:creationId xmlns:a16="http://schemas.microsoft.com/office/drawing/2014/main" id="{1EE55234-A572-49FB-7207-8FCBF50155CA}"/>
                  </a:ext>
                </a:extLst>
              </p:cNvPr>
              <p:cNvPicPr/>
              <p:nvPr/>
            </p:nvPicPr>
            <p:blipFill>
              <a:blip r:embed="rId75"/>
              <a:stretch>
                <a:fillRect/>
              </a:stretch>
            </p:blipFill>
            <p:spPr>
              <a:xfrm>
                <a:off x="3222833" y="3708213"/>
                <a:ext cx="9000" cy="9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7">
            <p14:nvContentPartPr>
              <p14:cNvPr id="99" name="Ink 98">
                <a:extLst>
                  <a:ext uri="{FF2B5EF4-FFF2-40B4-BE49-F238E27FC236}">
                    <a16:creationId xmlns:a16="http://schemas.microsoft.com/office/drawing/2014/main" id="{686252D6-6DFC-28FF-2FD5-C4304F28068B}"/>
                  </a:ext>
                </a:extLst>
              </p14:cNvPr>
              <p14:cNvContentPartPr/>
              <p14:nvPr/>
            </p14:nvContentPartPr>
            <p14:xfrm>
              <a:off x="3215993" y="3712533"/>
              <a:ext cx="11520" cy="360"/>
            </p14:xfrm>
          </p:contentPart>
        </mc:Choice>
        <mc:Fallback xmlns="">
          <p:pic>
            <p:nvPicPr>
              <p:cNvPr id="99" name="Ink 98">
                <a:extLst>
                  <a:ext uri="{FF2B5EF4-FFF2-40B4-BE49-F238E27FC236}">
                    <a16:creationId xmlns:a16="http://schemas.microsoft.com/office/drawing/2014/main" id="{686252D6-6DFC-28FF-2FD5-C4304F28068B}"/>
                  </a:ext>
                </a:extLst>
              </p:cNvPr>
              <p:cNvPicPr/>
              <p:nvPr/>
            </p:nvPicPr>
            <p:blipFill>
              <a:blip r:embed="rId88"/>
              <a:stretch>
                <a:fillRect/>
              </a:stretch>
            </p:blipFill>
            <p:spPr>
              <a:xfrm>
                <a:off x="3211673" y="3708213"/>
                <a:ext cx="20160" cy="9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9">
            <p14:nvContentPartPr>
              <p14:cNvPr id="132" name="Ink 131">
                <a:extLst>
                  <a:ext uri="{FF2B5EF4-FFF2-40B4-BE49-F238E27FC236}">
                    <a16:creationId xmlns:a16="http://schemas.microsoft.com/office/drawing/2014/main" id="{D6FBE127-D255-74CF-A76B-4C5022140DFF}"/>
                  </a:ext>
                </a:extLst>
              </p14:cNvPr>
              <p14:cNvContentPartPr/>
              <p14:nvPr/>
            </p14:nvContentPartPr>
            <p14:xfrm>
              <a:off x="3257753" y="3626373"/>
              <a:ext cx="60840" cy="83160"/>
            </p14:xfrm>
          </p:contentPart>
        </mc:Choice>
        <mc:Fallback xmlns="">
          <p:pic>
            <p:nvPicPr>
              <p:cNvPr id="132" name="Ink 131">
                <a:extLst>
                  <a:ext uri="{FF2B5EF4-FFF2-40B4-BE49-F238E27FC236}">
                    <a16:creationId xmlns:a16="http://schemas.microsoft.com/office/drawing/2014/main" id="{D6FBE127-D255-74CF-A76B-4C5022140DFF}"/>
                  </a:ext>
                </a:extLst>
              </p:cNvPr>
              <p:cNvPicPr/>
              <p:nvPr/>
            </p:nvPicPr>
            <p:blipFill>
              <a:blip r:embed="rId90"/>
              <a:stretch>
                <a:fillRect/>
              </a:stretch>
            </p:blipFill>
            <p:spPr>
              <a:xfrm>
                <a:off x="3253433" y="3622053"/>
                <a:ext cx="69480" cy="91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1">
            <p14:nvContentPartPr>
              <p14:cNvPr id="143" name="Ink 142">
                <a:extLst>
                  <a:ext uri="{FF2B5EF4-FFF2-40B4-BE49-F238E27FC236}">
                    <a16:creationId xmlns:a16="http://schemas.microsoft.com/office/drawing/2014/main" id="{D54C5D4B-AE7E-C0DB-6BC8-9C9E0D320561}"/>
                  </a:ext>
                </a:extLst>
              </p14:cNvPr>
              <p14:cNvContentPartPr/>
              <p14:nvPr/>
            </p14:nvContentPartPr>
            <p14:xfrm>
              <a:off x="3726113" y="3701613"/>
              <a:ext cx="2161800" cy="1623960"/>
            </p14:xfrm>
          </p:contentPart>
        </mc:Choice>
        <mc:Fallback xmlns="">
          <p:pic>
            <p:nvPicPr>
              <p:cNvPr id="143" name="Ink 142">
                <a:extLst>
                  <a:ext uri="{FF2B5EF4-FFF2-40B4-BE49-F238E27FC236}">
                    <a16:creationId xmlns:a16="http://schemas.microsoft.com/office/drawing/2014/main" id="{D54C5D4B-AE7E-C0DB-6BC8-9C9E0D320561}"/>
                  </a:ext>
                </a:extLst>
              </p:cNvPr>
              <p:cNvPicPr/>
              <p:nvPr/>
            </p:nvPicPr>
            <p:blipFill>
              <a:blip r:embed="rId92"/>
              <a:stretch>
                <a:fillRect/>
              </a:stretch>
            </p:blipFill>
            <p:spPr>
              <a:xfrm>
                <a:off x="3721793" y="3697293"/>
                <a:ext cx="2170440" cy="1632600"/>
              </a:xfrm>
              <a:prstGeom prst="rect">
                <a:avLst/>
              </a:prstGeom>
            </p:spPr>
          </p:pic>
        </mc:Fallback>
      </mc:AlternateContent>
      <p:grpSp>
        <p:nvGrpSpPr>
          <p:cNvPr id="146" name="Group 145">
            <a:extLst>
              <a:ext uri="{FF2B5EF4-FFF2-40B4-BE49-F238E27FC236}">
                <a16:creationId xmlns:a16="http://schemas.microsoft.com/office/drawing/2014/main" id="{79C43857-D471-F4BA-7B75-D6071A3AB17B}"/>
              </a:ext>
            </a:extLst>
          </p:cNvPr>
          <p:cNvGrpSpPr/>
          <p:nvPr/>
        </p:nvGrpSpPr>
        <p:grpSpPr>
          <a:xfrm>
            <a:off x="4037873" y="3851373"/>
            <a:ext cx="2332800" cy="1815120"/>
            <a:chOff x="4037873" y="3851373"/>
            <a:chExt cx="2332800" cy="18151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93">
              <p14:nvContentPartPr>
                <p14:cNvPr id="109" name="Ink 108">
                  <a:extLst>
                    <a:ext uri="{FF2B5EF4-FFF2-40B4-BE49-F238E27FC236}">
                      <a16:creationId xmlns:a16="http://schemas.microsoft.com/office/drawing/2014/main" id="{E2C31631-8A2A-0678-BBF9-28E74FF34C21}"/>
                    </a:ext>
                  </a:extLst>
                </p14:cNvPr>
                <p14:cNvContentPartPr/>
                <p14:nvPr/>
              </p14:nvContentPartPr>
              <p14:xfrm>
                <a:off x="6167993" y="5207853"/>
                <a:ext cx="6480" cy="402840"/>
              </p14:xfrm>
            </p:contentPart>
          </mc:Choice>
          <mc:Fallback xmlns="">
            <p:pic>
              <p:nvPicPr>
                <p:cNvPr id="109" name="Ink 108">
                  <a:extLst>
                    <a:ext uri="{FF2B5EF4-FFF2-40B4-BE49-F238E27FC236}">
                      <a16:creationId xmlns:a16="http://schemas.microsoft.com/office/drawing/2014/main" id="{E2C31631-8A2A-0678-BBF9-28E74FF34C21}"/>
                    </a:ext>
                  </a:extLst>
                </p:cNvPr>
                <p:cNvPicPr/>
                <p:nvPr/>
              </p:nvPicPr>
              <p:blipFill>
                <a:blip r:embed="rId94"/>
                <a:stretch>
                  <a:fillRect/>
                </a:stretch>
              </p:blipFill>
              <p:spPr>
                <a:xfrm>
                  <a:off x="6163673" y="5203533"/>
                  <a:ext cx="15120" cy="411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5">
              <p14:nvContentPartPr>
                <p14:cNvPr id="110" name="Ink 109">
                  <a:extLst>
                    <a:ext uri="{FF2B5EF4-FFF2-40B4-BE49-F238E27FC236}">
                      <a16:creationId xmlns:a16="http://schemas.microsoft.com/office/drawing/2014/main" id="{2B584FF3-0F2A-2D37-BA0D-AD8092F60BE6}"/>
                    </a:ext>
                  </a:extLst>
                </p14:cNvPr>
                <p14:cNvContentPartPr/>
                <p14:nvPr/>
              </p14:nvContentPartPr>
              <p14:xfrm>
                <a:off x="6357713" y="5206413"/>
                <a:ext cx="12960" cy="420480"/>
              </p14:xfrm>
            </p:contentPart>
          </mc:Choice>
          <mc:Fallback xmlns="">
            <p:pic>
              <p:nvPicPr>
                <p:cNvPr id="110" name="Ink 109">
                  <a:extLst>
                    <a:ext uri="{FF2B5EF4-FFF2-40B4-BE49-F238E27FC236}">
                      <a16:creationId xmlns:a16="http://schemas.microsoft.com/office/drawing/2014/main" id="{2B584FF3-0F2A-2D37-BA0D-AD8092F60BE6}"/>
                    </a:ext>
                  </a:extLst>
                </p:cNvPr>
                <p:cNvPicPr/>
                <p:nvPr/>
              </p:nvPicPr>
              <p:blipFill>
                <a:blip r:embed="rId96"/>
                <a:stretch>
                  <a:fillRect/>
                </a:stretch>
              </p:blipFill>
              <p:spPr>
                <a:xfrm>
                  <a:off x="6353393" y="5202093"/>
                  <a:ext cx="21600" cy="429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7">
              <p14:nvContentPartPr>
                <p14:cNvPr id="112" name="Ink 111">
                  <a:extLst>
                    <a:ext uri="{FF2B5EF4-FFF2-40B4-BE49-F238E27FC236}">
                      <a16:creationId xmlns:a16="http://schemas.microsoft.com/office/drawing/2014/main" id="{F3342A45-474D-3308-F34B-DE5ADD1C359A}"/>
                    </a:ext>
                  </a:extLst>
                </p14:cNvPr>
                <p14:cNvContentPartPr/>
                <p14:nvPr/>
              </p14:nvContentPartPr>
              <p14:xfrm>
                <a:off x="6185633" y="5612853"/>
                <a:ext cx="164880" cy="53640"/>
              </p14:xfrm>
            </p:contentPart>
          </mc:Choice>
          <mc:Fallback xmlns="">
            <p:pic>
              <p:nvPicPr>
                <p:cNvPr id="112" name="Ink 111">
                  <a:extLst>
                    <a:ext uri="{FF2B5EF4-FFF2-40B4-BE49-F238E27FC236}">
                      <a16:creationId xmlns:a16="http://schemas.microsoft.com/office/drawing/2014/main" id="{F3342A45-474D-3308-F34B-DE5ADD1C359A}"/>
                    </a:ext>
                  </a:extLst>
                </p:cNvPr>
                <p:cNvPicPr/>
                <p:nvPr/>
              </p:nvPicPr>
              <p:blipFill>
                <a:blip r:embed="rId98"/>
                <a:stretch>
                  <a:fillRect/>
                </a:stretch>
              </p:blipFill>
              <p:spPr>
                <a:xfrm>
                  <a:off x="6181313" y="5608533"/>
                  <a:ext cx="173520" cy="62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9">
              <p14:nvContentPartPr>
                <p14:cNvPr id="113" name="Ink 112">
                  <a:extLst>
                    <a:ext uri="{FF2B5EF4-FFF2-40B4-BE49-F238E27FC236}">
                      <a16:creationId xmlns:a16="http://schemas.microsoft.com/office/drawing/2014/main" id="{B8B38079-67A8-21A4-A2E4-783E42965695}"/>
                    </a:ext>
                  </a:extLst>
                </p14:cNvPr>
                <p14:cNvContentPartPr/>
                <p14:nvPr/>
              </p14:nvContentPartPr>
              <p14:xfrm>
                <a:off x="6173753" y="5156373"/>
                <a:ext cx="191880" cy="87840"/>
              </p14:xfrm>
            </p:contentPart>
          </mc:Choice>
          <mc:Fallback xmlns="">
            <p:pic>
              <p:nvPicPr>
                <p:cNvPr id="113" name="Ink 112">
                  <a:extLst>
                    <a:ext uri="{FF2B5EF4-FFF2-40B4-BE49-F238E27FC236}">
                      <a16:creationId xmlns:a16="http://schemas.microsoft.com/office/drawing/2014/main" id="{B8B38079-67A8-21A4-A2E4-783E42965695}"/>
                    </a:ext>
                  </a:extLst>
                </p:cNvPr>
                <p:cNvPicPr/>
                <p:nvPr/>
              </p:nvPicPr>
              <p:blipFill>
                <a:blip r:embed="rId100"/>
                <a:stretch>
                  <a:fillRect/>
                </a:stretch>
              </p:blipFill>
              <p:spPr>
                <a:xfrm>
                  <a:off x="6169433" y="5152053"/>
                  <a:ext cx="200520" cy="96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1">
              <p14:nvContentPartPr>
                <p14:cNvPr id="122" name="Ink 121">
                  <a:extLst>
                    <a:ext uri="{FF2B5EF4-FFF2-40B4-BE49-F238E27FC236}">
                      <a16:creationId xmlns:a16="http://schemas.microsoft.com/office/drawing/2014/main" id="{B56A6197-5CDB-8679-543C-5CEEFBCCC519}"/>
                    </a:ext>
                  </a:extLst>
                </p14:cNvPr>
                <p14:cNvContentPartPr/>
                <p14:nvPr/>
              </p14:nvContentPartPr>
              <p14:xfrm>
                <a:off x="4037873" y="3918333"/>
                <a:ext cx="72720" cy="24480"/>
              </p14:xfrm>
            </p:contentPart>
          </mc:Choice>
          <mc:Fallback xmlns="">
            <p:pic>
              <p:nvPicPr>
                <p:cNvPr id="122" name="Ink 121">
                  <a:extLst>
                    <a:ext uri="{FF2B5EF4-FFF2-40B4-BE49-F238E27FC236}">
                      <a16:creationId xmlns:a16="http://schemas.microsoft.com/office/drawing/2014/main" id="{B56A6197-5CDB-8679-543C-5CEEFBCCC519}"/>
                    </a:ext>
                  </a:extLst>
                </p:cNvPr>
                <p:cNvPicPr/>
                <p:nvPr/>
              </p:nvPicPr>
              <p:blipFill>
                <a:blip r:embed="rId102"/>
                <a:stretch>
                  <a:fillRect/>
                </a:stretch>
              </p:blipFill>
              <p:spPr>
                <a:xfrm>
                  <a:off x="4033553" y="3914013"/>
                  <a:ext cx="81360" cy="33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3">
              <p14:nvContentPartPr>
                <p14:cNvPr id="123" name="Ink 122">
                  <a:extLst>
                    <a:ext uri="{FF2B5EF4-FFF2-40B4-BE49-F238E27FC236}">
                      <a16:creationId xmlns:a16="http://schemas.microsoft.com/office/drawing/2014/main" id="{B0F3A272-CF67-81B4-18A6-9FF9946EC780}"/>
                    </a:ext>
                  </a:extLst>
                </p14:cNvPr>
                <p14:cNvContentPartPr/>
                <p14:nvPr/>
              </p14:nvContentPartPr>
              <p14:xfrm>
                <a:off x="4052993" y="3851373"/>
                <a:ext cx="2145240" cy="1494360"/>
              </p14:xfrm>
            </p:contentPart>
          </mc:Choice>
          <mc:Fallback xmlns="">
            <p:pic>
              <p:nvPicPr>
                <p:cNvPr id="123" name="Ink 122">
                  <a:extLst>
                    <a:ext uri="{FF2B5EF4-FFF2-40B4-BE49-F238E27FC236}">
                      <a16:creationId xmlns:a16="http://schemas.microsoft.com/office/drawing/2014/main" id="{B0F3A272-CF67-81B4-18A6-9FF9946EC780}"/>
                    </a:ext>
                  </a:extLst>
                </p:cNvPr>
                <p:cNvPicPr/>
                <p:nvPr/>
              </p:nvPicPr>
              <p:blipFill>
                <a:blip r:embed="rId104"/>
                <a:stretch>
                  <a:fillRect/>
                </a:stretch>
              </p:blipFill>
              <p:spPr>
                <a:xfrm>
                  <a:off x="4048673" y="3847053"/>
                  <a:ext cx="2153880" cy="1503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5">
              <p14:nvContentPartPr>
                <p14:cNvPr id="125" name="Ink 124">
                  <a:extLst>
                    <a:ext uri="{FF2B5EF4-FFF2-40B4-BE49-F238E27FC236}">
                      <a16:creationId xmlns:a16="http://schemas.microsoft.com/office/drawing/2014/main" id="{D697FDCF-37FE-9B0F-1ADE-7C06937261B7}"/>
                    </a:ext>
                  </a:extLst>
                </p14:cNvPr>
                <p14:cNvContentPartPr/>
                <p14:nvPr/>
              </p14:nvContentPartPr>
              <p14:xfrm>
                <a:off x="6134873" y="5289933"/>
                <a:ext cx="77760" cy="71280"/>
              </p14:xfrm>
            </p:contentPart>
          </mc:Choice>
          <mc:Fallback xmlns="">
            <p:pic>
              <p:nvPicPr>
                <p:cNvPr id="125" name="Ink 124">
                  <a:extLst>
                    <a:ext uri="{FF2B5EF4-FFF2-40B4-BE49-F238E27FC236}">
                      <a16:creationId xmlns:a16="http://schemas.microsoft.com/office/drawing/2014/main" id="{D697FDCF-37FE-9B0F-1ADE-7C06937261B7}"/>
                    </a:ext>
                  </a:extLst>
                </p:cNvPr>
                <p:cNvPicPr/>
                <p:nvPr/>
              </p:nvPicPr>
              <p:blipFill>
                <a:blip r:embed="rId106"/>
                <a:stretch>
                  <a:fillRect/>
                </a:stretch>
              </p:blipFill>
              <p:spPr>
                <a:xfrm>
                  <a:off x="6130553" y="5285613"/>
                  <a:ext cx="86400" cy="79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7">
              <p14:nvContentPartPr>
                <p14:cNvPr id="134" name="Ink 133">
                  <a:extLst>
                    <a:ext uri="{FF2B5EF4-FFF2-40B4-BE49-F238E27FC236}">
                      <a16:creationId xmlns:a16="http://schemas.microsoft.com/office/drawing/2014/main" id="{2A41DE0B-B8D8-19A5-F2A1-2C30F4196666}"/>
                    </a:ext>
                  </a:extLst>
                </p14:cNvPr>
                <p14:cNvContentPartPr/>
                <p14:nvPr/>
              </p14:nvContentPartPr>
              <p14:xfrm>
                <a:off x="5836793" y="5230173"/>
                <a:ext cx="360" cy="360"/>
              </p14:xfrm>
            </p:contentPart>
          </mc:Choice>
          <mc:Fallback xmlns="">
            <p:pic>
              <p:nvPicPr>
                <p:cNvPr id="134" name="Ink 133">
                  <a:extLst>
                    <a:ext uri="{FF2B5EF4-FFF2-40B4-BE49-F238E27FC236}">
                      <a16:creationId xmlns:a16="http://schemas.microsoft.com/office/drawing/2014/main" id="{2A41DE0B-B8D8-19A5-F2A1-2C30F4196666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5832473" y="5225853"/>
                  <a:ext cx="9000" cy="9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8">
              <p14:nvContentPartPr>
                <p14:cNvPr id="135" name="Ink 134">
                  <a:extLst>
                    <a:ext uri="{FF2B5EF4-FFF2-40B4-BE49-F238E27FC236}">
                      <a16:creationId xmlns:a16="http://schemas.microsoft.com/office/drawing/2014/main" id="{4C923F11-274F-E94B-E705-E88CC95D002F}"/>
                    </a:ext>
                  </a:extLst>
                </p14:cNvPr>
                <p14:cNvContentPartPr/>
                <p14:nvPr/>
              </p14:nvContentPartPr>
              <p14:xfrm>
                <a:off x="5836793" y="5220813"/>
                <a:ext cx="6480" cy="269640"/>
              </p14:xfrm>
            </p:contentPart>
          </mc:Choice>
          <mc:Fallback xmlns="">
            <p:pic>
              <p:nvPicPr>
                <p:cNvPr id="135" name="Ink 134">
                  <a:extLst>
                    <a:ext uri="{FF2B5EF4-FFF2-40B4-BE49-F238E27FC236}">
                      <a16:creationId xmlns:a16="http://schemas.microsoft.com/office/drawing/2014/main" id="{4C923F11-274F-E94B-E705-E88CC95D002F}"/>
                    </a:ext>
                  </a:extLst>
                </p:cNvPr>
                <p:cNvPicPr/>
                <p:nvPr/>
              </p:nvPicPr>
              <p:blipFill>
                <a:blip r:embed="rId109"/>
                <a:stretch>
                  <a:fillRect/>
                </a:stretch>
              </p:blipFill>
              <p:spPr>
                <a:xfrm>
                  <a:off x="5832473" y="5216493"/>
                  <a:ext cx="15120" cy="278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0">
              <p14:nvContentPartPr>
                <p14:cNvPr id="137" name="Ink 136">
                  <a:extLst>
                    <a:ext uri="{FF2B5EF4-FFF2-40B4-BE49-F238E27FC236}">
                      <a16:creationId xmlns:a16="http://schemas.microsoft.com/office/drawing/2014/main" id="{8A66A5C0-FC8C-84B8-C64C-36F291D7A6B8}"/>
                    </a:ext>
                  </a:extLst>
                </p14:cNvPr>
                <p14:cNvContentPartPr/>
                <p14:nvPr/>
              </p14:nvContentPartPr>
              <p14:xfrm>
                <a:off x="6008873" y="5226573"/>
                <a:ext cx="360" cy="360"/>
              </p14:xfrm>
            </p:contentPart>
          </mc:Choice>
          <mc:Fallback xmlns="">
            <p:pic>
              <p:nvPicPr>
                <p:cNvPr id="137" name="Ink 136">
                  <a:extLst>
                    <a:ext uri="{FF2B5EF4-FFF2-40B4-BE49-F238E27FC236}">
                      <a16:creationId xmlns:a16="http://schemas.microsoft.com/office/drawing/2014/main" id="{8A66A5C0-FC8C-84B8-C64C-36F291D7A6B8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6004553" y="5222253"/>
                  <a:ext cx="9000" cy="9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1">
              <p14:nvContentPartPr>
                <p14:cNvPr id="138" name="Ink 137">
                  <a:extLst>
                    <a:ext uri="{FF2B5EF4-FFF2-40B4-BE49-F238E27FC236}">
                      <a16:creationId xmlns:a16="http://schemas.microsoft.com/office/drawing/2014/main" id="{9E5DBF25-C0C2-164F-D0F9-CAEFDBEF80B5}"/>
                    </a:ext>
                  </a:extLst>
                </p14:cNvPr>
                <p14:cNvContentPartPr/>
                <p14:nvPr/>
              </p14:nvContentPartPr>
              <p14:xfrm>
                <a:off x="5990873" y="5199933"/>
                <a:ext cx="19080" cy="292320"/>
              </p14:xfrm>
            </p:contentPart>
          </mc:Choice>
          <mc:Fallback xmlns="">
            <p:pic>
              <p:nvPicPr>
                <p:cNvPr id="138" name="Ink 137">
                  <a:extLst>
                    <a:ext uri="{FF2B5EF4-FFF2-40B4-BE49-F238E27FC236}">
                      <a16:creationId xmlns:a16="http://schemas.microsoft.com/office/drawing/2014/main" id="{9E5DBF25-C0C2-164F-D0F9-CAEFDBEF80B5}"/>
                    </a:ext>
                  </a:extLst>
                </p:cNvPr>
                <p:cNvPicPr/>
                <p:nvPr/>
              </p:nvPicPr>
              <p:blipFill>
                <a:blip r:embed="rId112"/>
                <a:stretch>
                  <a:fillRect/>
                </a:stretch>
              </p:blipFill>
              <p:spPr>
                <a:xfrm>
                  <a:off x="5986553" y="5195613"/>
                  <a:ext cx="27720" cy="300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3">
              <p14:nvContentPartPr>
                <p14:cNvPr id="140" name="Ink 139">
                  <a:extLst>
                    <a:ext uri="{FF2B5EF4-FFF2-40B4-BE49-F238E27FC236}">
                      <a16:creationId xmlns:a16="http://schemas.microsoft.com/office/drawing/2014/main" id="{B0F9656A-759B-74F5-1676-D6BEF94621C3}"/>
                    </a:ext>
                  </a:extLst>
                </p14:cNvPr>
                <p14:cNvContentPartPr/>
                <p14:nvPr/>
              </p14:nvContentPartPr>
              <p14:xfrm>
                <a:off x="5858753" y="5173293"/>
                <a:ext cx="135720" cy="75600"/>
              </p14:xfrm>
            </p:contentPart>
          </mc:Choice>
          <mc:Fallback xmlns="">
            <p:pic>
              <p:nvPicPr>
                <p:cNvPr id="140" name="Ink 139">
                  <a:extLst>
                    <a:ext uri="{FF2B5EF4-FFF2-40B4-BE49-F238E27FC236}">
                      <a16:creationId xmlns:a16="http://schemas.microsoft.com/office/drawing/2014/main" id="{B0F9656A-759B-74F5-1676-D6BEF94621C3}"/>
                    </a:ext>
                  </a:extLst>
                </p:cNvPr>
                <p:cNvPicPr/>
                <p:nvPr/>
              </p:nvPicPr>
              <p:blipFill>
                <a:blip r:embed="rId114"/>
                <a:stretch>
                  <a:fillRect/>
                </a:stretch>
              </p:blipFill>
              <p:spPr>
                <a:xfrm>
                  <a:off x="5854433" y="5168973"/>
                  <a:ext cx="144360" cy="84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5">
              <p14:nvContentPartPr>
                <p14:cNvPr id="141" name="Ink 140">
                  <a:extLst>
                    <a:ext uri="{FF2B5EF4-FFF2-40B4-BE49-F238E27FC236}">
                      <a16:creationId xmlns:a16="http://schemas.microsoft.com/office/drawing/2014/main" id="{0F636D01-863B-E300-9C9C-799EDC0C663B}"/>
                    </a:ext>
                  </a:extLst>
                </p14:cNvPr>
                <p14:cNvContentPartPr/>
                <p14:nvPr/>
              </p14:nvContentPartPr>
              <p14:xfrm>
                <a:off x="5852993" y="5443653"/>
                <a:ext cx="170640" cy="78120"/>
              </p14:xfrm>
            </p:contentPart>
          </mc:Choice>
          <mc:Fallback xmlns="">
            <p:pic>
              <p:nvPicPr>
                <p:cNvPr id="141" name="Ink 140">
                  <a:extLst>
                    <a:ext uri="{FF2B5EF4-FFF2-40B4-BE49-F238E27FC236}">
                      <a16:creationId xmlns:a16="http://schemas.microsoft.com/office/drawing/2014/main" id="{0F636D01-863B-E300-9C9C-799EDC0C663B}"/>
                    </a:ext>
                  </a:extLst>
                </p:cNvPr>
                <p:cNvPicPr/>
                <p:nvPr/>
              </p:nvPicPr>
              <p:blipFill>
                <a:blip r:embed="rId116"/>
                <a:stretch>
                  <a:fillRect/>
                </a:stretch>
              </p:blipFill>
              <p:spPr>
                <a:xfrm>
                  <a:off x="5848673" y="5439333"/>
                  <a:ext cx="179280" cy="86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7">
              <p14:nvContentPartPr>
                <p14:cNvPr id="145" name="Ink 144">
                  <a:extLst>
                    <a:ext uri="{FF2B5EF4-FFF2-40B4-BE49-F238E27FC236}">
                      <a16:creationId xmlns:a16="http://schemas.microsoft.com/office/drawing/2014/main" id="{5AE63C3D-3CE0-EC37-6161-A1CA8B6B2684}"/>
                    </a:ext>
                  </a:extLst>
                </p14:cNvPr>
                <p14:cNvContentPartPr/>
                <p14:nvPr/>
              </p14:nvContentPartPr>
              <p14:xfrm>
                <a:off x="5766233" y="5210733"/>
                <a:ext cx="99720" cy="104760"/>
              </p14:xfrm>
            </p:contentPart>
          </mc:Choice>
          <mc:Fallback xmlns="">
            <p:pic>
              <p:nvPicPr>
                <p:cNvPr id="145" name="Ink 144">
                  <a:extLst>
                    <a:ext uri="{FF2B5EF4-FFF2-40B4-BE49-F238E27FC236}">
                      <a16:creationId xmlns:a16="http://schemas.microsoft.com/office/drawing/2014/main" id="{5AE63C3D-3CE0-EC37-6161-A1CA8B6B2684}"/>
                    </a:ext>
                  </a:extLst>
                </p:cNvPr>
                <p:cNvPicPr/>
                <p:nvPr/>
              </p:nvPicPr>
              <p:blipFill>
                <a:blip r:embed="rId118"/>
                <a:stretch>
                  <a:fillRect/>
                </a:stretch>
              </p:blipFill>
              <p:spPr>
                <a:xfrm>
                  <a:off x="5761913" y="5206413"/>
                  <a:ext cx="108360" cy="1134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19">
            <p14:nvContentPartPr>
              <p14:cNvPr id="147" name="Ink 146">
                <a:extLst>
                  <a:ext uri="{FF2B5EF4-FFF2-40B4-BE49-F238E27FC236}">
                    <a16:creationId xmlns:a16="http://schemas.microsoft.com/office/drawing/2014/main" id="{B3A5FB85-5935-408C-68F3-088C9192F8C6}"/>
                  </a:ext>
                </a:extLst>
              </p14:cNvPr>
              <p14:cNvContentPartPr/>
              <p14:nvPr/>
            </p14:nvContentPartPr>
            <p14:xfrm>
              <a:off x="5784953" y="5491173"/>
              <a:ext cx="231840" cy="136440"/>
            </p14:xfrm>
          </p:contentPart>
        </mc:Choice>
        <mc:Fallback xmlns="">
          <p:pic>
            <p:nvPicPr>
              <p:cNvPr id="147" name="Ink 146">
                <a:extLst>
                  <a:ext uri="{FF2B5EF4-FFF2-40B4-BE49-F238E27FC236}">
                    <a16:creationId xmlns:a16="http://schemas.microsoft.com/office/drawing/2014/main" id="{B3A5FB85-5935-408C-68F3-088C9192F8C6}"/>
                  </a:ext>
                </a:extLst>
              </p:cNvPr>
              <p:cNvPicPr/>
              <p:nvPr/>
            </p:nvPicPr>
            <p:blipFill>
              <a:blip r:embed="rId120"/>
              <a:stretch>
                <a:fillRect/>
              </a:stretch>
            </p:blipFill>
            <p:spPr>
              <a:xfrm>
                <a:off x="5780633" y="5486853"/>
                <a:ext cx="240480" cy="145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1">
            <p14:nvContentPartPr>
              <p14:cNvPr id="148" name="Ink 147">
                <a:extLst>
                  <a:ext uri="{FF2B5EF4-FFF2-40B4-BE49-F238E27FC236}">
                    <a16:creationId xmlns:a16="http://schemas.microsoft.com/office/drawing/2014/main" id="{536D190C-8A1A-268D-52FE-8BCA6522028A}"/>
                  </a:ext>
                </a:extLst>
              </p14:cNvPr>
              <p14:cNvContentPartPr/>
              <p14:nvPr/>
            </p14:nvContentPartPr>
            <p14:xfrm>
              <a:off x="5740313" y="4132893"/>
              <a:ext cx="272520" cy="241200"/>
            </p14:xfrm>
          </p:contentPart>
        </mc:Choice>
        <mc:Fallback xmlns="">
          <p:pic>
            <p:nvPicPr>
              <p:cNvPr id="148" name="Ink 147">
                <a:extLst>
                  <a:ext uri="{FF2B5EF4-FFF2-40B4-BE49-F238E27FC236}">
                    <a16:creationId xmlns:a16="http://schemas.microsoft.com/office/drawing/2014/main" id="{536D190C-8A1A-268D-52FE-8BCA6522028A}"/>
                  </a:ext>
                </a:extLst>
              </p:cNvPr>
              <p:cNvPicPr/>
              <p:nvPr/>
            </p:nvPicPr>
            <p:blipFill>
              <a:blip r:embed="rId122"/>
              <a:stretch>
                <a:fillRect/>
              </a:stretch>
            </p:blipFill>
            <p:spPr>
              <a:xfrm>
                <a:off x="5735993" y="4128573"/>
                <a:ext cx="281160" cy="249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3">
            <p14:nvContentPartPr>
              <p14:cNvPr id="149" name="Ink 148">
                <a:extLst>
                  <a:ext uri="{FF2B5EF4-FFF2-40B4-BE49-F238E27FC236}">
                    <a16:creationId xmlns:a16="http://schemas.microsoft.com/office/drawing/2014/main" id="{A9D5BF54-814D-2437-6678-58694BEEC250}"/>
                  </a:ext>
                </a:extLst>
              </p14:cNvPr>
              <p14:cNvContentPartPr/>
              <p14:nvPr/>
            </p14:nvContentPartPr>
            <p14:xfrm>
              <a:off x="4699913" y="5388573"/>
              <a:ext cx="454320" cy="91800"/>
            </p14:xfrm>
          </p:contentPart>
        </mc:Choice>
        <mc:Fallback xmlns="">
          <p:pic>
            <p:nvPicPr>
              <p:cNvPr id="149" name="Ink 148">
                <a:extLst>
                  <a:ext uri="{FF2B5EF4-FFF2-40B4-BE49-F238E27FC236}">
                    <a16:creationId xmlns:a16="http://schemas.microsoft.com/office/drawing/2014/main" id="{A9D5BF54-814D-2437-6678-58694BEEC250}"/>
                  </a:ext>
                </a:extLst>
              </p:cNvPr>
              <p:cNvPicPr/>
              <p:nvPr/>
            </p:nvPicPr>
            <p:blipFill>
              <a:blip r:embed="rId124"/>
              <a:stretch>
                <a:fillRect/>
              </a:stretch>
            </p:blipFill>
            <p:spPr>
              <a:xfrm>
                <a:off x="4695593" y="5384253"/>
                <a:ext cx="462960" cy="100440"/>
              </a:xfrm>
              <a:prstGeom prst="rect">
                <a:avLst/>
              </a:prstGeom>
            </p:spPr>
          </p:pic>
        </mc:Fallback>
      </mc:AlternateContent>
      <p:grpSp>
        <p:nvGrpSpPr>
          <p:cNvPr id="164" name="Group 163">
            <a:extLst>
              <a:ext uri="{FF2B5EF4-FFF2-40B4-BE49-F238E27FC236}">
                <a16:creationId xmlns:a16="http://schemas.microsoft.com/office/drawing/2014/main" id="{B8C26A22-F84B-9E37-67CF-0844329B722A}"/>
              </a:ext>
            </a:extLst>
          </p:cNvPr>
          <p:cNvGrpSpPr/>
          <p:nvPr/>
        </p:nvGrpSpPr>
        <p:grpSpPr>
          <a:xfrm>
            <a:off x="5195273" y="4310733"/>
            <a:ext cx="621360" cy="1269000"/>
            <a:chOff x="5195273" y="4310733"/>
            <a:chExt cx="621360" cy="12690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25">
              <p14:nvContentPartPr>
                <p14:cNvPr id="151" name="Ink 150">
                  <a:extLst>
                    <a:ext uri="{FF2B5EF4-FFF2-40B4-BE49-F238E27FC236}">
                      <a16:creationId xmlns:a16="http://schemas.microsoft.com/office/drawing/2014/main" id="{9FB33FD4-5269-779C-7838-AE46DD599F35}"/>
                    </a:ext>
                  </a:extLst>
                </p14:cNvPr>
                <p14:cNvContentPartPr/>
                <p14:nvPr/>
              </p14:nvContentPartPr>
              <p14:xfrm>
                <a:off x="5801153" y="4316853"/>
                <a:ext cx="360" cy="360"/>
              </p14:xfrm>
            </p:contentPart>
          </mc:Choice>
          <mc:Fallback xmlns="">
            <p:pic>
              <p:nvPicPr>
                <p:cNvPr id="151" name="Ink 150">
                  <a:extLst>
                    <a:ext uri="{FF2B5EF4-FFF2-40B4-BE49-F238E27FC236}">
                      <a16:creationId xmlns:a16="http://schemas.microsoft.com/office/drawing/2014/main" id="{9FB33FD4-5269-779C-7838-AE46DD599F35}"/>
                    </a:ext>
                  </a:extLst>
                </p:cNvPr>
                <p:cNvPicPr/>
                <p:nvPr/>
              </p:nvPicPr>
              <p:blipFill>
                <a:blip r:embed="rId126"/>
                <a:stretch>
                  <a:fillRect/>
                </a:stretch>
              </p:blipFill>
              <p:spPr>
                <a:xfrm>
                  <a:off x="5796833" y="4312533"/>
                  <a:ext cx="9000" cy="9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7">
              <p14:nvContentPartPr>
                <p14:cNvPr id="152" name="Ink 151">
                  <a:extLst>
                    <a:ext uri="{FF2B5EF4-FFF2-40B4-BE49-F238E27FC236}">
                      <a16:creationId xmlns:a16="http://schemas.microsoft.com/office/drawing/2014/main" id="{B34DE4CE-AEE8-58BA-2C12-725F7E36889C}"/>
                    </a:ext>
                  </a:extLst>
                </p14:cNvPr>
                <p14:cNvContentPartPr/>
                <p14:nvPr/>
              </p14:nvContentPartPr>
              <p14:xfrm>
                <a:off x="5801153" y="4316853"/>
                <a:ext cx="360" cy="360"/>
              </p14:xfrm>
            </p:contentPart>
          </mc:Choice>
          <mc:Fallback xmlns="">
            <p:pic>
              <p:nvPicPr>
                <p:cNvPr id="152" name="Ink 151">
                  <a:extLst>
                    <a:ext uri="{FF2B5EF4-FFF2-40B4-BE49-F238E27FC236}">
                      <a16:creationId xmlns:a16="http://schemas.microsoft.com/office/drawing/2014/main" id="{B34DE4CE-AEE8-58BA-2C12-725F7E36889C}"/>
                    </a:ext>
                  </a:extLst>
                </p:cNvPr>
                <p:cNvPicPr/>
                <p:nvPr/>
              </p:nvPicPr>
              <p:blipFill>
                <a:blip r:embed="rId126"/>
                <a:stretch>
                  <a:fillRect/>
                </a:stretch>
              </p:blipFill>
              <p:spPr>
                <a:xfrm>
                  <a:off x="5796833" y="4312533"/>
                  <a:ext cx="9000" cy="9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8">
              <p14:nvContentPartPr>
                <p14:cNvPr id="153" name="Ink 152">
                  <a:extLst>
                    <a:ext uri="{FF2B5EF4-FFF2-40B4-BE49-F238E27FC236}">
                      <a16:creationId xmlns:a16="http://schemas.microsoft.com/office/drawing/2014/main" id="{0035D75E-8DBB-2417-F5EA-3F69337EF6D1}"/>
                    </a:ext>
                  </a:extLst>
                </p14:cNvPr>
                <p14:cNvContentPartPr/>
                <p14:nvPr/>
              </p14:nvContentPartPr>
              <p14:xfrm>
                <a:off x="5195273" y="4310733"/>
                <a:ext cx="620640" cy="1054440"/>
              </p14:xfrm>
            </p:contentPart>
          </mc:Choice>
          <mc:Fallback xmlns="">
            <p:pic>
              <p:nvPicPr>
                <p:cNvPr id="153" name="Ink 152">
                  <a:extLst>
                    <a:ext uri="{FF2B5EF4-FFF2-40B4-BE49-F238E27FC236}">
                      <a16:creationId xmlns:a16="http://schemas.microsoft.com/office/drawing/2014/main" id="{0035D75E-8DBB-2417-F5EA-3F69337EF6D1}"/>
                    </a:ext>
                  </a:extLst>
                </p:cNvPr>
                <p:cNvPicPr/>
                <p:nvPr/>
              </p:nvPicPr>
              <p:blipFill>
                <a:blip r:embed="rId129"/>
                <a:stretch>
                  <a:fillRect/>
                </a:stretch>
              </p:blipFill>
              <p:spPr>
                <a:xfrm>
                  <a:off x="5190953" y="4306413"/>
                  <a:ext cx="629280" cy="1063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0">
              <p14:nvContentPartPr>
                <p14:cNvPr id="161" name="Ink 160">
                  <a:extLst>
                    <a:ext uri="{FF2B5EF4-FFF2-40B4-BE49-F238E27FC236}">
                      <a16:creationId xmlns:a16="http://schemas.microsoft.com/office/drawing/2014/main" id="{D65979E1-2A20-0EA4-6FFA-2FFBB9957AD3}"/>
                    </a:ext>
                  </a:extLst>
                </p14:cNvPr>
                <p14:cNvContentPartPr/>
                <p14:nvPr/>
              </p14:nvContentPartPr>
              <p14:xfrm>
                <a:off x="5760113" y="4334853"/>
                <a:ext cx="56520" cy="45720"/>
              </p14:xfrm>
            </p:contentPart>
          </mc:Choice>
          <mc:Fallback xmlns="">
            <p:pic>
              <p:nvPicPr>
                <p:cNvPr id="161" name="Ink 160">
                  <a:extLst>
                    <a:ext uri="{FF2B5EF4-FFF2-40B4-BE49-F238E27FC236}">
                      <a16:creationId xmlns:a16="http://schemas.microsoft.com/office/drawing/2014/main" id="{D65979E1-2A20-0EA4-6FFA-2FFBB9957AD3}"/>
                    </a:ext>
                  </a:extLst>
                </p:cNvPr>
                <p:cNvPicPr/>
                <p:nvPr/>
              </p:nvPicPr>
              <p:blipFill>
                <a:blip r:embed="rId131"/>
                <a:stretch>
                  <a:fillRect/>
                </a:stretch>
              </p:blipFill>
              <p:spPr>
                <a:xfrm>
                  <a:off x="5755793" y="4330533"/>
                  <a:ext cx="65160" cy="54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2">
              <p14:nvContentPartPr>
                <p14:cNvPr id="155" name="Ink 154">
                  <a:extLst>
                    <a:ext uri="{FF2B5EF4-FFF2-40B4-BE49-F238E27FC236}">
                      <a16:creationId xmlns:a16="http://schemas.microsoft.com/office/drawing/2014/main" id="{F83A3B0D-95E0-B3A3-774A-D404FC80BBBF}"/>
                    </a:ext>
                  </a:extLst>
                </p14:cNvPr>
                <p14:cNvContentPartPr/>
                <p14:nvPr/>
              </p14:nvContentPartPr>
              <p14:xfrm>
                <a:off x="5287433" y="5404773"/>
                <a:ext cx="70200" cy="20880"/>
              </p14:xfrm>
            </p:contentPart>
          </mc:Choice>
          <mc:Fallback xmlns="">
            <p:pic>
              <p:nvPicPr>
                <p:cNvPr id="155" name="Ink 154">
                  <a:extLst>
                    <a:ext uri="{FF2B5EF4-FFF2-40B4-BE49-F238E27FC236}">
                      <a16:creationId xmlns:a16="http://schemas.microsoft.com/office/drawing/2014/main" id="{F83A3B0D-95E0-B3A3-774A-D404FC80BBBF}"/>
                    </a:ext>
                  </a:extLst>
                </p:cNvPr>
                <p:cNvPicPr/>
                <p:nvPr/>
              </p:nvPicPr>
              <p:blipFill>
                <a:blip r:embed="rId133"/>
                <a:stretch>
                  <a:fillRect/>
                </a:stretch>
              </p:blipFill>
              <p:spPr>
                <a:xfrm>
                  <a:off x="5283113" y="5400453"/>
                  <a:ext cx="78840" cy="29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4">
              <p14:nvContentPartPr>
                <p14:cNvPr id="156" name="Ink 155">
                  <a:extLst>
                    <a:ext uri="{FF2B5EF4-FFF2-40B4-BE49-F238E27FC236}">
                      <a16:creationId xmlns:a16="http://schemas.microsoft.com/office/drawing/2014/main" id="{C2C51F24-390F-D3D4-E8D7-25DD004DAC60}"/>
                    </a:ext>
                  </a:extLst>
                </p14:cNvPr>
                <p14:cNvContentPartPr/>
                <p14:nvPr/>
              </p14:nvContentPartPr>
              <p14:xfrm>
                <a:off x="5423873" y="5444373"/>
                <a:ext cx="243720" cy="67320"/>
              </p14:xfrm>
            </p:contentPart>
          </mc:Choice>
          <mc:Fallback xmlns="">
            <p:pic>
              <p:nvPicPr>
                <p:cNvPr id="156" name="Ink 155">
                  <a:extLst>
                    <a:ext uri="{FF2B5EF4-FFF2-40B4-BE49-F238E27FC236}">
                      <a16:creationId xmlns:a16="http://schemas.microsoft.com/office/drawing/2014/main" id="{C2C51F24-390F-D3D4-E8D7-25DD004DAC60}"/>
                    </a:ext>
                  </a:extLst>
                </p:cNvPr>
                <p:cNvPicPr/>
                <p:nvPr/>
              </p:nvPicPr>
              <p:blipFill>
                <a:blip r:embed="rId135"/>
                <a:stretch>
                  <a:fillRect/>
                </a:stretch>
              </p:blipFill>
              <p:spPr>
                <a:xfrm>
                  <a:off x="5419553" y="5440053"/>
                  <a:ext cx="252360" cy="75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6">
              <p14:nvContentPartPr>
                <p14:cNvPr id="157" name="Ink 156">
                  <a:extLst>
                    <a:ext uri="{FF2B5EF4-FFF2-40B4-BE49-F238E27FC236}">
                      <a16:creationId xmlns:a16="http://schemas.microsoft.com/office/drawing/2014/main" id="{FD2BF464-D452-331C-427F-ABCAE3D7BAC2}"/>
                    </a:ext>
                  </a:extLst>
                </p14:cNvPr>
                <p14:cNvContentPartPr/>
                <p14:nvPr/>
              </p14:nvContentPartPr>
              <p14:xfrm>
                <a:off x="5731313" y="5531853"/>
                <a:ext cx="25200" cy="2160"/>
              </p14:xfrm>
            </p:contentPart>
          </mc:Choice>
          <mc:Fallback xmlns="">
            <p:pic>
              <p:nvPicPr>
                <p:cNvPr id="157" name="Ink 156">
                  <a:extLst>
                    <a:ext uri="{FF2B5EF4-FFF2-40B4-BE49-F238E27FC236}">
                      <a16:creationId xmlns:a16="http://schemas.microsoft.com/office/drawing/2014/main" id="{FD2BF464-D452-331C-427F-ABCAE3D7BAC2}"/>
                    </a:ext>
                  </a:extLst>
                </p:cNvPr>
                <p:cNvPicPr/>
                <p:nvPr/>
              </p:nvPicPr>
              <p:blipFill>
                <a:blip r:embed="rId137"/>
                <a:stretch>
                  <a:fillRect/>
                </a:stretch>
              </p:blipFill>
              <p:spPr>
                <a:xfrm>
                  <a:off x="5726993" y="5527533"/>
                  <a:ext cx="33840" cy="10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8">
              <p14:nvContentPartPr>
                <p14:cNvPr id="158" name="Ink 157">
                  <a:extLst>
                    <a:ext uri="{FF2B5EF4-FFF2-40B4-BE49-F238E27FC236}">
                      <a16:creationId xmlns:a16="http://schemas.microsoft.com/office/drawing/2014/main" id="{F503BBB4-2E6E-C076-116E-3BCBB5630C6D}"/>
                    </a:ext>
                  </a:extLst>
                </p14:cNvPr>
                <p14:cNvContentPartPr/>
                <p14:nvPr/>
              </p14:nvContentPartPr>
              <p14:xfrm>
                <a:off x="5221193" y="5391093"/>
                <a:ext cx="585360" cy="155160"/>
              </p14:xfrm>
            </p:contentPart>
          </mc:Choice>
          <mc:Fallback xmlns="">
            <p:pic>
              <p:nvPicPr>
                <p:cNvPr id="158" name="Ink 157">
                  <a:extLst>
                    <a:ext uri="{FF2B5EF4-FFF2-40B4-BE49-F238E27FC236}">
                      <a16:creationId xmlns:a16="http://schemas.microsoft.com/office/drawing/2014/main" id="{F503BBB4-2E6E-C076-116E-3BCBB5630C6D}"/>
                    </a:ext>
                  </a:extLst>
                </p:cNvPr>
                <p:cNvPicPr/>
                <p:nvPr/>
              </p:nvPicPr>
              <p:blipFill>
                <a:blip r:embed="rId139"/>
                <a:stretch>
                  <a:fillRect/>
                </a:stretch>
              </p:blipFill>
              <p:spPr>
                <a:xfrm>
                  <a:off x="5216873" y="5386773"/>
                  <a:ext cx="594000" cy="163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0">
              <p14:nvContentPartPr>
                <p14:cNvPr id="162" name="Ink 161">
                  <a:extLst>
                    <a:ext uri="{FF2B5EF4-FFF2-40B4-BE49-F238E27FC236}">
                      <a16:creationId xmlns:a16="http://schemas.microsoft.com/office/drawing/2014/main" id="{5E4D41DF-BFC8-0653-3687-6C781E613992}"/>
                    </a:ext>
                  </a:extLst>
                </p14:cNvPr>
                <p14:cNvContentPartPr/>
                <p14:nvPr/>
              </p14:nvContentPartPr>
              <p14:xfrm>
                <a:off x="5747513" y="5509173"/>
                <a:ext cx="62280" cy="70560"/>
              </p14:xfrm>
            </p:contentPart>
          </mc:Choice>
          <mc:Fallback xmlns="">
            <p:pic>
              <p:nvPicPr>
                <p:cNvPr id="162" name="Ink 161">
                  <a:extLst>
                    <a:ext uri="{FF2B5EF4-FFF2-40B4-BE49-F238E27FC236}">
                      <a16:creationId xmlns:a16="http://schemas.microsoft.com/office/drawing/2014/main" id="{5E4D41DF-BFC8-0653-3687-6C781E613992}"/>
                    </a:ext>
                  </a:extLst>
                </p:cNvPr>
                <p:cNvPicPr/>
                <p:nvPr/>
              </p:nvPicPr>
              <p:blipFill>
                <a:blip r:embed="rId141"/>
                <a:stretch>
                  <a:fillRect/>
                </a:stretch>
              </p:blipFill>
              <p:spPr>
                <a:xfrm>
                  <a:off x="5743193" y="5504853"/>
                  <a:ext cx="70920" cy="79200"/>
                </a:xfrm>
                <a:prstGeom prst="rect">
                  <a:avLst/>
                </a:prstGeom>
              </p:spPr>
            </p:pic>
          </mc:Fallback>
        </mc:AlternateContent>
      </p:grpSp>
      <p:sp>
        <p:nvSpPr>
          <p:cNvPr id="172" name="TextBox 171">
            <a:extLst>
              <a:ext uri="{FF2B5EF4-FFF2-40B4-BE49-F238E27FC236}">
                <a16:creationId xmlns:a16="http://schemas.microsoft.com/office/drawing/2014/main" id="{D3BAEE82-E8EE-8C3C-4F79-2CF2AEFC0942}"/>
              </a:ext>
            </a:extLst>
          </p:cNvPr>
          <p:cNvSpPr txBox="1"/>
          <p:nvPr/>
        </p:nvSpPr>
        <p:spPr>
          <a:xfrm>
            <a:off x="5005349" y="6174282"/>
            <a:ext cx="174089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b="1" dirty="0"/>
              <a:t>Arrange the columns this way so you can </a:t>
            </a:r>
            <a:r>
              <a:rPr lang="en-US" sz="800" b="1" dirty="0">
                <a:highlight>
                  <a:srgbClr val="FFFF00"/>
                </a:highlight>
              </a:rPr>
              <a:t>copy and paste </a:t>
            </a:r>
            <a:r>
              <a:rPr lang="en-US" sz="800" b="1" dirty="0"/>
              <a:t>the data into CHEMCAD.</a:t>
            </a:r>
          </a:p>
        </p:txBody>
      </p:sp>
      <p:sp>
        <p:nvSpPr>
          <p:cNvPr id="173" name="TextBox 172">
            <a:extLst>
              <a:ext uri="{FF2B5EF4-FFF2-40B4-BE49-F238E27FC236}">
                <a16:creationId xmlns:a16="http://schemas.microsoft.com/office/drawing/2014/main" id="{C21222C1-CC80-1F79-F030-70835D98CE28}"/>
              </a:ext>
            </a:extLst>
          </p:cNvPr>
          <p:cNvSpPr txBox="1"/>
          <p:nvPr/>
        </p:nvSpPr>
        <p:spPr>
          <a:xfrm>
            <a:off x="7547218" y="6174282"/>
            <a:ext cx="123158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b="1" dirty="0"/>
              <a:t>Do the same procedure for vol%</a:t>
            </a:r>
          </a:p>
        </p:txBody>
      </p:sp>
      <p:sp>
        <p:nvSpPr>
          <p:cNvPr id="174" name="TextBox 173">
            <a:extLst>
              <a:ext uri="{FF2B5EF4-FFF2-40B4-BE49-F238E27FC236}">
                <a16:creationId xmlns:a16="http://schemas.microsoft.com/office/drawing/2014/main" id="{14B073D8-0F94-C76A-2931-099451254549}"/>
              </a:ext>
            </a:extLst>
          </p:cNvPr>
          <p:cNvSpPr txBox="1"/>
          <p:nvPr/>
        </p:nvSpPr>
        <p:spPr>
          <a:xfrm>
            <a:off x="4699912" y="1272530"/>
            <a:ext cx="157388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b="1" dirty="0"/>
              <a:t>For this project, light ends are methane, ethane, propane, i-butane, and n-butane.</a:t>
            </a:r>
          </a:p>
        </p:txBody>
      </p:sp>
      <p:grpSp>
        <p:nvGrpSpPr>
          <p:cNvPr id="180" name="Group 179">
            <a:extLst>
              <a:ext uri="{FF2B5EF4-FFF2-40B4-BE49-F238E27FC236}">
                <a16:creationId xmlns:a16="http://schemas.microsoft.com/office/drawing/2014/main" id="{ADCF5FAC-91FF-67DF-FCEC-1754D180C1DA}"/>
              </a:ext>
            </a:extLst>
          </p:cNvPr>
          <p:cNvGrpSpPr/>
          <p:nvPr/>
        </p:nvGrpSpPr>
        <p:grpSpPr>
          <a:xfrm>
            <a:off x="4671560" y="1288087"/>
            <a:ext cx="1515960" cy="2198160"/>
            <a:chOff x="4671560" y="1288087"/>
            <a:chExt cx="1515960" cy="21981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42">
              <p14:nvContentPartPr>
                <p14:cNvPr id="175" name="Ink 174">
                  <a:extLst>
                    <a:ext uri="{FF2B5EF4-FFF2-40B4-BE49-F238E27FC236}">
                      <a16:creationId xmlns:a16="http://schemas.microsoft.com/office/drawing/2014/main" id="{956D9952-D01C-89EA-0042-8D398706C08A}"/>
                    </a:ext>
                  </a:extLst>
                </p14:cNvPr>
                <p14:cNvContentPartPr/>
                <p14:nvPr/>
              </p14:nvContentPartPr>
              <p14:xfrm>
                <a:off x="4671560" y="1288087"/>
                <a:ext cx="1515960" cy="472680"/>
              </p14:xfrm>
            </p:contentPart>
          </mc:Choice>
          <mc:Fallback xmlns="">
            <p:pic>
              <p:nvPicPr>
                <p:cNvPr id="175" name="Ink 174">
                  <a:extLst>
                    <a:ext uri="{FF2B5EF4-FFF2-40B4-BE49-F238E27FC236}">
                      <a16:creationId xmlns:a16="http://schemas.microsoft.com/office/drawing/2014/main" id="{956D9952-D01C-89EA-0042-8D398706C08A}"/>
                    </a:ext>
                  </a:extLst>
                </p:cNvPr>
                <p:cNvPicPr/>
                <p:nvPr/>
              </p:nvPicPr>
              <p:blipFill>
                <a:blip r:embed="rId143"/>
                <a:stretch>
                  <a:fillRect/>
                </a:stretch>
              </p:blipFill>
              <p:spPr>
                <a:xfrm>
                  <a:off x="4665440" y="1281967"/>
                  <a:ext cx="1528200" cy="484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4">
              <p14:nvContentPartPr>
                <p14:cNvPr id="176" name="Ink 175">
                  <a:extLst>
                    <a:ext uri="{FF2B5EF4-FFF2-40B4-BE49-F238E27FC236}">
                      <a16:creationId xmlns:a16="http://schemas.microsoft.com/office/drawing/2014/main" id="{9A1263A4-E079-2296-FA39-B6E23981FBA0}"/>
                    </a:ext>
                  </a:extLst>
                </p14:cNvPr>
                <p14:cNvContentPartPr/>
                <p14:nvPr/>
              </p14:nvContentPartPr>
              <p14:xfrm>
                <a:off x="5224160" y="3267367"/>
                <a:ext cx="443160" cy="218880"/>
              </p14:xfrm>
            </p:contentPart>
          </mc:Choice>
          <mc:Fallback xmlns="">
            <p:pic>
              <p:nvPicPr>
                <p:cNvPr id="176" name="Ink 175">
                  <a:extLst>
                    <a:ext uri="{FF2B5EF4-FFF2-40B4-BE49-F238E27FC236}">
                      <a16:creationId xmlns:a16="http://schemas.microsoft.com/office/drawing/2014/main" id="{9A1263A4-E079-2296-FA39-B6E23981FBA0}"/>
                    </a:ext>
                  </a:extLst>
                </p:cNvPr>
                <p:cNvPicPr/>
                <p:nvPr/>
              </p:nvPicPr>
              <p:blipFill>
                <a:blip r:embed="rId145"/>
                <a:stretch>
                  <a:fillRect/>
                </a:stretch>
              </p:blipFill>
              <p:spPr>
                <a:xfrm>
                  <a:off x="5218040" y="3261247"/>
                  <a:ext cx="455400" cy="231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6">
              <p14:nvContentPartPr>
                <p14:cNvPr id="178" name="Ink 177">
                  <a:extLst>
                    <a:ext uri="{FF2B5EF4-FFF2-40B4-BE49-F238E27FC236}">
                      <a16:creationId xmlns:a16="http://schemas.microsoft.com/office/drawing/2014/main" id="{4A88C89F-B0CC-2F83-E702-DCFF2202E046}"/>
                    </a:ext>
                  </a:extLst>
                </p14:cNvPr>
                <p14:cNvContentPartPr/>
                <p14:nvPr/>
              </p14:nvContentPartPr>
              <p14:xfrm>
                <a:off x="5412440" y="1768327"/>
                <a:ext cx="73080" cy="1478880"/>
              </p14:xfrm>
            </p:contentPart>
          </mc:Choice>
          <mc:Fallback xmlns="">
            <p:pic>
              <p:nvPicPr>
                <p:cNvPr id="178" name="Ink 177">
                  <a:extLst>
                    <a:ext uri="{FF2B5EF4-FFF2-40B4-BE49-F238E27FC236}">
                      <a16:creationId xmlns:a16="http://schemas.microsoft.com/office/drawing/2014/main" id="{4A88C89F-B0CC-2F83-E702-DCFF2202E046}"/>
                    </a:ext>
                  </a:extLst>
                </p:cNvPr>
                <p:cNvPicPr/>
                <p:nvPr/>
              </p:nvPicPr>
              <p:blipFill>
                <a:blip r:embed="rId147"/>
                <a:stretch>
                  <a:fillRect/>
                </a:stretch>
              </p:blipFill>
              <p:spPr>
                <a:xfrm>
                  <a:off x="5406320" y="1762207"/>
                  <a:ext cx="85320" cy="1491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8">
              <p14:nvContentPartPr>
                <p14:cNvPr id="179" name="Ink 178">
                  <a:extLst>
                    <a:ext uri="{FF2B5EF4-FFF2-40B4-BE49-F238E27FC236}">
                      <a16:creationId xmlns:a16="http://schemas.microsoft.com/office/drawing/2014/main" id="{45421E8B-D328-6BC0-D568-4F0CC5881B64}"/>
                    </a:ext>
                  </a:extLst>
                </p14:cNvPr>
                <p14:cNvContentPartPr/>
                <p14:nvPr/>
              </p14:nvContentPartPr>
              <p14:xfrm>
                <a:off x="5421080" y="3177007"/>
                <a:ext cx="109080" cy="118800"/>
              </p14:xfrm>
            </p:contentPart>
          </mc:Choice>
          <mc:Fallback xmlns="">
            <p:pic>
              <p:nvPicPr>
                <p:cNvPr id="179" name="Ink 178">
                  <a:extLst>
                    <a:ext uri="{FF2B5EF4-FFF2-40B4-BE49-F238E27FC236}">
                      <a16:creationId xmlns:a16="http://schemas.microsoft.com/office/drawing/2014/main" id="{45421E8B-D328-6BC0-D568-4F0CC5881B64}"/>
                    </a:ext>
                  </a:extLst>
                </p:cNvPr>
                <p:cNvPicPr/>
                <p:nvPr/>
              </p:nvPicPr>
              <p:blipFill>
                <a:blip r:embed="rId149"/>
                <a:stretch>
                  <a:fillRect/>
                </a:stretch>
              </p:blipFill>
              <p:spPr>
                <a:xfrm>
                  <a:off x="5414960" y="3170887"/>
                  <a:ext cx="121320" cy="1310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50">
            <p14:nvContentPartPr>
              <p14:cNvPr id="181" name="Ink 180">
                <a:extLst>
                  <a:ext uri="{FF2B5EF4-FFF2-40B4-BE49-F238E27FC236}">
                    <a16:creationId xmlns:a16="http://schemas.microsoft.com/office/drawing/2014/main" id="{717DDAAB-7B76-1937-80D1-10E7317F875F}"/>
                  </a:ext>
                </a:extLst>
              </p14:cNvPr>
              <p14:cNvContentPartPr/>
              <p14:nvPr/>
            </p14:nvContentPartPr>
            <p14:xfrm>
              <a:off x="7016600" y="4051447"/>
              <a:ext cx="1762200" cy="1639800"/>
            </p14:xfrm>
          </p:contentPart>
        </mc:Choice>
        <mc:Fallback xmlns="">
          <p:pic>
            <p:nvPicPr>
              <p:cNvPr id="181" name="Ink 180">
                <a:extLst>
                  <a:ext uri="{FF2B5EF4-FFF2-40B4-BE49-F238E27FC236}">
                    <a16:creationId xmlns:a16="http://schemas.microsoft.com/office/drawing/2014/main" id="{717DDAAB-7B76-1937-80D1-10E7317F875F}"/>
                  </a:ext>
                </a:extLst>
              </p:cNvPr>
              <p:cNvPicPr/>
              <p:nvPr/>
            </p:nvPicPr>
            <p:blipFill>
              <a:blip r:embed="rId151"/>
              <a:stretch>
                <a:fillRect/>
              </a:stretch>
            </p:blipFill>
            <p:spPr>
              <a:xfrm>
                <a:off x="7010480" y="4045327"/>
                <a:ext cx="1774440" cy="1652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2">
            <p14:nvContentPartPr>
              <p14:cNvPr id="182" name="Ink 181">
                <a:extLst>
                  <a:ext uri="{FF2B5EF4-FFF2-40B4-BE49-F238E27FC236}">
                    <a16:creationId xmlns:a16="http://schemas.microsoft.com/office/drawing/2014/main" id="{7286ACA2-7AF0-C368-9623-880E773594CB}"/>
                  </a:ext>
                </a:extLst>
              </p14:cNvPr>
              <p14:cNvContentPartPr/>
              <p14:nvPr/>
            </p14:nvContentPartPr>
            <p14:xfrm>
              <a:off x="7501160" y="6125887"/>
              <a:ext cx="1245600" cy="459720"/>
            </p14:xfrm>
          </p:contentPart>
        </mc:Choice>
        <mc:Fallback xmlns="">
          <p:pic>
            <p:nvPicPr>
              <p:cNvPr id="182" name="Ink 181">
                <a:extLst>
                  <a:ext uri="{FF2B5EF4-FFF2-40B4-BE49-F238E27FC236}">
                    <a16:creationId xmlns:a16="http://schemas.microsoft.com/office/drawing/2014/main" id="{7286ACA2-7AF0-C368-9623-880E773594CB}"/>
                  </a:ext>
                </a:extLst>
              </p:cNvPr>
              <p:cNvPicPr/>
              <p:nvPr/>
            </p:nvPicPr>
            <p:blipFill>
              <a:blip r:embed="rId153"/>
              <a:stretch>
                <a:fillRect/>
              </a:stretch>
            </p:blipFill>
            <p:spPr>
              <a:xfrm>
                <a:off x="7495040" y="6119767"/>
                <a:ext cx="1257840" cy="471960"/>
              </a:xfrm>
              <a:prstGeom prst="rect">
                <a:avLst/>
              </a:prstGeom>
            </p:spPr>
          </p:pic>
        </mc:Fallback>
      </mc:AlternateContent>
      <p:grpSp>
        <p:nvGrpSpPr>
          <p:cNvPr id="186" name="Group 185">
            <a:extLst>
              <a:ext uri="{FF2B5EF4-FFF2-40B4-BE49-F238E27FC236}">
                <a16:creationId xmlns:a16="http://schemas.microsoft.com/office/drawing/2014/main" id="{651FC631-68DB-16FE-6772-FFEEDD3BEFE3}"/>
              </a:ext>
            </a:extLst>
          </p:cNvPr>
          <p:cNvGrpSpPr/>
          <p:nvPr/>
        </p:nvGrpSpPr>
        <p:grpSpPr>
          <a:xfrm>
            <a:off x="8049800" y="5652847"/>
            <a:ext cx="100080" cy="472680"/>
            <a:chOff x="8049800" y="5652847"/>
            <a:chExt cx="100080" cy="4726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54">
              <p14:nvContentPartPr>
                <p14:cNvPr id="183" name="Ink 182">
                  <a:extLst>
                    <a:ext uri="{FF2B5EF4-FFF2-40B4-BE49-F238E27FC236}">
                      <a16:creationId xmlns:a16="http://schemas.microsoft.com/office/drawing/2014/main" id="{67AF029F-1124-771B-5DC4-4831CC176151}"/>
                    </a:ext>
                  </a:extLst>
                </p14:cNvPr>
                <p14:cNvContentPartPr/>
                <p14:nvPr/>
              </p14:nvContentPartPr>
              <p14:xfrm>
                <a:off x="8071400" y="5673727"/>
                <a:ext cx="78480" cy="451800"/>
              </p14:xfrm>
            </p:contentPart>
          </mc:Choice>
          <mc:Fallback xmlns="">
            <p:pic>
              <p:nvPicPr>
                <p:cNvPr id="183" name="Ink 182">
                  <a:extLst>
                    <a:ext uri="{FF2B5EF4-FFF2-40B4-BE49-F238E27FC236}">
                      <a16:creationId xmlns:a16="http://schemas.microsoft.com/office/drawing/2014/main" id="{67AF029F-1124-771B-5DC4-4831CC176151}"/>
                    </a:ext>
                  </a:extLst>
                </p:cNvPr>
                <p:cNvPicPr/>
                <p:nvPr/>
              </p:nvPicPr>
              <p:blipFill>
                <a:blip r:embed="rId155"/>
                <a:stretch>
                  <a:fillRect/>
                </a:stretch>
              </p:blipFill>
              <p:spPr>
                <a:xfrm>
                  <a:off x="8065280" y="5667607"/>
                  <a:ext cx="90720" cy="464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6">
              <p14:nvContentPartPr>
                <p14:cNvPr id="184" name="Ink 183">
                  <a:extLst>
                    <a:ext uri="{FF2B5EF4-FFF2-40B4-BE49-F238E27FC236}">
                      <a16:creationId xmlns:a16="http://schemas.microsoft.com/office/drawing/2014/main" id="{44327D87-527B-9B50-5143-5B193C774E28}"/>
                    </a:ext>
                  </a:extLst>
                </p14:cNvPr>
                <p14:cNvContentPartPr/>
                <p14:nvPr/>
              </p14:nvContentPartPr>
              <p14:xfrm>
                <a:off x="8075000" y="5652847"/>
                <a:ext cx="54720" cy="141480"/>
              </p14:xfrm>
            </p:contentPart>
          </mc:Choice>
          <mc:Fallback xmlns="">
            <p:pic>
              <p:nvPicPr>
                <p:cNvPr id="184" name="Ink 183">
                  <a:extLst>
                    <a:ext uri="{FF2B5EF4-FFF2-40B4-BE49-F238E27FC236}">
                      <a16:creationId xmlns:a16="http://schemas.microsoft.com/office/drawing/2014/main" id="{44327D87-527B-9B50-5143-5B193C774E28}"/>
                    </a:ext>
                  </a:extLst>
                </p:cNvPr>
                <p:cNvPicPr/>
                <p:nvPr/>
              </p:nvPicPr>
              <p:blipFill>
                <a:blip r:embed="rId157"/>
                <a:stretch>
                  <a:fillRect/>
                </a:stretch>
              </p:blipFill>
              <p:spPr>
                <a:xfrm>
                  <a:off x="8068880" y="5646727"/>
                  <a:ext cx="66960" cy="153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8">
              <p14:nvContentPartPr>
                <p14:cNvPr id="185" name="Ink 184">
                  <a:extLst>
                    <a:ext uri="{FF2B5EF4-FFF2-40B4-BE49-F238E27FC236}">
                      <a16:creationId xmlns:a16="http://schemas.microsoft.com/office/drawing/2014/main" id="{615C0959-F5BF-F30B-E432-9BAD2188F5B0}"/>
                    </a:ext>
                  </a:extLst>
                </p14:cNvPr>
                <p14:cNvContentPartPr/>
                <p14:nvPr/>
              </p14:nvContentPartPr>
              <p14:xfrm>
                <a:off x="8049800" y="5666527"/>
                <a:ext cx="47520" cy="84960"/>
              </p14:xfrm>
            </p:contentPart>
          </mc:Choice>
          <mc:Fallback xmlns="">
            <p:pic>
              <p:nvPicPr>
                <p:cNvPr id="185" name="Ink 184">
                  <a:extLst>
                    <a:ext uri="{FF2B5EF4-FFF2-40B4-BE49-F238E27FC236}">
                      <a16:creationId xmlns:a16="http://schemas.microsoft.com/office/drawing/2014/main" id="{615C0959-F5BF-F30B-E432-9BAD2188F5B0}"/>
                    </a:ext>
                  </a:extLst>
                </p:cNvPr>
                <p:cNvPicPr/>
                <p:nvPr/>
              </p:nvPicPr>
              <p:blipFill>
                <a:blip r:embed="rId159"/>
                <a:stretch>
                  <a:fillRect/>
                </a:stretch>
              </p:blipFill>
              <p:spPr>
                <a:xfrm>
                  <a:off x="8043680" y="5660407"/>
                  <a:ext cx="59760" cy="97200"/>
                </a:xfrm>
                <a:prstGeom prst="rect">
                  <a:avLst/>
                </a:prstGeom>
              </p:spPr>
            </p:pic>
          </mc:Fallback>
        </mc:AlternateContent>
      </p:grpSp>
      <p:sp>
        <p:nvSpPr>
          <p:cNvPr id="187" name="TextBox 186">
            <a:extLst>
              <a:ext uri="{FF2B5EF4-FFF2-40B4-BE49-F238E27FC236}">
                <a16:creationId xmlns:a16="http://schemas.microsoft.com/office/drawing/2014/main" id="{7EE14B56-0906-F22E-4A1B-516DDE371A43}"/>
              </a:ext>
            </a:extLst>
          </p:cNvPr>
          <p:cNvSpPr txBox="1"/>
          <p:nvPr/>
        </p:nvSpPr>
        <p:spPr>
          <a:xfrm>
            <a:off x="6979920" y="2918175"/>
            <a:ext cx="162095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 dirty="0"/>
              <a:t>cum wt% in cell C15 is “=C14+E15”</a:t>
            </a:r>
          </a:p>
          <a:p>
            <a:r>
              <a:rPr lang="en-US" sz="800" dirty="0"/>
              <a:t>then copy down.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160">
            <p14:nvContentPartPr>
              <p14:cNvPr id="191" name="Ink 190">
                <a:extLst>
                  <a:ext uri="{FF2B5EF4-FFF2-40B4-BE49-F238E27FC236}">
                    <a16:creationId xmlns:a16="http://schemas.microsoft.com/office/drawing/2014/main" id="{6F6C450A-7109-1715-01B7-03C638A1E1A9}"/>
                  </a:ext>
                </a:extLst>
              </p14:cNvPr>
              <p14:cNvContentPartPr/>
              <p14:nvPr/>
            </p14:nvContentPartPr>
            <p14:xfrm>
              <a:off x="5082513" y="6600473"/>
              <a:ext cx="1613520" cy="26640"/>
            </p14:xfrm>
          </p:contentPart>
        </mc:Choice>
        <mc:Fallback xmlns="">
          <p:pic>
            <p:nvPicPr>
              <p:cNvPr id="191" name="Ink 190">
                <a:extLst>
                  <a:ext uri="{FF2B5EF4-FFF2-40B4-BE49-F238E27FC236}">
                    <a16:creationId xmlns:a16="http://schemas.microsoft.com/office/drawing/2014/main" id="{6F6C450A-7109-1715-01B7-03C638A1E1A9}"/>
                  </a:ext>
                </a:extLst>
              </p:cNvPr>
              <p:cNvPicPr/>
              <p:nvPr/>
            </p:nvPicPr>
            <p:blipFill>
              <a:blip r:embed="rId161"/>
              <a:stretch>
                <a:fillRect/>
              </a:stretch>
            </p:blipFill>
            <p:spPr>
              <a:xfrm>
                <a:off x="5076393" y="6594353"/>
                <a:ext cx="1625760" cy="38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2">
            <p14:nvContentPartPr>
              <p14:cNvPr id="192" name="Ink 191">
                <a:extLst>
                  <a:ext uri="{FF2B5EF4-FFF2-40B4-BE49-F238E27FC236}">
                    <a16:creationId xmlns:a16="http://schemas.microsoft.com/office/drawing/2014/main" id="{1042B3B6-9A76-B760-2D3D-6847EFB832FA}"/>
                  </a:ext>
                </a:extLst>
              </p14:cNvPr>
              <p14:cNvContentPartPr/>
              <p14:nvPr/>
            </p14:nvContentPartPr>
            <p14:xfrm>
              <a:off x="5049033" y="6143993"/>
              <a:ext cx="1602720" cy="20520"/>
            </p14:xfrm>
          </p:contentPart>
        </mc:Choice>
        <mc:Fallback xmlns="">
          <p:pic>
            <p:nvPicPr>
              <p:cNvPr id="192" name="Ink 191">
                <a:extLst>
                  <a:ext uri="{FF2B5EF4-FFF2-40B4-BE49-F238E27FC236}">
                    <a16:creationId xmlns:a16="http://schemas.microsoft.com/office/drawing/2014/main" id="{1042B3B6-9A76-B760-2D3D-6847EFB832FA}"/>
                  </a:ext>
                </a:extLst>
              </p:cNvPr>
              <p:cNvPicPr/>
              <p:nvPr/>
            </p:nvPicPr>
            <p:blipFill>
              <a:blip r:embed="rId163"/>
              <a:stretch>
                <a:fillRect/>
              </a:stretch>
            </p:blipFill>
            <p:spPr>
              <a:xfrm>
                <a:off x="5042913" y="6137873"/>
                <a:ext cx="1614960" cy="32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4">
            <p14:nvContentPartPr>
              <p14:cNvPr id="193" name="Ink 192">
                <a:extLst>
                  <a:ext uri="{FF2B5EF4-FFF2-40B4-BE49-F238E27FC236}">
                    <a16:creationId xmlns:a16="http://schemas.microsoft.com/office/drawing/2014/main" id="{52F50E0B-224E-AFEF-7381-2EA79CEB46F7}"/>
                  </a:ext>
                </a:extLst>
              </p14:cNvPr>
              <p14:cNvContentPartPr/>
              <p14:nvPr/>
            </p14:nvContentPartPr>
            <p14:xfrm>
              <a:off x="6666513" y="6147593"/>
              <a:ext cx="119520" cy="460080"/>
            </p14:xfrm>
          </p:contentPart>
        </mc:Choice>
        <mc:Fallback xmlns="">
          <p:pic>
            <p:nvPicPr>
              <p:cNvPr id="193" name="Ink 192">
                <a:extLst>
                  <a:ext uri="{FF2B5EF4-FFF2-40B4-BE49-F238E27FC236}">
                    <a16:creationId xmlns:a16="http://schemas.microsoft.com/office/drawing/2014/main" id="{52F50E0B-224E-AFEF-7381-2EA79CEB46F7}"/>
                  </a:ext>
                </a:extLst>
              </p:cNvPr>
              <p:cNvPicPr/>
              <p:nvPr/>
            </p:nvPicPr>
            <p:blipFill>
              <a:blip r:embed="rId165"/>
              <a:stretch>
                <a:fillRect/>
              </a:stretch>
            </p:blipFill>
            <p:spPr>
              <a:xfrm>
                <a:off x="6660393" y="6141473"/>
                <a:ext cx="131760" cy="472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6">
            <p14:nvContentPartPr>
              <p14:cNvPr id="195" name="Ink 194">
                <a:extLst>
                  <a:ext uri="{FF2B5EF4-FFF2-40B4-BE49-F238E27FC236}">
                    <a16:creationId xmlns:a16="http://schemas.microsoft.com/office/drawing/2014/main" id="{4D805495-BD64-48C1-BC9C-F263177DE7EC}"/>
                  </a:ext>
                </a:extLst>
              </p14:cNvPr>
              <p14:cNvContentPartPr/>
              <p14:nvPr/>
            </p14:nvContentPartPr>
            <p14:xfrm>
              <a:off x="4958673" y="6171713"/>
              <a:ext cx="114480" cy="452880"/>
            </p14:xfrm>
          </p:contentPart>
        </mc:Choice>
        <mc:Fallback xmlns="">
          <p:pic>
            <p:nvPicPr>
              <p:cNvPr id="195" name="Ink 194">
                <a:extLst>
                  <a:ext uri="{FF2B5EF4-FFF2-40B4-BE49-F238E27FC236}">
                    <a16:creationId xmlns:a16="http://schemas.microsoft.com/office/drawing/2014/main" id="{4D805495-BD64-48C1-BC9C-F263177DE7EC}"/>
                  </a:ext>
                </a:extLst>
              </p:cNvPr>
              <p:cNvPicPr/>
              <p:nvPr/>
            </p:nvPicPr>
            <p:blipFill>
              <a:blip r:embed="rId167"/>
              <a:stretch>
                <a:fillRect/>
              </a:stretch>
            </p:blipFill>
            <p:spPr>
              <a:xfrm>
                <a:off x="4952553" y="6165593"/>
                <a:ext cx="126720" cy="465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8">
            <p14:nvContentPartPr>
              <p14:cNvPr id="197" name="Ink 196">
                <a:extLst>
                  <a:ext uri="{FF2B5EF4-FFF2-40B4-BE49-F238E27FC236}">
                    <a16:creationId xmlns:a16="http://schemas.microsoft.com/office/drawing/2014/main" id="{633B2866-19A0-18C1-5D7D-481E5F4B30D0}"/>
                  </a:ext>
                </a:extLst>
              </p14:cNvPr>
              <p14:cNvContentPartPr/>
              <p14:nvPr/>
            </p14:nvContentPartPr>
            <p14:xfrm>
              <a:off x="5847513" y="5816393"/>
              <a:ext cx="14760" cy="353880"/>
            </p14:xfrm>
          </p:contentPart>
        </mc:Choice>
        <mc:Fallback xmlns="">
          <p:pic>
            <p:nvPicPr>
              <p:cNvPr id="197" name="Ink 196">
                <a:extLst>
                  <a:ext uri="{FF2B5EF4-FFF2-40B4-BE49-F238E27FC236}">
                    <a16:creationId xmlns:a16="http://schemas.microsoft.com/office/drawing/2014/main" id="{633B2866-19A0-18C1-5D7D-481E5F4B30D0}"/>
                  </a:ext>
                </a:extLst>
              </p:cNvPr>
              <p:cNvPicPr/>
              <p:nvPr/>
            </p:nvPicPr>
            <p:blipFill>
              <a:blip r:embed="rId169"/>
              <a:stretch>
                <a:fillRect/>
              </a:stretch>
            </p:blipFill>
            <p:spPr>
              <a:xfrm>
                <a:off x="5841393" y="5810273"/>
                <a:ext cx="27000" cy="366120"/>
              </a:xfrm>
              <a:prstGeom prst="rect">
                <a:avLst/>
              </a:prstGeom>
            </p:spPr>
          </p:pic>
        </mc:Fallback>
      </mc:AlternateContent>
      <p:grpSp>
        <p:nvGrpSpPr>
          <p:cNvPr id="203" name="Group 202">
            <a:extLst>
              <a:ext uri="{FF2B5EF4-FFF2-40B4-BE49-F238E27FC236}">
                <a16:creationId xmlns:a16="http://schemas.microsoft.com/office/drawing/2014/main" id="{C3AF6988-A7CB-2092-EC22-0D0711E0D2C8}"/>
              </a:ext>
            </a:extLst>
          </p:cNvPr>
          <p:cNvGrpSpPr/>
          <p:nvPr/>
        </p:nvGrpSpPr>
        <p:grpSpPr>
          <a:xfrm>
            <a:off x="5344593" y="5721713"/>
            <a:ext cx="1358640" cy="182880"/>
            <a:chOff x="5344593" y="5721713"/>
            <a:chExt cx="1358640" cy="1828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70">
              <p14:nvContentPartPr>
                <p14:cNvPr id="188" name="Ink 187">
                  <a:extLst>
                    <a:ext uri="{FF2B5EF4-FFF2-40B4-BE49-F238E27FC236}">
                      <a16:creationId xmlns:a16="http://schemas.microsoft.com/office/drawing/2014/main" id="{39FE4054-0DC1-1541-0D23-94863D0AA479}"/>
                    </a:ext>
                  </a:extLst>
                </p14:cNvPr>
                <p14:cNvContentPartPr/>
                <p14:nvPr/>
              </p14:nvContentPartPr>
              <p14:xfrm>
                <a:off x="5344593" y="5721713"/>
                <a:ext cx="1358640" cy="14040"/>
              </p14:xfrm>
            </p:contentPart>
          </mc:Choice>
          <mc:Fallback xmlns="">
            <p:pic>
              <p:nvPicPr>
                <p:cNvPr id="188" name="Ink 187">
                  <a:extLst>
                    <a:ext uri="{FF2B5EF4-FFF2-40B4-BE49-F238E27FC236}">
                      <a16:creationId xmlns:a16="http://schemas.microsoft.com/office/drawing/2014/main" id="{39FE4054-0DC1-1541-0D23-94863D0AA479}"/>
                    </a:ext>
                  </a:extLst>
                </p:cNvPr>
                <p:cNvPicPr/>
                <p:nvPr/>
              </p:nvPicPr>
              <p:blipFill>
                <a:blip r:embed="rId171"/>
                <a:stretch>
                  <a:fillRect/>
                </a:stretch>
              </p:blipFill>
              <p:spPr>
                <a:xfrm>
                  <a:off x="5338473" y="5715593"/>
                  <a:ext cx="1370880" cy="26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2">
              <p14:nvContentPartPr>
                <p14:cNvPr id="189" name="Ink 188">
                  <a:extLst>
                    <a:ext uri="{FF2B5EF4-FFF2-40B4-BE49-F238E27FC236}">
                      <a16:creationId xmlns:a16="http://schemas.microsoft.com/office/drawing/2014/main" id="{8CC8196A-9926-59DB-073E-D568AF8F4D08}"/>
                    </a:ext>
                  </a:extLst>
                </p14:cNvPr>
                <p14:cNvContentPartPr/>
                <p14:nvPr/>
              </p14:nvContentPartPr>
              <p14:xfrm>
                <a:off x="5348553" y="5766353"/>
                <a:ext cx="1327680" cy="30600"/>
              </p14:xfrm>
            </p:contentPart>
          </mc:Choice>
          <mc:Fallback xmlns="">
            <p:pic>
              <p:nvPicPr>
                <p:cNvPr id="189" name="Ink 188">
                  <a:extLst>
                    <a:ext uri="{FF2B5EF4-FFF2-40B4-BE49-F238E27FC236}">
                      <a16:creationId xmlns:a16="http://schemas.microsoft.com/office/drawing/2014/main" id="{8CC8196A-9926-59DB-073E-D568AF8F4D08}"/>
                    </a:ext>
                  </a:extLst>
                </p:cNvPr>
                <p:cNvPicPr/>
                <p:nvPr/>
              </p:nvPicPr>
              <p:blipFill>
                <a:blip r:embed="rId173"/>
                <a:stretch>
                  <a:fillRect/>
                </a:stretch>
              </p:blipFill>
              <p:spPr>
                <a:xfrm>
                  <a:off x="5342433" y="5760233"/>
                  <a:ext cx="1339920" cy="42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4">
              <p14:nvContentPartPr>
                <p14:cNvPr id="201" name="Ink 200">
                  <a:extLst>
                    <a:ext uri="{FF2B5EF4-FFF2-40B4-BE49-F238E27FC236}">
                      <a16:creationId xmlns:a16="http://schemas.microsoft.com/office/drawing/2014/main" id="{D1418439-8A50-2F39-6CE9-86280BC36D63}"/>
                    </a:ext>
                  </a:extLst>
                </p14:cNvPr>
                <p14:cNvContentPartPr/>
                <p14:nvPr/>
              </p14:nvContentPartPr>
              <p14:xfrm>
                <a:off x="5868033" y="5818913"/>
                <a:ext cx="360" cy="360"/>
              </p14:xfrm>
            </p:contentPart>
          </mc:Choice>
          <mc:Fallback xmlns="">
            <p:pic>
              <p:nvPicPr>
                <p:cNvPr id="201" name="Ink 200">
                  <a:extLst>
                    <a:ext uri="{FF2B5EF4-FFF2-40B4-BE49-F238E27FC236}">
                      <a16:creationId xmlns:a16="http://schemas.microsoft.com/office/drawing/2014/main" id="{D1418439-8A50-2F39-6CE9-86280BC36D63}"/>
                    </a:ext>
                  </a:extLst>
                </p:cNvPr>
                <p:cNvPicPr/>
                <p:nvPr/>
              </p:nvPicPr>
              <p:blipFill>
                <a:blip r:embed="rId175"/>
                <a:stretch>
                  <a:fillRect/>
                </a:stretch>
              </p:blipFill>
              <p:spPr>
                <a:xfrm>
                  <a:off x="5861913" y="5812793"/>
                  <a:ext cx="12600" cy="1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6">
              <p14:nvContentPartPr>
                <p14:cNvPr id="202" name="Ink 201">
                  <a:extLst>
                    <a:ext uri="{FF2B5EF4-FFF2-40B4-BE49-F238E27FC236}">
                      <a16:creationId xmlns:a16="http://schemas.microsoft.com/office/drawing/2014/main" id="{7944EE72-A2CB-E077-D453-903120340DF7}"/>
                    </a:ext>
                  </a:extLst>
                </p14:cNvPr>
                <p14:cNvContentPartPr/>
                <p14:nvPr/>
              </p14:nvContentPartPr>
              <p14:xfrm>
                <a:off x="5817993" y="5797313"/>
                <a:ext cx="83520" cy="107280"/>
              </p14:xfrm>
            </p:contentPart>
          </mc:Choice>
          <mc:Fallback xmlns="">
            <p:pic>
              <p:nvPicPr>
                <p:cNvPr id="202" name="Ink 201">
                  <a:extLst>
                    <a:ext uri="{FF2B5EF4-FFF2-40B4-BE49-F238E27FC236}">
                      <a16:creationId xmlns:a16="http://schemas.microsoft.com/office/drawing/2014/main" id="{7944EE72-A2CB-E077-D453-903120340DF7}"/>
                    </a:ext>
                  </a:extLst>
                </p:cNvPr>
                <p:cNvPicPr/>
                <p:nvPr/>
              </p:nvPicPr>
              <p:blipFill>
                <a:blip r:embed="rId177"/>
                <a:stretch>
                  <a:fillRect/>
                </a:stretch>
              </p:blipFill>
              <p:spPr>
                <a:xfrm>
                  <a:off x="5811873" y="5791193"/>
                  <a:ext cx="95760" cy="1195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78">
            <p14:nvContentPartPr>
              <p14:cNvPr id="204" name="Ink 203">
                <a:extLst>
                  <a:ext uri="{FF2B5EF4-FFF2-40B4-BE49-F238E27FC236}">
                    <a16:creationId xmlns:a16="http://schemas.microsoft.com/office/drawing/2014/main" id="{E4AF3EEB-1545-E635-9D45-9D4C4905CC66}"/>
                  </a:ext>
                </a:extLst>
              </p14:cNvPr>
              <p14:cNvContentPartPr/>
              <p14:nvPr/>
            </p14:nvContentPartPr>
            <p14:xfrm>
              <a:off x="5274393" y="4232153"/>
              <a:ext cx="417960" cy="176760"/>
            </p14:xfrm>
          </p:contentPart>
        </mc:Choice>
        <mc:Fallback xmlns="">
          <p:pic>
            <p:nvPicPr>
              <p:cNvPr id="204" name="Ink 203">
                <a:extLst>
                  <a:ext uri="{FF2B5EF4-FFF2-40B4-BE49-F238E27FC236}">
                    <a16:creationId xmlns:a16="http://schemas.microsoft.com/office/drawing/2014/main" id="{E4AF3EEB-1545-E635-9D45-9D4C4905CC66}"/>
                  </a:ext>
                </a:extLst>
              </p:cNvPr>
              <p:cNvPicPr/>
              <p:nvPr/>
            </p:nvPicPr>
            <p:blipFill>
              <a:blip r:embed="rId179"/>
              <a:stretch>
                <a:fillRect/>
              </a:stretch>
            </p:blipFill>
            <p:spPr>
              <a:xfrm>
                <a:off x="5268273" y="4226033"/>
                <a:ext cx="430200" cy="189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0">
            <p14:nvContentPartPr>
              <p14:cNvPr id="213" name="Ink 212">
                <a:extLst>
                  <a:ext uri="{FF2B5EF4-FFF2-40B4-BE49-F238E27FC236}">
                    <a16:creationId xmlns:a16="http://schemas.microsoft.com/office/drawing/2014/main" id="{F064B3AC-E970-E69E-21A7-B1119FC5C03E}"/>
                  </a:ext>
                </a:extLst>
              </p14:cNvPr>
              <p14:cNvContentPartPr/>
              <p14:nvPr/>
            </p14:nvContentPartPr>
            <p14:xfrm>
              <a:off x="6984033" y="3191753"/>
              <a:ext cx="4680" cy="1080"/>
            </p14:xfrm>
          </p:contentPart>
        </mc:Choice>
        <mc:Fallback xmlns="">
          <p:pic>
            <p:nvPicPr>
              <p:cNvPr id="213" name="Ink 212">
                <a:extLst>
                  <a:ext uri="{FF2B5EF4-FFF2-40B4-BE49-F238E27FC236}">
                    <a16:creationId xmlns:a16="http://schemas.microsoft.com/office/drawing/2014/main" id="{F064B3AC-E970-E69E-21A7-B1119FC5C03E}"/>
                  </a:ext>
                </a:extLst>
              </p:cNvPr>
              <p:cNvPicPr/>
              <p:nvPr/>
            </p:nvPicPr>
            <p:blipFill>
              <a:blip r:embed="rId181"/>
              <a:stretch>
                <a:fillRect/>
              </a:stretch>
            </p:blipFill>
            <p:spPr>
              <a:xfrm>
                <a:off x="6977913" y="3185633"/>
                <a:ext cx="16920" cy="13320"/>
              </a:xfrm>
              <a:prstGeom prst="rect">
                <a:avLst/>
              </a:prstGeom>
            </p:spPr>
          </p:pic>
        </mc:Fallback>
      </mc:AlternateContent>
      <p:grpSp>
        <p:nvGrpSpPr>
          <p:cNvPr id="223" name="Group 222">
            <a:extLst>
              <a:ext uri="{FF2B5EF4-FFF2-40B4-BE49-F238E27FC236}">
                <a16:creationId xmlns:a16="http://schemas.microsoft.com/office/drawing/2014/main" id="{E1C9F55B-0B5B-C053-AF0F-F1572F325781}"/>
              </a:ext>
            </a:extLst>
          </p:cNvPr>
          <p:cNvGrpSpPr/>
          <p:nvPr/>
        </p:nvGrpSpPr>
        <p:grpSpPr>
          <a:xfrm>
            <a:off x="5583633" y="2923913"/>
            <a:ext cx="3000960" cy="1301040"/>
            <a:chOff x="5583633" y="2923913"/>
            <a:chExt cx="3000960" cy="13010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82">
              <p14:nvContentPartPr>
                <p14:cNvPr id="205" name="Ink 204">
                  <a:extLst>
                    <a:ext uri="{FF2B5EF4-FFF2-40B4-BE49-F238E27FC236}">
                      <a16:creationId xmlns:a16="http://schemas.microsoft.com/office/drawing/2014/main" id="{6D62325A-6CE1-EE19-F5D6-5CA59E613106}"/>
                    </a:ext>
                  </a:extLst>
                </p14:cNvPr>
                <p14:cNvContentPartPr/>
                <p14:nvPr/>
              </p14:nvContentPartPr>
              <p14:xfrm>
                <a:off x="7080513" y="2943353"/>
                <a:ext cx="360" cy="360"/>
              </p14:xfrm>
            </p:contentPart>
          </mc:Choice>
          <mc:Fallback xmlns="">
            <p:pic>
              <p:nvPicPr>
                <p:cNvPr id="205" name="Ink 204">
                  <a:extLst>
                    <a:ext uri="{FF2B5EF4-FFF2-40B4-BE49-F238E27FC236}">
                      <a16:creationId xmlns:a16="http://schemas.microsoft.com/office/drawing/2014/main" id="{6D62325A-6CE1-EE19-F5D6-5CA59E613106}"/>
                    </a:ext>
                  </a:extLst>
                </p:cNvPr>
                <p:cNvPicPr/>
                <p:nvPr/>
              </p:nvPicPr>
              <p:blipFill>
                <a:blip r:embed="rId181"/>
                <a:stretch>
                  <a:fillRect/>
                </a:stretch>
              </p:blipFill>
              <p:spPr>
                <a:xfrm>
                  <a:off x="7074393" y="2937233"/>
                  <a:ext cx="12600" cy="1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3">
              <p14:nvContentPartPr>
                <p14:cNvPr id="206" name="Ink 205">
                  <a:extLst>
                    <a:ext uri="{FF2B5EF4-FFF2-40B4-BE49-F238E27FC236}">
                      <a16:creationId xmlns:a16="http://schemas.microsoft.com/office/drawing/2014/main" id="{5806B80F-96FC-68DC-852E-C4D8BE32A515}"/>
                    </a:ext>
                  </a:extLst>
                </p14:cNvPr>
                <p14:cNvContentPartPr/>
                <p14:nvPr/>
              </p14:nvContentPartPr>
              <p14:xfrm>
                <a:off x="7050273" y="2925353"/>
                <a:ext cx="1423080" cy="18720"/>
              </p14:xfrm>
            </p:contentPart>
          </mc:Choice>
          <mc:Fallback xmlns="">
            <p:pic>
              <p:nvPicPr>
                <p:cNvPr id="206" name="Ink 205">
                  <a:extLst>
                    <a:ext uri="{FF2B5EF4-FFF2-40B4-BE49-F238E27FC236}">
                      <a16:creationId xmlns:a16="http://schemas.microsoft.com/office/drawing/2014/main" id="{5806B80F-96FC-68DC-852E-C4D8BE32A515}"/>
                    </a:ext>
                  </a:extLst>
                </p:cNvPr>
                <p:cNvPicPr/>
                <p:nvPr/>
              </p:nvPicPr>
              <p:blipFill>
                <a:blip r:embed="rId184"/>
                <a:stretch>
                  <a:fillRect/>
                </a:stretch>
              </p:blipFill>
              <p:spPr>
                <a:xfrm>
                  <a:off x="7044153" y="2919233"/>
                  <a:ext cx="1435320" cy="30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5">
              <p14:nvContentPartPr>
                <p14:cNvPr id="208" name="Ink 207">
                  <a:extLst>
                    <a:ext uri="{FF2B5EF4-FFF2-40B4-BE49-F238E27FC236}">
                      <a16:creationId xmlns:a16="http://schemas.microsoft.com/office/drawing/2014/main" id="{A7A0E352-4CB7-7589-7462-ECEC390CD0EB}"/>
                    </a:ext>
                  </a:extLst>
                </p14:cNvPr>
                <p14:cNvContentPartPr/>
                <p14:nvPr/>
              </p14:nvContentPartPr>
              <p14:xfrm>
                <a:off x="7081953" y="3211193"/>
                <a:ext cx="1353240" cy="21960"/>
              </p14:xfrm>
            </p:contentPart>
          </mc:Choice>
          <mc:Fallback xmlns="">
            <p:pic>
              <p:nvPicPr>
                <p:cNvPr id="208" name="Ink 207">
                  <a:extLst>
                    <a:ext uri="{FF2B5EF4-FFF2-40B4-BE49-F238E27FC236}">
                      <a16:creationId xmlns:a16="http://schemas.microsoft.com/office/drawing/2014/main" id="{A7A0E352-4CB7-7589-7462-ECEC390CD0EB}"/>
                    </a:ext>
                  </a:extLst>
                </p:cNvPr>
                <p:cNvPicPr/>
                <p:nvPr/>
              </p:nvPicPr>
              <p:blipFill>
                <a:blip r:embed="rId186"/>
                <a:stretch>
                  <a:fillRect/>
                </a:stretch>
              </p:blipFill>
              <p:spPr>
                <a:xfrm>
                  <a:off x="7075833" y="3205073"/>
                  <a:ext cx="1365480" cy="34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7">
              <p14:nvContentPartPr>
                <p14:cNvPr id="209" name="Ink 208">
                  <a:extLst>
                    <a:ext uri="{FF2B5EF4-FFF2-40B4-BE49-F238E27FC236}">
                      <a16:creationId xmlns:a16="http://schemas.microsoft.com/office/drawing/2014/main" id="{AE80D68D-A90E-9639-D1D8-8235AAB199C4}"/>
                    </a:ext>
                  </a:extLst>
                </p14:cNvPr>
                <p14:cNvContentPartPr/>
                <p14:nvPr/>
              </p14:nvContentPartPr>
              <p14:xfrm>
                <a:off x="6953433" y="2929313"/>
                <a:ext cx="144000" cy="280800"/>
              </p14:xfrm>
            </p:contentPart>
          </mc:Choice>
          <mc:Fallback xmlns="">
            <p:pic>
              <p:nvPicPr>
                <p:cNvPr id="209" name="Ink 208">
                  <a:extLst>
                    <a:ext uri="{FF2B5EF4-FFF2-40B4-BE49-F238E27FC236}">
                      <a16:creationId xmlns:a16="http://schemas.microsoft.com/office/drawing/2014/main" id="{AE80D68D-A90E-9639-D1D8-8235AAB199C4}"/>
                    </a:ext>
                  </a:extLst>
                </p:cNvPr>
                <p:cNvPicPr/>
                <p:nvPr/>
              </p:nvPicPr>
              <p:blipFill>
                <a:blip r:embed="rId188"/>
                <a:stretch>
                  <a:fillRect/>
                </a:stretch>
              </p:blipFill>
              <p:spPr>
                <a:xfrm>
                  <a:off x="6947313" y="2923193"/>
                  <a:ext cx="156240" cy="293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9">
              <p14:nvContentPartPr>
                <p14:cNvPr id="211" name="Ink 210">
                  <a:extLst>
                    <a:ext uri="{FF2B5EF4-FFF2-40B4-BE49-F238E27FC236}">
                      <a16:creationId xmlns:a16="http://schemas.microsoft.com/office/drawing/2014/main" id="{E9A9C79F-1225-3AC2-612D-D31E03DE477E}"/>
                    </a:ext>
                  </a:extLst>
                </p14:cNvPr>
                <p14:cNvContentPartPr/>
                <p14:nvPr/>
              </p14:nvContentPartPr>
              <p14:xfrm>
                <a:off x="8408193" y="2923913"/>
                <a:ext cx="176400" cy="307080"/>
              </p14:xfrm>
            </p:contentPart>
          </mc:Choice>
          <mc:Fallback xmlns="">
            <p:pic>
              <p:nvPicPr>
                <p:cNvPr id="211" name="Ink 210">
                  <a:extLst>
                    <a:ext uri="{FF2B5EF4-FFF2-40B4-BE49-F238E27FC236}">
                      <a16:creationId xmlns:a16="http://schemas.microsoft.com/office/drawing/2014/main" id="{E9A9C79F-1225-3AC2-612D-D31E03DE477E}"/>
                    </a:ext>
                  </a:extLst>
                </p:cNvPr>
                <p:cNvPicPr/>
                <p:nvPr/>
              </p:nvPicPr>
              <p:blipFill>
                <a:blip r:embed="rId190"/>
                <a:stretch>
                  <a:fillRect/>
                </a:stretch>
              </p:blipFill>
              <p:spPr>
                <a:xfrm>
                  <a:off x="8402073" y="2917793"/>
                  <a:ext cx="188640" cy="319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1">
              <p14:nvContentPartPr>
                <p14:cNvPr id="218" name="Ink 217">
                  <a:extLst>
                    <a:ext uri="{FF2B5EF4-FFF2-40B4-BE49-F238E27FC236}">
                      <a16:creationId xmlns:a16="http://schemas.microsoft.com/office/drawing/2014/main" id="{098F4D6F-26CE-987B-C29A-035A50EE0774}"/>
                    </a:ext>
                  </a:extLst>
                </p14:cNvPr>
                <p14:cNvContentPartPr/>
                <p14:nvPr/>
              </p14:nvContentPartPr>
              <p14:xfrm>
                <a:off x="5583633" y="3155393"/>
                <a:ext cx="1418760" cy="1056240"/>
              </p14:xfrm>
            </p:contentPart>
          </mc:Choice>
          <mc:Fallback xmlns="">
            <p:pic>
              <p:nvPicPr>
                <p:cNvPr id="218" name="Ink 217">
                  <a:extLst>
                    <a:ext uri="{FF2B5EF4-FFF2-40B4-BE49-F238E27FC236}">
                      <a16:creationId xmlns:a16="http://schemas.microsoft.com/office/drawing/2014/main" id="{098F4D6F-26CE-987B-C29A-035A50EE0774}"/>
                    </a:ext>
                  </a:extLst>
                </p:cNvPr>
                <p:cNvPicPr/>
                <p:nvPr/>
              </p:nvPicPr>
              <p:blipFill>
                <a:blip r:embed="rId192"/>
                <a:stretch>
                  <a:fillRect/>
                </a:stretch>
              </p:blipFill>
              <p:spPr>
                <a:xfrm>
                  <a:off x="5577513" y="3149273"/>
                  <a:ext cx="1431000" cy="1068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3">
              <p14:nvContentPartPr>
                <p14:cNvPr id="220" name="Ink 219">
                  <a:extLst>
                    <a:ext uri="{FF2B5EF4-FFF2-40B4-BE49-F238E27FC236}">
                      <a16:creationId xmlns:a16="http://schemas.microsoft.com/office/drawing/2014/main" id="{8EE06484-5D45-4C4A-012B-4B6018D45969}"/>
                    </a:ext>
                  </a:extLst>
                </p14:cNvPr>
                <p14:cNvContentPartPr/>
                <p14:nvPr/>
              </p14:nvContentPartPr>
              <p14:xfrm>
                <a:off x="5589033" y="4134593"/>
                <a:ext cx="62280" cy="90360"/>
              </p14:xfrm>
            </p:contentPart>
          </mc:Choice>
          <mc:Fallback xmlns="">
            <p:pic>
              <p:nvPicPr>
                <p:cNvPr id="220" name="Ink 219">
                  <a:extLst>
                    <a:ext uri="{FF2B5EF4-FFF2-40B4-BE49-F238E27FC236}">
                      <a16:creationId xmlns:a16="http://schemas.microsoft.com/office/drawing/2014/main" id="{8EE06484-5D45-4C4A-012B-4B6018D45969}"/>
                    </a:ext>
                  </a:extLst>
                </p:cNvPr>
                <p:cNvPicPr/>
                <p:nvPr/>
              </p:nvPicPr>
              <p:blipFill>
                <a:blip r:embed="rId194"/>
                <a:stretch>
                  <a:fillRect/>
                </a:stretch>
              </p:blipFill>
              <p:spPr>
                <a:xfrm>
                  <a:off x="5582913" y="4128473"/>
                  <a:ext cx="74520" cy="10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5">
              <p14:nvContentPartPr>
                <p14:cNvPr id="222" name="Ink 221">
                  <a:extLst>
                    <a:ext uri="{FF2B5EF4-FFF2-40B4-BE49-F238E27FC236}">
                      <a16:creationId xmlns:a16="http://schemas.microsoft.com/office/drawing/2014/main" id="{80B6DEB8-71F2-BFA6-C37B-D9D8198DC259}"/>
                    </a:ext>
                  </a:extLst>
                </p14:cNvPr>
                <p14:cNvContentPartPr/>
                <p14:nvPr/>
              </p14:nvContentPartPr>
              <p14:xfrm>
                <a:off x="5602353" y="4185353"/>
                <a:ext cx="87120" cy="36000"/>
              </p14:xfrm>
            </p:contentPart>
          </mc:Choice>
          <mc:Fallback xmlns="">
            <p:pic>
              <p:nvPicPr>
                <p:cNvPr id="222" name="Ink 221">
                  <a:extLst>
                    <a:ext uri="{FF2B5EF4-FFF2-40B4-BE49-F238E27FC236}">
                      <a16:creationId xmlns:a16="http://schemas.microsoft.com/office/drawing/2014/main" id="{80B6DEB8-71F2-BFA6-C37B-D9D8198DC259}"/>
                    </a:ext>
                  </a:extLst>
                </p:cNvPr>
                <p:cNvPicPr/>
                <p:nvPr/>
              </p:nvPicPr>
              <p:blipFill>
                <a:blip r:embed="rId196"/>
                <a:stretch>
                  <a:fillRect/>
                </a:stretch>
              </p:blipFill>
              <p:spPr>
                <a:xfrm>
                  <a:off x="5596233" y="4179233"/>
                  <a:ext cx="99360" cy="48240"/>
                </a:xfrm>
                <a:prstGeom prst="rect">
                  <a:avLst/>
                </a:prstGeom>
              </p:spPr>
            </p:pic>
          </mc:Fallback>
        </mc:AlternateContent>
      </p:grpSp>
      <p:sp>
        <p:nvSpPr>
          <p:cNvPr id="224" name="TextBox 223">
            <a:extLst>
              <a:ext uri="{FF2B5EF4-FFF2-40B4-BE49-F238E27FC236}">
                <a16:creationId xmlns:a16="http://schemas.microsoft.com/office/drawing/2014/main" id="{78CE4745-B815-4BE8-9501-ADFCC9A866E5}"/>
              </a:ext>
            </a:extLst>
          </p:cNvPr>
          <p:cNvSpPr txBox="1"/>
          <p:nvPr/>
        </p:nvSpPr>
        <p:spPr>
          <a:xfrm>
            <a:off x="7086600" y="1143000"/>
            <a:ext cx="252800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Note: copy and past data</a:t>
            </a:r>
          </a:p>
        </p:txBody>
      </p:sp>
      <p:sp>
        <p:nvSpPr>
          <p:cNvPr id="225" name="TextBox 224">
            <a:extLst>
              <a:ext uri="{FF2B5EF4-FFF2-40B4-BE49-F238E27FC236}">
                <a16:creationId xmlns:a16="http://schemas.microsoft.com/office/drawing/2014/main" id="{4D976737-10CC-C04C-F728-0F0F5438336C}"/>
              </a:ext>
            </a:extLst>
          </p:cNvPr>
          <p:cNvSpPr txBox="1"/>
          <p:nvPr/>
        </p:nvSpPr>
        <p:spPr>
          <a:xfrm>
            <a:off x="1755685" y="514440"/>
            <a:ext cx="563263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400" dirty="0"/>
              <a:t>Build a scratch worksheet by following the color-coded instructions  below.</a:t>
            </a:r>
          </a:p>
        </p:txBody>
      </p:sp>
    </p:spTree>
    <p:extLst>
      <p:ext uri="{BB962C8B-B14F-4D97-AF65-F5344CB8AC3E}">
        <p14:creationId xmlns:p14="http://schemas.microsoft.com/office/powerpoint/2010/main" val="42040264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15C3D5-8BA8-FE99-3C3E-86C2609F54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3D62015-041A-48BF-2973-F921C048253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948070"/>
            <a:ext cx="9144000" cy="4961860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458B7758-A7DF-7D67-7848-37BF5E15D989}"/>
                  </a:ext>
                </a:extLst>
              </p14:cNvPr>
              <p14:cNvContentPartPr/>
              <p14:nvPr/>
            </p14:nvContentPartPr>
            <p14:xfrm>
              <a:off x="2680912" y="2264548"/>
              <a:ext cx="360" cy="360"/>
            </p14:xfrm>
          </p:contentPart>
        </mc:Choice>
        <mc:Fallback xmlns=""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458B7758-A7DF-7D67-7848-37BF5E15D989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2676592" y="2260228"/>
                <a:ext cx="9000" cy="9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0D0E8331-D8BE-6B35-9069-B61CAA9DE0F2}"/>
                  </a:ext>
                </a:extLst>
              </p14:cNvPr>
              <p14:cNvContentPartPr/>
              <p14:nvPr/>
            </p14:nvContentPartPr>
            <p14:xfrm>
              <a:off x="1132552" y="991948"/>
              <a:ext cx="577800" cy="306360"/>
            </p14:xfrm>
          </p:contentPart>
        </mc:Choice>
        <mc:Fallback xmlns=""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0D0E8331-D8BE-6B35-9069-B61CAA9DE0F2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1126432" y="985828"/>
                <a:ext cx="590040" cy="318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71B340F1-30D4-C42E-FE5B-0C0CF71BE1E6}"/>
                  </a:ext>
                </a:extLst>
              </p14:cNvPr>
              <p14:cNvContentPartPr/>
              <p14:nvPr/>
            </p14:nvContentPartPr>
            <p14:xfrm>
              <a:off x="2994112" y="3202348"/>
              <a:ext cx="923040" cy="354240"/>
            </p14:xfrm>
          </p:contentPart>
        </mc:Choice>
        <mc:Fallback xmlns=""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71B340F1-30D4-C42E-FE5B-0C0CF71BE1E6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2987992" y="3196228"/>
                <a:ext cx="935280" cy="366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CAC94EB3-E650-39ED-029E-C1EB58956697}"/>
                  </a:ext>
                </a:extLst>
              </p14:cNvPr>
              <p14:cNvContentPartPr/>
              <p14:nvPr/>
            </p14:nvContentPartPr>
            <p14:xfrm>
              <a:off x="3250792" y="1196788"/>
              <a:ext cx="416520" cy="406080"/>
            </p14:xfrm>
          </p:contentPart>
        </mc:Choice>
        <mc:Fallback xmlns=""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CAC94EB3-E650-39ED-029E-C1EB58956697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3244672" y="1190668"/>
                <a:ext cx="428760" cy="418320"/>
              </a:xfrm>
              <a:prstGeom prst="rect">
                <a:avLst/>
              </a:prstGeom>
            </p:spPr>
          </p:pic>
        </mc:Fallback>
      </mc:AlternateContent>
      <p:sp>
        <p:nvSpPr>
          <p:cNvPr id="9" name="TextBox 8">
            <a:extLst>
              <a:ext uri="{FF2B5EF4-FFF2-40B4-BE49-F238E27FC236}">
                <a16:creationId xmlns:a16="http://schemas.microsoft.com/office/drawing/2014/main" id="{572EF971-4676-A83D-9983-4788EA79CD11}"/>
              </a:ext>
            </a:extLst>
          </p:cNvPr>
          <p:cNvSpPr txBox="1"/>
          <p:nvPr/>
        </p:nvSpPr>
        <p:spPr>
          <a:xfrm>
            <a:off x="914400" y="91439"/>
            <a:ext cx="7315200" cy="4572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/>
              <a:t>Open the CHEMCAD Template</a:t>
            </a:r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F037959E-FCFB-E642-1834-B00BB31322AE}"/>
              </a:ext>
            </a:extLst>
          </p:cNvPr>
          <p:cNvGrpSpPr/>
          <p:nvPr/>
        </p:nvGrpSpPr>
        <p:grpSpPr>
          <a:xfrm>
            <a:off x="2832447" y="3626429"/>
            <a:ext cx="1108440" cy="232200"/>
            <a:chOff x="2832447" y="3626429"/>
            <a:chExt cx="1108440" cy="2322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1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83EB19E5-E841-A629-B137-8350919B2ED7}"/>
                    </a:ext>
                  </a:extLst>
                </p14:cNvPr>
                <p14:cNvContentPartPr/>
                <p14:nvPr/>
              </p14:nvContentPartPr>
              <p14:xfrm>
                <a:off x="2832447" y="3664949"/>
                <a:ext cx="545040" cy="193680"/>
              </p14:xfrm>
            </p:contentPart>
          </mc:Choice>
          <mc:Fallback xmlns=""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83EB19E5-E841-A629-B137-8350919B2ED7}"/>
                    </a:ext>
                  </a:extLst>
                </p:cNvPr>
                <p:cNvPicPr/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2826327" y="3658829"/>
                  <a:ext cx="557280" cy="205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384E09C5-32F9-0822-0E5B-AD6F9D98C542}"/>
                    </a:ext>
                  </a:extLst>
                </p14:cNvPr>
                <p14:cNvContentPartPr/>
                <p14:nvPr/>
              </p14:nvContentPartPr>
              <p14:xfrm>
                <a:off x="3175887" y="3695549"/>
                <a:ext cx="360" cy="360"/>
              </p14:xfrm>
            </p:contentPart>
          </mc:Choice>
          <mc:Fallback xmlns=""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384E09C5-32F9-0822-0E5B-AD6F9D98C542}"/>
                    </a:ext>
                  </a:extLst>
                </p:cNvPr>
                <p:cNvPicPr/>
                <p:nvPr/>
              </p:nvPicPr>
              <p:blipFill>
                <a:blip r:embed="rId14"/>
                <a:stretch>
                  <a:fillRect/>
                </a:stretch>
              </p:blipFill>
              <p:spPr>
                <a:xfrm>
                  <a:off x="3169767" y="3689429"/>
                  <a:ext cx="12600" cy="1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87BDC983-3F05-E02A-F1E6-D7F80D581F4E}"/>
                    </a:ext>
                  </a:extLst>
                </p14:cNvPr>
                <p14:cNvContentPartPr/>
                <p14:nvPr/>
              </p14:nvContentPartPr>
              <p14:xfrm>
                <a:off x="3488007" y="3626429"/>
                <a:ext cx="452880" cy="171720"/>
              </p14:xfrm>
            </p:contentPart>
          </mc:Choice>
          <mc:Fallback xmlns=""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87BDC983-3F05-E02A-F1E6-D7F80D581F4E}"/>
                    </a:ext>
                  </a:extLst>
                </p:cNvPr>
                <p:cNvPicPr/>
                <p:nvPr/>
              </p:nvPicPr>
              <p:blipFill>
                <a:blip r:embed="rId16"/>
                <a:stretch>
                  <a:fillRect/>
                </a:stretch>
              </p:blipFill>
              <p:spPr>
                <a:xfrm>
                  <a:off x="3481887" y="3620309"/>
                  <a:ext cx="465120" cy="1839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2" name="Group 21">
            <a:extLst>
              <a:ext uri="{FF2B5EF4-FFF2-40B4-BE49-F238E27FC236}">
                <a16:creationId xmlns:a16="http://schemas.microsoft.com/office/drawing/2014/main" id="{543A7F2C-0F3C-77BE-7F30-82E1F63F9365}"/>
              </a:ext>
            </a:extLst>
          </p:cNvPr>
          <p:cNvGrpSpPr/>
          <p:nvPr/>
        </p:nvGrpSpPr>
        <p:grpSpPr>
          <a:xfrm>
            <a:off x="1166727" y="1246109"/>
            <a:ext cx="1007640" cy="395280"/>
            <a:chOff x="1166727" y="1246109"/>
            <a:chExt cx="1007640" cy="3952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7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10C6FFA3-CEC2-9247-0B5F-363D53479FFC}"/>
                    </a:ext>
                  </a:extLst>
                </p14:cNvPr>
                <p14:cNvContentPartPr/>
                <p14:nvPr/>
              </p14:nvContentPartPr>
              <p14:xfrm>
                <a:off x="1166727" y="1407029"/>
                <a:ext cx="411840" cy="234360"/>
              </p14:xfrm>
            </p:contentPart>
          </mc:Choice>
          <mc:Fallback xmlns=""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10C6FFA3-CEC2-9247-0B5F-363D53479FFC}"/>
                    </a:ext>
                  </a:extLst>
                </p:cNvPr>
                <p:cNvPicPr/>
                <p:nvPr/>
              </p:nvPicPr>
              <p:blipFill>
                <a:blip r:embed="rId18"/>
                <a:stretch>
                  <a:fillRect/>
                </a:stretch>
              </p:blipFill>
              <p:spPr>
                <a:xfrm>
                  <a:off x="1160607" y="1400909"/>
                  <a:ext cx="424080" cy="246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F1D99369-E5D9-717B-5B6F-594B1A072A67}"/>
                    </a:ext>
                  </a:extLst>
                </p14:cNvPr>
                <p14:cNvContentPartPr/>
                <p14:nvPr/>
              </p14:nvContentPartPr>
              <p14:xfrm>
                <a:off x="1202007" y="1486949"/>
                <a:ext cx="101160" cy="16560"/>
              </p14:xfrm>
            </p:contentPart>
          </mc:Choice>
          <mc:Fallback xmlns=""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F1D99369-E5D9-717B-5B6F-594B1A072A67}"/>
                    </a:ext>
                  </a:extLst>
                </p:cNvPr>
                <p:cNvPicPr/>
                <p:nvPr/>
              </p:nvPicPr>
              <p:blipFill>
                <a:blip r:embed="rId20"/>
                <a:stretch>
                  <a:fillRect/>
                </a:stretch>
              </p:blipFill>
              <p:spPr>
                <a:xfrm>
                  <a:off x="1195887" y="1480829"/>
                  <a:ext cx="113400" cy="28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474CF74D-2C74-6623-02AC-FBE160EE87BD}"/>
                    </a:ext>
                  </a:extLst>
                </p14:cNvPr>
                <p14:cNvContentPartPr/>
                <p14:nvPr/>
              </p14:nvContentPartPr>
              <p14:xfrm>
                <a:off x="1658847" y="1246109"/>
                <a:ext cx="515520" cy="205560"/>
              </p14:xfrm>
            </p:contentPart>
          </mc:Choice>
          <mc:Fallback xmlns=""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474CF74D-2C74-6623-02AC-FBE160EE87BD}"/>
                    </a:ext>
                  </a:extLst>
                </p:cNvPr>
                <p:cNvPicPr/>
                <p:nvPr/>
              </p:nvPicPr>
              <p:blipFill>
                <a:blip r:embed="rId22"/>
                <a:stretch>
                  <a:fillRect/>
                </a:stretch>
              </p:blipFill>
              <p:spPr>
                <a:xfrm>
                  <a:off x="1652727" y="1239989"/>
                  <a:ext cx="527760" cy="2178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5" name="Group 24">
            <a:extLst>
              <a:ext uri="{FF2B5EF4-FFF2-40B4-BE49-F238E27FC236}">
                <a16:creationId xmlns:a16="http://schemas.microsoft.com/office/drawing/2014/main" id="{E78BBDB7-42D6-7393-0721-DB1D20E29211}"/>
              </a:ext>
            </a:extLst>
          </p:cNvPr>
          <p:cNvGrpSpPr/>
          <p:nvPr/>
        </p:nvGrpSpPr>
        <p:grpSpPr>
          <a:xfrm>
            <a:off x="2383167" y="3714989"/>
            <a:ext cx="192600" cy="249840"/>
            <a:chOff x="2383167" y="3714989"/>
            <a:chExt cx="192600" cy="2498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3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201C90FF-D800-5F56-99B9-599023163CD4}"/>
                    </a:ext>
                  </a:extLst>
                </p14:cNvPr>
                <p14:cNvContentPartPr/>
                <p14:nvPr/>
              </p14:nvContentPartPr>
              <p14:xfrm>
                <a:off x="2482167" y="3785189"/>
                <a:ext cx="24480" cy="93240"/>
              </p14:xfrm>
            </p:contentPart>
          </mc:Choice>
          <mc:Fallback xmlns=""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201C90FF-D800-5F56-99B9-599023163CD4}"/>
                    </a:ext>
                  </a:extLst>
                </p:cNvPr>
                <p:cNvPicPr/>
                <p:nvPr/>
              </p:nvPicPr>
              <p:blipFill>
                <a:blip r:embed="rId24"/>
                <a:stretch>
                  <a:fillRect/>
                </a:stretch>
              </p:blipFill>
              <p:spPr>
                <a:xfrm>
                  <a:off x="2476047" y="3779069"/>
                  <a:ext cx="36720" cy="105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2B1FF92F-3904-D37F-501F-4FCA9085B43B}"/>
                    </a:ext>
                  </a:extLst>
                </p14:cNvPr>
                <p14:cNvContentPartPr/>
                <p14:nvPr/>
              </p14:nvContentPartPr>
              <p14:xfrm>
                <a:off x="2383167" y="3714989"/>
                <a:ext cx="192600" cy="249840"/>
              </p14:xfrm>
            </p:contentPart>
          </mc:Choice>
          <mc:Fallback xmlns=""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2B1FF92F-3904-D37F-501F-4FCA9085B43B}"/>
                    </a:ext>
                  </a:extLst>
                </p:cNvPr>
                <p:cNvPicPr/>
                <p:nvPr/>
              </p:nvPicPr>
              <p:blipFill>
                <a:blip r:embed="rId26"/>
                <a:stretch>
                  <a:fillRect/>
                </a:stretch>
              </p:blipFill>
              <p:spPr>
                <a:xfrm>
                  <a:off x="2377047" y="3708869"/>
                  <a:ext cx="204840" cy="2620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8" name="Group 27">
            <a:extLst>
              <a:ext uri="{FF2B5EF4-FFF2-40B4-BE49-F238E27FC236}">
                <a16:creationId xmlns:a16="http://schemas.microsoft.com/office/drawing/2014/main" id="{62F9D894-B102-A9F1-25BE-69E77A1B8B5C}"/>
              </a:ext>
            </a:extLst>
          </p:cNvPr>
          <p:cNvGrpSpPr/>
          <p:nvPr/>
        </p:nvGrpSpPr>
        <p:grpSpPr>
          <a:xfrm>
            <a:off x="1157367" y="1673069"/>
            <a:ext cx="198360" cy="274320"/>
            <a:chOff x="1157367" y="1673069"/>
            <a:chExt cx="198360" cy="2743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7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23B0C088-CC5E-1272-5F17-1A03986646B1}"/>
                    </a:ext>
                  </a:extLst>
                </p14:cNvPr>
                <p14:cNvContentPartPr/>
                <p14:nvPr/>
              </p14:nvContentPartPr>
              <p14:xfrm>
                <a:off x="1223247" y="1769189"/>
                <a:ext cx="132480" cy="56160"/>
              </p14:xfrm>
            </p:contentPart>
          </mc:Choice>
          <mc:Fallback xmlns=""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23B0C088-CC5E-1272-5F17-1A03986646B1}"/>
                    </a:ext>
                  </a:extLst>
                </p:cNvPr>
                <p:cNvPicPr/>
                <p:nvPr/>
              </p:nvPicPr>
              <p:blipFill>
                <a:blip r:embed="rId28"/>
                <a:stretch>
                  <a:fillRect/>
                </a:stretch>
              </p:blipFill>
              <p:spPr>
                <a:xfrm>
                  <a:off x="1217127" y="1763069"/>
                  <a:ext cx="144720" cy="68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F41960B9-08C6-4B05-0C06-6DFFEB2EFE6D}"/>
                    </a:ext>
                  </a:extLst>
                </p14:cNvPr>
                <p14:cNvContentPartPr/>
                <p14:nvPr/>
              </p14:nvContentPartPr>
              <p14:xfrm>
                <a:off x="1157367" y="1673069"/>
                <a:ext cx="192960" cy="274320"/>
              </p14:xfrm>
            </p:contentPart>
          </mc:Choice>
          <mc:Fallback xmlns=""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F41960B9-08C6-4B05-0C06-6DFFEB2EFE6D}"/>
                    </a:ext>
                  </a:extLst>
                </p:cNvPr>
                <p:cNvPicPr/>
                <p:nvPr/>
              </p:nvPicPr>
              <p:blipFill>
                <a:blip r:embed="rId30"/>
                <a:stretch>
                  <a:fillRect/>
                </a:stretch>
              </p:blipFill>
              <p:spPr>
                <a:xfrm>
                  <a:off x="1151247" y="1666949"/>
                  <a:ext cx="205200" cy="2865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2" name="Group 31">
            <a:extLst>
              <a:ext uri="{FF2B5EF4-FFF2-40B4-BE49-F238E27FC236}">
                <a16:creationId xmlns:a16="http://schemas.microsoft.com/office/drawing/2014/main" id="{7688BB50-463E-36B0-7242-83FBE888AC8E}"/>
              </a:ext>
            </a:extLst>
          </p:cNvPr>
          <p:cNvGrpSpPr/>
          <p:nvPr/>
        </p:nvGrpSpPr>
        <p:grpSpPr>
          <a:xfrm>
            <a:off x="2901927" y="1631309"/>
            <a:ext cx="1016640" cy="273960"/>
            <a:chOff x="2901927" y="1631309"/>
            <a:chExt cx="1016640" cy="2739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1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F6E5C152-1C33-4A16-54D0-08CD1862F9A1}"/>
                    </a:ext>
                  </a:extLst>
                </p14:cNvPr>
                <p14:cNvContentPartPr/>
                <p14:nvPr/>
              </p14:nvContentPartPr>
              <p14:xfrm>
                <a:off x="2974287" y="1697189"/>
                <a:ext cx="373320" cy="208080"/>
              </p14:xfrm>
            </p:contentPart>
          </mc:Choice>
          <mc:Fallback xmlns=""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F6E5C152-1C33-4A16-54D0-08CD1862F9A1}"/>
                    </a:ext>
                  </a:extLst>
                </p:cNvPr>
                <p:cNvPicPr/>
                <p:nvPr/>
              </p:nvPicPr>
              <p:blipFill>
                <a:blip r:embed="rId32"/>
                <a:stretch>
                  <a:fillRect/>
                </a:stretch>
              </p:blipFill>
              <p:spPr>
                <a:xfrm>
                  <a:off x="2968167" y="1691069"/>
                  <a:ext cx="385560" cy="220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4434F690-B76F-940F-BCEC-3EE82705CA56}"/>
                    </a:ext>
                  </a:extLst>
                </p14:cNvPr>
                <p14:cNvContentPartPr/>
                <p14:nvPr/>
              </p14:nvContentPartPr>
              <p14:xfrm>
                <a:off x="2901927" y="1774589"/>
                <a:ext cx="137880" cy="24480"/>
              </p14:xfrm>
            </p:contentPart>
          </mc:Choice>
          <mc:Fallback xmlns=""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4434F690-B76F-940F-BCEC-3EE82705CA56}"/>
                    </a:ext>
                  </a:extLst>
                </p:cNvPr>
                <p:cNvPicPr/>
                <p:nvPr/>
              </p:nvPicPr>
              <p:blipFill>
                <a:blip r:embed="rId34"/>
                <a:stretch>
                  <a:fillRect/>
                </a:stretch>
              </p:blipFill>
              <p:spPr>
                <a:xfrm>
                  <a:off x="2895807" y="1768469"/>
                  <a:ext cx="150120" cy="36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89A8EFB6-5A36-0026-5CD2-3EA730A7736C}"/>
                    </a:ext>
                  </a:extLst>
                </p14:cNvPr>
                <p14:cNvContentPartPr/>
                <p14:nvPr/>
              </p14:nvContentPartPr>
              <p14:xfrm>
                <a:off x="3498087" y="1631309"/>
                <a:ext cx="420480" cy="178920"/>
              </p14:xfrm>
            </p:contentPart>
          </mc:Choice>
          <mc:Fallback xmlns=""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89A8EFB6-5A36-0026-5CD2-3EA730A7736C}"/>
                    </a:ext>
                  </a:extLst>
                </p:cNvPr>
                <p:cNvPicPr/>
                <p:nvPr/>
              </p:nvPicPr>
              <p:blipFill>
                <a:blip r:embed="rId36"/>
                <a:stretch>
                  <a:fillRect/>
                </a:stretch>
              </p:blipFill>
              <p:spPr>
                <a:xfrm>
                  <a:off x="3491967" y="1625189"/>
                  <a:ext cx="432720" cy="1911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5" name="Group 34">
            <a:extLst>
              <a:ext uri="{FF2B5EF4-FFF2-40B4-BE49-F238E27FC236}">
                <a16:creationId xmlns:a16="http://schemas.microsoft.com/office/drawing/2014/main" id="{42537603-BC3B-5D78-82D5-56639E0C8874}"/>
              </a:ext>
            </a:extLst>
          </p:cNvPr>
          <p:cNvGrpSpPr/>
          <p:nvPr/>
        </p:nvGrpSpPr>
        <p:grpSpPr>
          <a:xfrm>
            <a:off x="2916327" y="1446629"/>
            <a:ext cx="225720" cy="212040"/>
            <a:chOff x="2916327" y="1446629"/>
            <a:chExt cx="225720" cy="2120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7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3E53A482-4E1F-322B-98E5-B01E9E426DAD}"/>
                    </a:ext>
                  </a:extLst>
                </p14:cNvPr>
                <p14:cNvContentPartPr/>
                <p14:nvPr/>
              </p14:nvContentPartPr>
              <p14:xfrm>
                <a:off x="2993727" y="1495949"/>
                <a:ext cx="107280" cy="119520"/>
              </p14:xfrm>
            </p:contentPart>
          </mc:Choice>
          <mc:Fallback xmlns=""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3E53A482-4E1F-322B-98E5-B01E9E426DAD}"/>
                    </a:ext>
                  </a:extLst>
                </p:cNvPr>
                <p:cNvPicPr/>
                <p:nvPr/>
              </p:nvPicPr>
              <p:blipFill>
                <a:blip r:embed="rId38"/>
                <a:stretch>
                  <a:fillRect/>
                </a:stretch>
              </p:blipFill>
              <p:spPr>
                <a:xfrm>
                  <a:off x="2987607" y="1489829"/>
                  <a:ext cx="119520" cy="131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9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348B4B98-3E12-2033-96A2-0753F3663AEC}"/>
                    </a:ext>
                  </a:extLst>
                </p14:cNvPr>
                <p14:cNvContentPartPr/>
                <p14:nvPr/>
              </p14:nvContentPartPr>
              <p14:xfrm>
                <a:off x="2916327" y="1446629"/>
                <a:ext cx="225720" cy="212040"/>
              </p14:xfrm>
            </p:contentPart>
          </mc:Choice>
          <mc:Fallback xmlns=""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348B4B98-3E12-2033-96A2-0753F3663AEC}"/>
                    </a:ext>
                  </a:extLst>
                </p:cNvPr>
                <p:cNvPicPr/>
                <p:nvPr/>
              </p:nvPicPr>
              <p:blipFill>
                <a:blip r:embed="rId40"/>
                <a:stretch>
                  <a:fillRect/>
                </a:stretch>
              </p:blipFill>
              <p:spPr>
                <a:xfrm>
                  <a:off x="2910207" y="1440509"/>
                  <a:ext cx="237960" cy="22428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345482485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69C031-1076-4509-8752-7AD8812E3C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DECEF979-25C6-279A-1203-F19611CFFD3F}"/>
              </a:ext>
            </a:extLst>
          </p:cNvPr>
          <p:cNvSpPr txBox="1"/>
          <p:nvPr/>
        </p:nvSpPr>
        <p:spPr>
          <a:xfrm>
            <a:off x="914400" y="91439"/>
            <a:ext cx="7315200" cy="4572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/>
              <a:t>Step Through the Windows…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69F26454-97C7-4A3E-5837-F6F6CA8FAED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2826" y="976975"/>
            <a:ext cx="2286000" cy="2974445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D14F8FA4-D9FA-A1BA-04D1-7D563B13715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77637" y="2815317"/>
            <a:ext cx="2743200" cy="1675275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35467A53-2C69-AE86-4272-380618DCDA9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24896" y="1591677"/>
            <a:ext cx="4480560" cy="3900881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16" name="Ink 15">
                <a:extLst>
                  <a:ext uri="{FF2B5EF4-FFF2-40B4-BE49-F238E27FC236}">
                    <a16:creationId xmlns:a16="http://schemas.microsoft.com/office/drawing/2014/main" id="{44D8D76F-3FCB-B01B-03A2-1134627382C5}"/>
                  </a:ext>
                </a:extLst>
              </p14:cNvPr>
              <p14:cNvContentPartPr/>
              <p14:nvPr/>
            </p14:nvContentPartPr>
            <p14:xfrm>
              <a:off x="2931600" y="1205170"/>
              <a:ext cx="360" cy="360"/>
            </p14:xfrm>
          </p:contentPart>
        </mc:Choice>
        <mc:Fallback xmlns="">
          <p:pic>
            <p:nvPicPr>
              <p:cNvPr id="16" name="Ink 15">
                <a:extLst>
                  <a:ext uri="{FF2B5EF4-FFF2-40B4-BE49-F238E27FC236}">
                    <a16:creationId xmlns:a16="http://schemas.microsoft.com/office/drawing/2014/main" id="{44D8D76F-3FCB-B01B-03A2-1134627382C5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2925480" y="1199050"/>
                <a:ext cx="12600" cy="12600"/>
              </a:xfrm>
              <a:prstGeom prst="rect">
                <a:avLst/>
              </a:prstGeom>
            </p:spPr>
          </p:pic>
        </mc:Fallback>
      </mc:AlternateContent>
      <p:grpSp>
        <p:nvGrpSpPr>
          <p:cNvPr id="27" name="Group 26">
            <a:extLst>
              <a:ext uri="{FF2B5EF4-FFF2-40B4-BE49-F238E27FC236}">
                <a16:creationId xmlns:a16="http://schemas.microsoft.com/office/drawing/2014/main" id="{C91BDBC4-D258-CEA4-130A-C6AEE0766858}"/>
              </a:ext>
            </a:extLst>
          </p:cNvPr>
          <p:cNvGrpSpPr/>
          <p:nvPr/>
        </p:nvGrpSpPr>
        <p:grpSpPr>
          <a:xfrm>
            <a:off x="1950960" y="1118770"/>
            <a:ext cx="1162440" cy="618480"/>
            <a:chOff x="1950960" y="1118770"/>
            <a:chExt cx="1162440" cy="6184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7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A24143BC-E6C9-D0A5-08CF-E8C4E4363073}"/>
                    </a:ext>
                  </a:extLst>
                </p14:cNvPr>
                <p14:cNvContentPartPr/>
                <p14:nvPr/>
              </p14:nvContentPartPr>
              <p14:xfrm>
                <a:off x="2055720" y="1211290"/>
                <a:ext cx="18360" cy="65160"/>
              </p14:xfrm>
            </p:contentPart>
          </mc:Choice>
          <mc:Fallback xmlns=""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A24143BC-E6C9-D0A5-08CF-E8C4E4363073}"/>
                    </a:ext>
                  </a:extLst>
                </p:cNvPr>
                <p:cNvPicPr/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2049600" y="1205170"/>
                  <a:ext cx="30600" cy="77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B9F9349F-B0E6-122A-006A-0058935B146D}"/>
                    </a:ext>
                  </a:extLst>
                </p14:cNvPr>
                <p14:cNvContentPartPr/>
                <p14:nvPr/>
              </p14:nvContentPartPr>
              <p14:xfrm>
                <a:off x="1950960" y="1118770"/>
                <a:ext cx="210960" cy="219600"/>
              </p14:xfrm>
            </p:contentPart>
          </mc:Choice>
          <mc:Fallback xmlns=""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B9F9349F-B0E6-122A-006A-0058935B146D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1944840" y="1112650"/>
                  <a:ext cx="223200" cy="231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239FD972-2AB1-243F-06D9-7405E5C765D7}"/>
                    </a:ext>
                  </a:extLst>
                </p14:cNvPr>
                <p14:cNvContentPartPr/>
                <p14:nvPr/>
              </p14:nvContentPartPr>
              <p14:xfrm>
                <a:off x="2050680" y="1381570"/>
                <a:ext cx="437400" cy="355680"/>
              </p14:xfrm>
            </p:contentPart>
          </mc:Choice>
          <mc:Fallback xmlns=""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239FD972-2AB1-243F-06D9-7405E5C765D7}"/>
                    </a:ext>
                  </a:extLst>
                </p:cNvPr>
                <p:cNvPicPr/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2044560" y="1375450"/>
                  <a:ext cx="449640" cy="367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B03FE949-01CE-FEDF-6441-8746C6D4A510}"/>
                    </a:ext>
                  </a:extLst>
                </p14:cNvPr>
                <p14:cNvContentPartPr/>
                <p14:nvPr/>
              </p14:nvContentPartPr>
              <p14:xfrm>
                <a:off x="2581680" y="1372570"/>
                <a:ext cx="480240" cy="187200"/>
              </p14:xfrm>
            </p:contentPart>
          </mc:Choice>
          <mc:Fallback xmlns=""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B03FE949-01CE-FEDF-6441-8746C6D4A510}"/>
                    </a:ext>
                  </a:extLst>
                </p:cNvPr>
                <p:cNvPicPr/>
                <p:nvPr/>
              </p:nvPicPr>
              <p:blipFill>
                <a:blip r:embed="rId14"/>
                <a:stretch>
                  <a:fillRect/>
                </a:stretch>
              </p:blipFill>
              <p:spPr>
                <a:xfrm>
                  <a:off x="2575560" y="1366450"/>
                  <a:ext cx="492480" cy="199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1E3853EA-808C-0BEB-526E-48815A46CC0C}"/>
                    </a:ext>
                  </a:extLst>
                </p14:cNvPr>
                <p14:cNvContentPartPr/>
                <p14:nvPr/>
              </p14:nvContentPartPr>
              <p14:xfrm>
                <a:off x="2849880" y="1352050"/>
                <a:ext cx="360" cy="360"/>
              </p14:xfrm>
            </p:contentPart>
          </mc:Choice>
          <mc:Fallback xmlns=""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1E3853EA-808C-0BEB-526E-48815A46CC0C}"/>
                    </a:ext>
                  </a:extLst>
                </p:cNvPr>
                <p:cNvPicPr/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2843760" y="1345930"/>
                  <a:ext cx="12600" cy="1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8A11CF7C-5182-0E47-858C-437AC0E7B9EA}"/>
                    </a:ext>
                  </a:extLst>
                </p14:cNvPr>
                <p14:cNvContentPartPr/>
                <p14:nvPr/>
              </p14:nvContentPartPr>
              <p14:xfrm>
                <a:off x="2601120" y="1565530"/>
                <a:ext cx="512280" cy="164520"/>
              </p14:xfrm>
            </p:contentPart>
          </mc:Choice>
          <mc:Fallback xmlns=""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8A11CF7C-5182-0E47-858C-437AC0E7B9EA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2595000" y="1559410"/>
                  <a:ext cx="524520" cy="1767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4" name="Group 33">
            <a:extLst>
              <a:ext uri="{FF2B5EF4-FFF2-40B4-BE49-F238E27FC236}">
                <a16:creationId xmlns:a16="http://schemas.microsoft.com/office/drawing/2014/main" id="{2BB584F7-BC73-612D-054A-857337D4CC34}"/>
              </a:ext>
            </a:extLst>
          </p:cNvPr>
          <p:cNvGrpSpPr/>
          <p:nvPr/>
        </p:nvGrpSpPr>
        <p:grpSpPr>
          <a:xfrm>
            <a:off x="3141840" y="3854770"/>
            <a:ext cx="1253880" cy="679320"/>
            <a:chOff x="3141840" y="3854770"/>
            <a:chExt cx="1253880" cy="6793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8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55F249E1-98DB-6DF6-6866-00AF8EE9E3E6}"/>
                    </a:ext>
                  </a:extLst>
                </p14:cNvPr>
                <p14:cNvContentPartPr/>
                <p14:nvPr/>
              </p14:nvContentPartPr>
              <p14:xfrm>
                <a:off x="3259920" y="3976810"/>
                <a:ext cx="112680" cy="79200"/>
              </p14:xfrm>
            </p:contentPart>
          </mc:Choice>
          <mc:Fallback xmlns=""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55F249E1-98DB-6DF6-6866-00AF8EE9E3E6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3253800" y="3970690"/>
                  <a:ext cx="124920" cy="91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7C46E308-0D64-484C-8D1B-F0A35DAA5539}"/>
                    </a:ext>
                  </a:extLst>
                </p14:cNvPr>
                <p14:cNvContentPartPr/>
                <p14:nvPr/>
              </p14:nvContentPartPr>
              <p14:xfrm>
                <a:off x="3141840" y="3854770"/>
                <a:ext cx="287280" cy="267480"/>
              </p14:xfrm>
            </p:contentPart>
          </mc:Choice>
          <mc:Fallback xmlns=""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7C46E308-0D64-484C-8D1B-F0A35DAA5539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3135720" y="3848650"/>
                  <a:ext cx="299520" cy="279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A329E1CB-A216-6C0B-4C5F-6DE88AC8CC3B}"/>
                    </a:ext>
                  </a:extLst>
                </p14:cNvPr>
                <p14:cNvContentPartPr/>
                <p14:nvPr/>
              </p14:nvContentPartPr>
              <p14:xfrm>
                <a:off x="3429120" y="4215850"/>
                <a:ext cx="467640" cy="318240"/>
              </p14:xfrm>
            </p:contentPart>
          </mc:Choice>
          <mc:Fallback xmlns=""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A329E1CB-A216-6C0B-4C5F-6DE88AC8CC3B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3423000" y="4209730"/>
                  <a:ext cx="479880" cy="330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BE55586F-3F31-F8E0-4266-2265C56BDC97}"/>
                    </a:ext>
                  </a:extLst>
                </p14:cNvPr>
                <p14:cNvContentPartPr/>
                <p14:nvPr/>
              </p14:nvContentPartPr>
              <p14:xfrm>
                <a:off x="3586800" y="3926410"/>
                <a:ext cx="371880" cy="187920"/>
              </p14:xfrm>
            </p:contentPart>
          </mc:Choice>
          <mc:Fallback xmlns=""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BE55586F-3F31-F8E0-4266-2265C56BDC97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3580680" y="3920290"/>
                  <a:ext cx="384120" cy="200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0F6B76C4-0D1E-7684-76BC-9465247F1F8C}"/>
                    </a:ext>
                  </a:extLst>
                </p14:cNvPr>
                <p14:cNvContentPartPr/>
                <p14:nvPr/>
              </p14:nvContentPartPr>
              <p14:xfrm>
                <a:off x="3560160" y="3939370"/>
                <a:ext cx="193320" cy="24120"/>
              </p14:xfrm>
            </p:contentPart>
          </mc:Choice>
          <mc:Fallback xmlns=""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0F6B76C4-0D1E-7684-76BC-9465247F1F8C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3554040" y="3933250"/>
                  <a:ext cx="205560" cy="36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B754B3D5-D017-F078-A6C6-E4790D193CDD}"/>
                    </a:ext>
                  </a:extLst>
                </p14:cNvPr>
                <p14:cNvContentPartPr/>
                <p14:nvPr/>
              </p14:nvContentPartPr>
              <p14:xfrm>
                <a:off x="4015920" y="3891850"/>
                <a:ext cx="379800" cy="233640"/>
              </p14:xfrm>
            </p:contentPart>
          </mc:Choice>
          <mc:Fallback xmlns=""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B754B3D5-D017-F078-A6C6-E4790D193CDD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4009800" y="3885730"/>
                  <a:ext cx="392040" cy="2458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8" name="Group 47">
            <a:extLst>
              <a:ext uri="{FF2B5EF4-FFF2-40B4-BE49-F238E27FC236}">
                <a16:creationId xmlns:a16="http://schemas.microsoft.com/office/drawing/2014/main" id="{B2E0F1D0-408A-1F71-D18A-66DD32ABED3E}"/>
              </a:ext>
            </a:extLst>
          </p:cNvPr>
          <p:cNvGrpSpPr/>
          <p:nvPr/>
        </p:nvGrpSpPr>
        <p:grpSpPr>
          <a:xfrm>
            <a:off x="4754350" y="1617730"/>
            <a:ext cx="2683440" cy="2025720"/>
            <a:chOff x="4754350" y="1617730"/>
            <a:chExt cx="2683440" cy="20257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0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366B2E5E-0920-860A-BA3E-810F0FDA4D82}"/>
                    </a:ext>
                  </a:extLst>
                </p14:cNvPr>
                <p14:cNvContentPartPr/>
                <p14:nvPr/>
              </p14:nvContentPartPr>
              <p14:xfrm>
                <a:off x="4777390" y="2019130"/>
                <a:ext cx="2543400" cy="1624320"/>
              </p14:xfrm>
            </p:contentPart>
          </mc:Choice>
          <mc:Fallback xmlns=""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366B2E5E-0920-860A-BA3E-810F0FDA4D82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4771270" y="2013010"/>
                  <a:ext cx="2555640" cy="1636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E3051AF2-DD84-5D6A-5E83-2FFEF9C2D7F4}"/>
                    </a:ext>
                  </a:extLst>
                </p14:cNvPr>
                <p14:cNvContentPartPr/>
                <p14:nvPr/>
              </p14:nvContentPartPr>
              <p14:xfrm>
                <a:off x="5266270" y="1836970"/>
                <a:ext cx="214920" cy="222120"/>
              </p14:xfrm>
            </p:contentPart>
          </mc:Choice>
          <mc:Fallback xmlns=""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E3051AF2-DD84-5D6A-5E83-2FFEF9C2D7F4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5260150" y="1830850"/>
                  <a:ext cx="227160" cy="234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3C7A4105-F286-7C9F-3B76-336100A6CEE9}"/>
                    </a:ext>
                  </a:extLst>
                </p14:cNvPr>
                <p14:cNvContentPartPr/>
                <p14:nvPr/>
              </p14:nvContentPartPr>
              <p14:xfrm>
                <a:off x="5618710" y="1749130"/>
                <a:ext cx="204840" cy="205920"/>
              </p14:xfrm>
            </p:contentPart>
          </mc:Choice>
          <mc:Fallback xmlns=""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3C7A4105-F286-7C9F-3B76-336100A6CEE9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5612590" y="1743010"/>
                  <a:ext cx="217080" cy="218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2DE38EA7-2487-F5F3-84AD-FA20A26B5ABA}"/>
                    </a:ext>
                  </a:extLst>
                </p14:cNvPr>
                <p14:cNvContentPartPr/>
                <p14:nvPr/>
              </p14:nvContentPartPr>
              <p14:xfrm>
                <a:off x="5598190" y="1783330"/>
                <a:ext cx="194400" cy="28080"/>
              </p14:xfrm>
            </p:contentPart>
          </mc:Choice>
          <mc:Fallback xmlns=""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2DE38EA7-2487-F5F3-84AD-FA20A26B5ABA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5592070" y="1777210"/>
                  <a:ext cx="206640" cy="40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020DB27A-528F-D574-E877-8B15EB763B36}"/>
                    </a:ext>
                  </a:extLst>
                </p14:cNvPr>
                <p14:cNvContentPartPr/>
                <p14:nvPr/>
              </p14:nvContentPartPr>
              <p14:xfrm>
                <a:off x="6014350" y="1672090"/>
                <a:ext cx="557640" cy="213120"/>
              </p14:xfrm>
            </p:contentPart>
          </mc:Choice>
          <mc:Fallback xmlns=""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020DB27A-528F-D574-E877-8B15EB763B36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6008230" y="1665970"/>
                  <a:ext cx="569880" cy="225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0B2AD6A1-D12D-0E06-3120-18EAA4E80C6E}"/>
                    </a:ext>
                  </a:extLst>
                </p14:cNvPr>
                <p14:cNvContentPartPr/>
                <p14:nvPr/>
              </p14:nvContentPartPr>
              <p14:xfrm>
                <a:off x="6378310" y="1672810"/>
                <a:ext cx="205920" cy="35640"/>
              </p14:xfrm>
            </p:contentPart>
          </mc:Choice>
          <mc:Fallback xmlns=""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0B2AD6A1-D12D-0E06-3120-18EAA4E80C6E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6372190" y="1666690"/>
                  <a:ext cx="218160" cy="47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344E46EA-AFF3-289C-F224-4F2927BAAF47}"/>
                    </a:ext>
                  </a:extLst>
                </p14:cNvPr>
                <p14:cNvContentPartPr/>
                <p14:nvPr/>
              </p14:nvContentPartPr>
              <p14:xfrm>
                <a:off x="6283990" y="1727170"/>
                <a:ext cx="70560" cy="214560"/>
              </p14:xfrm>
            </p:contentPart>
          </mc:Choice>
          <mc:Fallback xmlns=""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344E46EA-AFF3-289C-F224-4F2927BAAF47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6277870" y="1721050"/>
                  <a:ext cx="82800" cy="226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38C78B9F-030A-5A8F-22D4-07C4E5415482}"/>
                    </a:ext>
                  </a:extLst>
                </p14:cNvPr>
                <p14:cNvContentPartPr/>
                <p14:nvPr/>
              </p14:nvContentPartPr>
              <p14:xfrm>
                <a:off x="6767830" y="1642210"/>
                <a:ext cx="669960" cy="193320"/>
              </p14:xfrm>
            </p:contentPart>
          </mc:Choice>
          <mc:Fallback xmlns=""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38C78B9F-030A-5A8F-22D4-07C4E5415482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6761710" y="1636090"/>
                  <a:ext cx="682200" cy="205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0B031DF6-ED21-8EE6-121E-43CB3B141C86}"/>
                    </a:ext>
                  </a:extLst>
                </p14:cNvPr>
                <p14:cNvContentPartPr/>
                <p14:nvPr/>
              </p14:nvContentPartPr>
              <p14:xfrm>
                <a:off x="7143310" y="1617730"/>
                <a:ext cx="360" cy="360"/>
              </p14:xfrm>
            </p:contentPart>
          </mc:Choice>
          <mc:Fallback xmlns=""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0B031DF6-ED21-8EE6-121E-43CB3B141C86}"/>
                    </a:ext>
                  </a:extLst>
                </p:cNvPr>
                <p:cNvPicPr/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7137190" y="1611610"/>
                  <a:ext cx="12600" cy="1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7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7C1F5290-BFD1-3AF3-5261-6FA5185008B8}"/>
                    </a:ext>
                  </a:extLst>
                </p14:cNvPr>
                <p14:cNvContentPartPr/>
                <p14:nvPr/>
              </p14:nvContentPartPr>
              <p14:xfrm>
                <a:off x="4859830" y="1883410"/>
                <a:ext cx="102600" cy="155160"/>
              </p14:xfrm>
            </p:contentPart>
          </mc:Choice>
          <mc:Fallback xmlns=""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7C1F5290-BFD1-3AF3-5261-6FA5185008B8}"/>
                    </a:ext>
                  </a:extLst>
                </p:cNvPr>
                <p:cNvPicPr/>
                <p:nvPr/>
              </p:nvPicPr>
              <p:blipFill>
                <a:blip r:embed="rId48"/>
                <a:stretch>
                  <a:fillRect/>
                </a:stretch>
              </p:blipFill>
              <p:spPr>
                <a:xfrm>
                  <a:off x="4853710" y="1877290"/>
                  <a:ext cx="114840" cy="167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9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FE93572D-C7C8-5D45-4B54-C6A6990DEB86}"/>
                    </a:ext>
                  </a:extLst>
                </p14:cNvPr>
                <p14:cNvContentPartPr/>
                <p14:nvPr/>
              </p14:nvContentPartPr>
              <p14:xfrm>
                <a:off x="4754350" y="1796650"/>
                <a:ext cx="303480" cy="283680"/>
              </p14:xfrm>
            </p:contentPart>
          </mc:Choice>
          <mc:Fallback xmlns=""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FE93572D-C7C8-5D45-4B54-C6A6990DEB86}"/>
                    </a:ext>
                  </a:extLst>
                </p:cNvPr>
                <p:cNvPicPr/>
                <p:nvPr/>
              </p:nvPicPr>
              <p:blipFill>
                <a:blip r:embed="rId50"/>
                <a:stretch>
                  <a:fillRect/>
                </a:stretch>
              </p:blipFill>
              <p:spPr>
                <a:xfrm>
                  <a:off x="4748230" y="1790530"/>
                  <a:ext cx="315720" cy="29592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105613273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4255F7-2D6B-61FA-47A0-1E8090DE9F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8B0C294-5F69-0DA6-E745-BFA44950DA3C}"/>
              </a:ext>
            </a:extLst>
          </p:cNvPr>
          <p:cNvSpPr txBox="1"/>
          <p:nvPr/>
        </p:nvSpPr>
        <p:spPr>
          <a:xfrm>
            <a:off x="914400" y="91439"/>
            <a:ext cx="7315200" cy="4572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/>
              <a:t>Set Cut Ranges for the Pseudo-Components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319C89F-6DB1-E8C4-631B-3EE0FEFFBF4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948070"/>
            <a:ext cx="9144000" cy="496186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A4595006-8ABE-83D6-F3C9-9059872E150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1984" y="2064327"/>
            <a:ext cx="4156253" cy="3618534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528B8A30-66CD-9BE9-BB49-D3A51B927A08}"/>
                  </a:ext>
                </a:extLst>
              </p14:cNvPr>
              <p14:cNvContentPartPr/>
              <p14:nvPr/>
            </p14:nvContentPartPr>
            <p14:xfrm>
              <a:off x="1159420" y="3507010"/>
              <a:ext cx="2089440" cy="28080"/>
            </p14:xfrm>
          </p:contentPart>
        </mc:Choice>
        <mc:Fallback xmlns=""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528B8A30-66CD-9BE9-BB49-D3A51B927A08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153300" y="3500890"/>
                <a:ext cx="2101680" cy="40320"/>
              </a:xfrm>
              <a:prstGeom prst="rect">
                <a:avLst/>
              </a:prstGeom>
            </p:spPr>
          </p:pic>
        </mc:Fallback>
      </mc:AlternateContent>
      <p:grpSp>
        <p:nvGrpSpPr>
          <p:cNvPr id="8" name="Group 7">
            <a:extLst>
              <a:ext uri="{FF2B5EF4-FFF2-40B4-BE49-F238E27FC236}">
                <a16:creationId xmlns:a16="http://schemas.microsoft.com/office/drawing/2014/main" id="{B43FE19D-D58C-00BB-75C0-76E6F2AEF396}"/>
              </a:ext>
            </a:extLst>
          </p:cNvPr>
          <p:cNvGrpSpPr/>
          <p:nvPr/>
        </p:nvGrpSpPr>
        <p:grpSpPr>
          <a:xfrm>
            <a:off x="1067260" y="2895730"/>
            <a:ext cx="2177640" cy="605880"/>
            <a:chOff x="1067260" y="2895730"/>
            <a:chExt cx="2177640" cy="6058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6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8FC1F234-B7A1-9386-B5BF-A93DC2131C07}"/>
                    </a:ext>
                  </a:extLst>
                </p14:cNvPr>
                <p14:cNvContentPartPr/>
                <p14:nvPr/>
              </p14:nvContentPartPr>
              <p14:xfrm>
                <a:off x="1210180" y="2895730"/>
                <a:ext cx="2034720" cy="29880"/>
              </p14:xfrm>
            </p:contentPart>
          </mc:Choice>
          <mc:Fallback xmlns=""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8FC1F234-B7A1-9386-B5BF-A93DC2131C07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1204060" y="2889610"/>
                  <a:ext cx="2046960" cy="42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0AF22906-4B3F-2F2A-8654-AE366521162C}"/>
                    </a:ext>
                  </a:extLst>
                </p14:cNvPr>
                <p14:cNvContentPartPr/>
                <p14:nvPr/>
              </p14:nvContentPartPr>
              <p14:xfrm>
                <a:off x="1067260" y="2913370"/>
                <a:ext cx="172800" cy="588240"/>
              </p14:xfrm>
            </p:contentPart>
          </mc:Choice>
          <mc:Fallback xmlns=""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0AF22906-4B3F-2F2A-8654-AE366521162C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1061140" y="2907250"/>
                  <a:ext cx="185040" cy="6004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9" name="Ink 8">
                <a:extLst>
                  <a:ext uri="{FF2B5EF4-FFF2-40B4-BE49-F238E27FC236}">
                    <a16:creationId xmlns:a16="http://schemas.microsoft.com/office/drawing/2014/main" id="{D4ABB5E6-EAEA-F15B-A504-2615AAE8FB82}"/>
                  </a:ext>
                </a:extLst>
              </p14:cNvPr>
              <p14:cNvContentPartPr/>
              <p14:nvPr/>
            </p14:nvContentPartPr>
            <p14:xfrm>
              <a:off x="3245980" y="2922370"/>
              <a:ext cx="152640" cy="640080"/>
            </p14:xfrm>
          </p:contentPart>
        </mc:Choice>
        <mc:Fallback xmlns="">
          <p:pic>
            <p:nvPicPr>
              <p:cNvPr id="9" name="Ink 8">
                <a:extLst>
                  <a:ext uri="{FF2B5EF4-FFF2-40B4-BE49-F238E27FC236}">
                    <a16:creationId xmlns:a16="http://schemas.microsoft.com/office/drawing/2014/main" id="{D4ABB5E6-EAEA-F15B-A504-2615AAE8FB82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3239860" y="2916250"/>
                <a:ext cx="164880" cy="652320"/>
              </a:xfrm>
              <a:prstGeom prst="rect">
                <a:avLst/>
              </a:prstGeom>
            </p:spPr>
          </p:pic>
        </mc:Fallback>
      </mc:AlternateContent>
      <p:grpSp>
        <p:nvGrpSpPr>
          <p:cNvPr id="18" name="Group 17">
            <a:extLst>
              <a:ext uri="{FF2B5EF4-FFF2-40B4-BE49-F238E27FC236}">
                <a16:creationId xmlns:a16="http://schemas.microsoft.com/office/drawing/2014/main" id="{D139D889-1C97-5330-BBE4-AB581C647431}"/>
              </a:ext>
            </a:extLst>
          </p:cNvPr>
          <p:cNvGrpSpPr/>
          <p:nvPr/>
        </p:nvGrpSpPr>
        <p:grpSpPr>
          <a:xfrm>
            <a:off x="3392860" y="3087970"/>
            <a:ext cx="3575520" cy="436320"/>
            <a:chOff x="3392860" y="3087970"/>
            <a:chExt cx="3575520" cy="4363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2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420EF260-4C5D-FF94-0210-46771A949BEF}"/>
                    </a:ext>
                  </a:extLst>
                </p14:cNvPr>
                <p14:cNvContentPartPr/>
                <p14:nvPr/>
              </p14:nvContentPartPr>
              <p14:xfrm>
                <a:off x="5648620" y="3509890"/>
                <a:ext cx="1183680" cy="6120"/>
              </p14:xfrm>
            </p:contentPart>
          </mc:Choice>
          <mc:Fallback xmlns=""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420EF260-4C5D-FF94-0210-46771A949BEF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5642500" y="3503770"/>
                  <a:ext cx="1195920" cy="18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FDB8A3E4-5B08-9965-7045-16CFC6D848FA}"/>
                    </a:ext>
                  </a:extLst>
                </p14:cNvPr>
                <p14:cNvContentPartPr/>
                <p14:nvPr/>
              </p14:nvContentPartPr>
              <p14:xfrm>
                <a:off x="5650780" y="3127210"/>
                <a:ext cx="1102320" cy="11880"/>
              </p14:xfrm>
            </p:contentPart>
          </mc:Choice>
          <mc:Fallback xmlns=""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FDB8A3E4-5B08-9965-7045-16CFC6D848FA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5644660" y="3121090"/>
                  <a:ext cx="1114560" cy="24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97D928E8-9C8D-5D15-9137-57C9F776B9BD}"/>
                    </a:ext>
                  </a:extLst>
                </p14:cNvPr>
                <p14:cNvContentPartPr/>
                <p14:nvPr/>
              </p14:nvContentPartPr>
              <p14:xfrm>
                <a:off x="5510020" y="3110650"/>
                <a:ext cx="193320" cy="380880"/>
              </p14:xfrm>
            </p:contentPart>
          </mc:Choice>
          <mc:Fallback xmlns=""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97D928E8-9C8D-5D15-9137-57C9F776B9BD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5503900" y="3104530"/>
                  <a:ext cx="205560" cy="393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4B0B6C26-3891-C970-791C-2ECAA9611568}"/>
                    </a:ext>
                  </a:extLst>
                </p14:cNvPr>
                <p14:cNvContentPartPr/>
                <p14:nvPr/>
              </p14:nvContentPartPr>
              <p14:xfrm>
                <a:off x="6742660" y="3114250"/>
                <a:ext cx="225720" cy="410040"/>
              </p14:xfrm>
            </p:contentPart>
          </mc:Choice>
          <mc:Fallback xmlns=""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4B0B6C26-3891-C970-791C-2ECAA9611568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6736540" y="3108130"/>
                  <a:ext cx="237960" cy="422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EEC18DE4-53C4-F3D7-2CC7-EA73D9F00155}"/>
                    </a:ext>
                  </a:extLst>
                </p14:cNvPr>
                <p14:cNvContentPartPr/>
                <p14:nvPr/>
              </p14:nvContentPartPr>
              <p14:xfrm>
                <a:off x="3392860" y="3147730"/>
                <a:ext cx="2160720" cy="219240"/>
              </p14:xfrm>
            </p:contentPart>
          </mc:Choice>
          <mc:Fallback xmlns=""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EEC18DE4-53C4-F3D7-2CC7-EA73D9F00155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3386740" y="3141610"/>
                  <a:ext cx="2172960" cy="231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B60EE7E5-AAB7-443A-6CB3-1F1B807FE06F}"/>
                    </a:ext>
                  </a:extLst>
                </p14:cNvPr>
                <p14:cNvContentPartPr/>
                <p14:nvPr/>
              </p14:nvContentPartPr>
              <p14:xfrm>
                <a:off x="3412300" y="3087970"/>
                <a:ext cx="208080" cy="145080"/>
              </p14:xfrm>
            </p:contentPart>
          </mc:Choice>
          <mc:Fallback xmlns=""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B60EE7E5-AAB7-443A-6CB3-1F1B807FE06F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3406180" y="3081850"/>
                  <a:ext cx="220320" cy="1573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6" name="Group 25">
            <a:extLst>
              <a:ext uri="{FF2B5EF4-FFF2-40B4-BE49-F238E27FC236}">
                <a16:creationId xmlns:a16="http://schemas.microsoft.com/office/drawing/2014/main" id="{E1367028-CC08-7E4A-9576-1BD6BF29498E}"/>
              </a:ext>
            </a:extLst>
          </p:cNvPr>
          <p:cNvGrpSpPr/>
          <p:nvPr/>
        </p:nvGrpSpPr>
        <p:grpSpPr>
          <a:xfrm>
            <a:off x="3737740" y="2601970"/>
            <a:ext cx="2593800" cy="260640"/>
            <a:chOff x="3737740" y="2601970"/>
            <a:chExt cx="2593800" cy="2606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4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A19FFC27-7614-5AA1-D984-A9B3DB1F1916}"/>
                    </a:ext>
                  </a:extLst>
                </p14:cNvPr>
                <p14:cNvContentPartPr/>
                <p14:nvPr/>
              </p14:nvContentPartPr>
              <p14:xfrm>
                <a:off x="3737740" y="2684770"/>
                <a:ext cx="626040" cy="177840"/>
              </p14:xfrm>
            </p:contentPart>
          </mc:Choice>
          <mc:Fallback xmlns=""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A19FFC27-7614-5AA1-D984-A9B3DB1F1916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3731620" y="2678650"/>
                  <a:ext cx="638280" cy="190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578A1169-DC9F-03DE-1DF4-47A65116F42B}"/>
                    </a:ext>
                  </a:extLst>
                </p14:cNvPr>
                <p14:cNvContentPartPr/>
                <p14:nvPr/>
              </p14:nvContentPartPr>
              <p14:xfrm>
                <a:off x="4492300" y="2660290"/>
                <a:ext cx="574560" cy="190440"/>
              </p14:xfrm>
            </p:contentPart>
          </mc:Choice>
          <mc:Fallback xmlns=""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578A1169-DC9F-03DE-1DF4-47A65116F42B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4486180" y="2654170"/>
                  <a:ext cx="586800" cy="202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98083851-FE75-BAF4-26B7-F5F33DD4A2AA}"/>
                    </a:ext>
                  </a:extLst>
                </p14:cNvPr>
                <p14:cNvContentPartPr/>
                <p14:nvPr/>
              </p14:nvContentPartPr>
              <p14:xfrm>
                <a:off x="4535860" y="2664250"/>
                <a:ext cx="175320" cy="14040"/>
              </p14:xfrm>
            </p:contentPart>
          </mc:Choice>
          <mc:Fallback xmlns=""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98083851-FE75-BAF4-26B7-F5F33DD4A2AA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4529740" y="2658130"/>
                  <a:ext cx="187560" cy="26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73771C69-4E49-57EE-F5D0-C985DDA9C6BA}"/>
                    </a:ext>
                  </a:extLst>
                </p14:cNvPr>
                <p14:cNvContentPartPr/>
                <p14:nvPr/>
              </p14:nvContentPartPr>
              <p14:xfrm>
                <a:off x="5240740" y="2601970"/>
                <a:ext cx="289800" cy="196560"/>
              </p14:xfrm>
            </p:contentPart>
          </mc:Choice>
          <mc:Fallback xmlns=""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73771C69-4E49-57EE-F5D0-C985DDA9C6BA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5234620" y="2595850"/>
                  <a:ext cx="302040" cy="208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C6C4A151-3025-2828-5BB9-CDEDD5E0EAB6}"/>
                    </a:ext>
                  </a:extLst>
                </p14:cNvPr>
                <p14:cNvContentPartPr/>
                <p14:nvPr/>
              </p14:nvContentPartPr>
              <p14:xfrm>
                <a:off x="5177020" y="2653450"/>
                <a:ext cx="196920" cy="11520"/>
              </p14:xfrm>
            </p:contentPart>
          </mc:Choice>
          <mc:Fallback xmlns=""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C6C4A151-3025-2828-5BB9-CDEDD5E0EAB6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5170900" y="2647330"/>
                  <a:ext cx="209160" cy="23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6F1B39D8-ED7F-FFCE-9E69-B7AEDFB364E3}"/>
                    </a:ext>
                  </a:extLst>
                </p14:cNvPr>
                <p14:cNvContentPartPr/>
                <p14:nvPr/>
              </p14:nvContentPartPr>
              <p14:xfrm>
                <a:off x="5645380" y="2611330"/>
                <a:ext cx="686160" cy="108720"/>
              </p14:xfrm>
            </p:contentPart>
          </mc:Choice>
          <mc:Fallback xmlns=""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6F1B39D8-ED7F-FFCE-9E69-B7AEDFB364E3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5639260" y="2605210"/>
                  <a:ext cx="698400" cy="12096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364855523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F02A00-A6BC-A0BA-FF98-933460E210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D02280B6-9A81-6A3E-EC14-D74396CEB36D}"/>
              </a:ext>
            </a:extLst>
          </p:cNvPr>
          <p:cNvSpPr txBox="1"/>
          <p:nvPr/>
        </p:nvSpPr>
        <p:spPr>
          <a:xfrm>
            <a:off x="914400" y="91439"/>
            <a:ext cx="7315200" cy="4572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/>
              <a:t>Add Bulk Properties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2FE3090-F3AB-5976-4893-9D1EA610CF0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5312" y="952500"/>
            <a:ext cx="7953375" cy="4953000"/>
          </a:xfrm>
          <a:prstGeom prst="rect">
            <a:avLst/>
          </a:prstGeom>
        </p:spPr>
      </p:pic>
      <p:grpSp>
        <p:nvGrpSpPr>
          <p:cNvPr id="16" name="Group 15">
            <a:extLst>
              <a:ext uri="{FF2B5EF4-FFF2-40B4-BE49-F238E27FC236}">
                <a16:creationId xmlns:a16="http://schemas.microsoft.com/office/drawing/2014/main" id="{FF3C3CE8-9463-1B08-AF17-A16E3618C91B}"/>
              </a:ext>
            </a:extLst>
          </p:cNvPr>
          <p:cNvGrpSpPr/>
          <p:nvPr/>
        </p:nvGrpSpPr>
        <p:grpSpPr>
          <a:xfrm>
            <a:off x="5416560" y="1868790"/>
            <a:ext cx="866520" cy="726120"/>
            <a:chOff x="5416560" y="1868790"/>
            <a:chExt cx="866520" cy="7261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22448B7A-E77D-4363-8DFE-97BC70B75F5E}"/>
                    </a:ext>
                  </a:extLst>
                </p14:cNvPr>
                <p14:cNvContentPartPr/>
                <p14:nvPr/>
              </p14:nvContentPartPr>
              <p14:xfrm>
                <a:off x="5416560" y="1868790"/>
                <a:ext cx="866520" cy="333360"/>
              </p14:xfrm>
            </p:contentPart>
          </mc:Choice>
          <mc:Fallback xmlns=""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22448B7A-E77D-4363-8DFE-97BC70B75F5E}"/>
                    </a:ext>
                  </a:extLst>
                </p:cNvPr>
                <p:cNvPicPr/>
                <p:nvPr/>
              </p:nvPicPr>
              <p:blipFill>
                <a:blip r:embed="rId4"/>
                <a:stretch>
                  <a:fillRect/>
                </a:stretch>
              </p:blipFill>
              <p:spPr>
                <a:xfrm>
                  <a:off x="5410440" y="1862670"/>
                  <a:ext cx="878760" cy="345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7A1D945D-930A-8C20-78B2-39ED9BF17368}"/>
                    </a:ext>
                  </a:extLst>
                </p14:cNvPr>
                <p14:cNvContentPartPr/>
                <p14:nvPr/>
              </p14:nvContentPartPr>
              <p14:xfrm>
                <a:off x="5480640" y="2255790"/>
                <a:ext cx="740880" cy="339120"/>
              </p14:xfrm>
            </p:contentPart>
          </mc:Choice>
          <mc:Fallback xmlns=""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7A1D945D-930A-8C20-78B2-39ED9BF17368}"/>
                    </a:ext>
                  </a:extLst>
                </p:cNvPr>
                <p:cNvPicPr/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5474520" y="2249670"/>
                  <a:ext cx="753120" cy="3513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5" name="Group 14">
            <a:extLst>
              <a:ext uri="{FF2B5EF4-FFF2-40B4-BE49-F238E27FC236}">
                <a16:creationId xmlns:a16="http://schemas.microsoft.com/office/drawing/2014/main" id="{F13F5FD3-DAC6-A967-9223-8B3601DE81E9}"/>
              </a:ext>
            </a:extLst>
          </p:cNvPr>
          <p:cNvGrpSpPr/>
          <p:nvPr/>
        </p:nvGrpSpPr>
        <p:grpSpPr>
          <a:xfrm>
            <a:off x="5604840" y="2943030"/>
            <a:ext cx="944640" cy="748080"/>
            <a:chOff x="5604840" y="2943030"/>
            <a:chExt cx="944640" cy="7480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7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341A16DC-458C-809E-8D12-45836CD36D39}"/>
                    </a:ext>
                  </a:extLst>
                </p14:cNvPr>
                <p14:cNvContentPartPr/>
                <p14:nvPr/>
              </p14:nvContentPartPr>
              <p14:xfrm>
                <a:off x="5608080" y="2943030"/>
                <a:ext cx="829440" cy="318240"/>
              </p14:xfrm>
            </p:contentPart>
          </mc:Choice>
          <mc:Fallback xmlns=""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341A16DC-458C-809E-8D12-45836CD36D39}"/>
                    </a:ext>
                  </a:extLst>
                </p:cNvPr>
                <p:cNvPicPr/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5601960" y="2936910"/>
                  <a:ext cx="841680" cy="330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5AADCC1B-E4C5-0624-BA9D-1D091B726756}"/>
                    </a:ext>
                  </a:extLst>
                </p14:cNvPr>
                <p14:cNvContentPartPr/>
                <p14:nvPr/>
              </p14:nvContentPartPr>
              <p14:xfrm>
                <a:off x="5604840" y="3336510"/>
                <a:ext cx="944640" cy="354600"/>
              </p14:xfrm>
            </p:contentPart>
          </mc:Choice>
          <mc:Fallback xmlns=""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5AADCC1B-E4C5-0624-BA9D-1D091B726756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5598720" y="3330390"/>
                  <a:ext cx="956880" cy="3668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1" name="Group 20">
            <a:extLst>
              <a:ext uri="{FF2B5EF4-FFF2-40B4-BE49-F238E27FC236}">
                <a16:creationId xmlns:a16="http://schemas.microsoft.com/office/drawing/2014/main" id="{B709F47A-93E4-0F7D-3C11-4D9D73BCBBE8}"/>
              </a:ext>
            </a:extLst>
          </p:cNvPr>
          <p:cNvGrpSpPr/>
          <p:nvPr/>
        </p:nvGrpSpPr>
        <p:grpSpPr>
          <a:xfrm>
            <a:off x="6354000" y="1712190"/>
            <a:ext cx="1194480" cy="154800"/>
            <a:chOff x="6354000" y="1712190"/>
            <a:chExt cx="1194480" cy="1548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1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AAE2E49D-DF67-DCBB-8E61-3683DD153908}"/>
                    </a:ext>
                  </a:extLst>
                </p14:cNvPr>
                <p14:cNvContentPartPr/>
                <p14:nvPr/>
              </p14:nvContentPartPr>
              <p14:xfrm>
                <a:off x="6354000" y="1736670"/>
                <a:ext cx="434520" cy="126720"/>
              </p14:xfrm>
            </p:contentPart>
          </mc:Choice>
          <mc:Fallback xmlns=""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AAE2E49D-DF67-DCBB-8E61-3683DD153908}"/>
                    </a:ext>
                  </a:extLst>
                </p:cNvPr>
                <p:cNvPicPr/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6347880" y="1730550"/>
                  <a:ext cx="446760" cy="138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81E4346B-AF9D-2B59-30A4-D3AF44D2CF47}"/>
                    </a:ext>
                  </a:extLst>
                </p14:cNvPr>
                <p14:cNvContentPartPr/>
                <p14:nvPr/>
              </p14:nvContentPartPr>
              <p14:xfrm>
                <a:off x="6655320" y="1739910"/>
                <a:ext cx="90720" cy="3240"/>
              </p14:xfrm>
            </p:contentPart>
          </mc:Choice>
          <mc:Fallback xmlns=""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81E4346B-AF9D-2B59-30A4-D3AF44D2CF47}"/>
                    </a:ext>
                  </a:extLst>
                </p:cNvPr>
                <p:cNvPicPr/>
                <p:nvPr/>
              </p:nvPicPr>
              <p:blipFill>
                <a:blip r:embed="rId14"/>
                <a:stretch>
                  <a:fillRect/>
                </a:stretch>
              </p:blipFill>
              <p:spPr>
                <a:xfrm>
                  <a:off x="6649200" y="1733790"/>
                  <a:ext cx="102960" cy="15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2A21A0F3-7BA2-4FF2-B899-8EFD5423ADC3}"/>
                    </a:ext>
                  </a:extLst>
                </p14:cNvPr>
                <p14:cNvContentPartPr/>
                <p14:nvPr/>
              </p14:nvContentPartPr>
              <p14:xfrm>
                <a:off x="6939000" y="1712190"/>
                <a:ext cx="609480" cy="154800"/>
              </p14:xfrm>
            </p:contentPart>
          </mc:Choice>
          <mc:Fallback xmlns=""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2A21A0F3-7BA2-4FF2-B899-8EFD5423ADC3}"/>
                    </a:ext>
                  </a:extLst>
                </p:cNvPr>
                <p:cNvPicPr/>
                <p:nvPr/>
              </p:nvPicPr>
              <p:blipFill>
                <a:blip r:embed="rId16"/>
                <a:stretch>
                  <a:fillRect/>
                </a:stretch>
              </p:blipFill>
              <p:spPr>
                <a:xfrm>
                  <a:off x="6932880" y="1706070"/>
                  <a:ext cx="621720" cy="167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6840EAC1-3449-10E8-BDB9-EA11E66BBF83}"/>
                    </a:ext>
                  </a:extLst>
                </p14:cNvPr>
                <p14:cNvContentPartPr/>
                <p14:nvPr/>
              </p14:nvContentPartPr>
              <p14:xfrm>
                <a:off x="6930000" y="1714350"/>
                <a:ext cx="189360" cy="14400"/>
              </p14:xfrm>
            </p:contentPart>
          </mc:Choice>
          <mc:Fallback xmlns=""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6840EAC1-3449-10E8-BDB9-EA11E66BBF83}"/>
                    </a:ext>
                  </a:extLst>
                </p:cNvPr>
                <p:cNvPicPr/>
                <p:nvPr/>
              </p:nvPicPr>
              <p:blipFill>
                <a:blip r:embed="rId18"/>
                <a:stretch>
                  <a:fillRect/>
                </a:stretch>
              </p:blipFill>
              <p:spPr>
                <a:xfrm>
                  <a:off x="6923880" y="1708230"/>
                  <a:ext cx="201600" cy="266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2" name="Group 51">
            <a:extLst>
              <a:ext uri="{FF2B5EF4-FFF2-40B4-BE49-F238E27FC236}">
                <a16:creationId xmlns:a16="http://schemas.microsoft.com/office/drawing/2014/main" id="{F489F18A-2A1B-7035-1E3C-079618920502}"/>
              </a:ext>
            </a:extLst>
          </p:cNvPr>
          <p:cNvGrpSpPr/>
          <p:nvPr/>
        </p:nvGrpSpPr>
        <p:grpSpPr>
          <a:xfrm>
            <a:off x="1112630" y="4032030"/>
            <a:ext cx="2728440" cy="855720"/>
            <a:chOff x="1112630" y="4032030"/>
            <a:chExt cx="2728440" cy="8557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9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39E6257C-6A57-0F1D-7536-17C21F55D481}"/>
                    </a:ext>
                  </a:extLst>
                </p14:cNvPr>
                <p14:cNvContentPartPr/>
                <p14:nvPr/>
              </p14:nvContentPartPr>
              <p14:xfrm>
                <a:off x="1645430" y="4527030"/>
                <a:ext cx="760320" cy="360720"/>
              </p14:xfrm>
            </p:contentPart>
          </mc:Choice>
          <mc:Fallback xmlns=""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39E6257C-6A57-0F1D-7536-17C21F55D481}"/>
                    </a:ext>
                  </a:extLst>
                </p:cNvPr>
                <p:cNvPicPr/>
                <p:nvPr/>
              </p:nvPicPr>
              <p:blipFill>
                <a:blip r:embed="rId20"/>
                <a:stretch>
                  <a:fillRect/>
                </a:stretch>
              </p:blipFill>
              <p:spPr>
                <a:xfrm>
                  <a:off x="1639310" y="4520910"/>
                  <a:ext cx="772560" cy="372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D3C1D2EC-0F4B-50B4-43E6-0F0A80F268A2}"/>
                    </a:ext>
                  </a:extLst>
                </p14:cNvPr>
                <p14:cNvContentPartPr/>
                <p14:nvPr/>
              </p14:nvContentPartPr>
              <p14:xfrm>
                <a:off x="2735870" y="4438830"/>
                <a:ext cx="1105200" cy="342000"/>
              </p14:xfrm>
            </p:contentPart>
          </mc:Choice>
          <mc:Fallback xmlns=""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D3C1D2EC-0F4B-50B4-43E6-0F0A80F268A2}"/>
                    </a:ext>
                  </a:extLst>
                </p:cNvPr>
                <p:cNvPicPr/>
                <p:nvPr/>
              </p:nvPicPr>
              <p:blipFill>
                <a:blip r:embed="rId22"/>
                <a:stretch>
                  <a:fillRect/>
                </a:stretch>
              </p:blipFill>
              <p:spPr>
                <a:xfrm>
                  <a:off x="2729750" y="4432710"/>
                  <a:ext cx="1117440" cy="354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A11D1EEB-B419-B025-5C85-7836AD3A018C}"/>
                    </a:ext>
                  </a:extLst>
                </p14:cNvPr>
                <p14:cNvContentPartPr/>
                <p14:nvPr/>
              </p14:nvContentPartPr>
              <p14:xfrm>
                <a:off x="1112630" y="4104030"/>
                <a:ext cx="343800" cy="221400"/>
              </p14:xfrm>
            </p:contentPart>
          </mc:Choice>
          <mc:Fallback xmlns=""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A11D1EEB-B419-B025-5C85-7836AD3A018C}"/>
                    </a:ext>
                  </a:extLst>
                </p:cNvPr>
                <p:cNvPicPr/>
                <p:nvPr/>
              </p:nvPicPr>
              <p:blipFill>
                <a:blip r:embed="rId24"/>
                <a:stretch>
                  <a:fillRect/>
                </a:stretch>
              </p:blipFill>
              <p:spPr>
                <a:xfrm>
                  <a:off x="1106510" y="4097910"/>
                  <a:ext cx="356040" cy="233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F16CA45F-770D-D8ED-9AB6-C182A87EDD82}"/>
                    </a:ext>
                  </a:extLst>
                </p14:cNvPr>
                <p14:cNvContentPartPr/>
                <p14:nvPr/>
              </p14:nvContentPartPr>
              <p14:xfrm>
                <a:off x="1333670" y="4122750"/>
                <a:ext cx="75600" cy="17280"/>
              </p14:xfrm>
            </p:contentPart>
          </mc:Choice>
          <mc:Fallback xmlns=""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F16CA45F-770D-D8ED-9AB6-C182A87EDD82}"/>
                    </a:ext>
                  </a:extLst>
                </p:cNvPr>
                <p:cNvPicPr/>
                <p:nvPr/>
              </p:nvPicPr>
              <p:blipFill>
                <a:blip r:embed="rId26"/>
                <a:stretch>
                  <a:fillRect/>
                </a:stretch>
              </p:blipFill>
              <p:spPr>
                <a:xfrm>
                  <a:off x="1327550" y="4116630"/>
                  <a:ext cx="87840" cy="29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F4264EF4-A018-8E50-F312-623322FE8676}"/>
                    </a:ext>
                  </a:extLst>
                </p14:cNvPr>
                <p14:cNvContentPartPr/>
                <p14:nvPr/>
              </p14:nvContentPartPr>
              <p14:xfrm>
                <a:off x="1532750" y="4096110"/>
                <a:ext cx="346680" cy="143280"/>
              </p14:xfrm>
            </p:contentPart>
          </mc:Choice>
          <mc:Fallback xmlns=""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F4264EF4-A018-8E50-F312-623322FE8676}"/>
                    </a:ext>
                  </a:extLst>
                </p:cNvPr>
                <p:cNvPicPr/>
                <p:nvPr/>
              </p:nvPicPr>
              <p:blipFill>
                <a:blip r:embed="rId28"/>
                <a:stretch>
                  <a:fillRect/>
                </a:stretch>
              </p:blipFill>
              <p:spPr>
                <a:xfrm>
                  <a:off x="1526630" y="4089990"/>
                  <a:ext cx="358920" cy="155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3715D744-A9D7-9DBF-F492-B481129E5E4A}"/>
                    </a:ext>
                  </a:extLst>
                </p14:cNvPr>
                <p14:cNvContentPartPr/>
                <p14:nvPr/>
              </p14:nvContentPartPr>
              <p14:xfrm>
                <a:off x="1820030" y="4075590"/>
                <a:ext cx="360" cy="27720"/>
              </p14:xfrm>
            </p:contentPart>
          </mc:Choice>
          <mc:Fallback xmlns=""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3715D744-A9D7-9DBF-F492-B481129E5E4A}"/>
                    </a:ext>
                  </a:extLst>
                </p:cNvPr>
                <p:cNvPicPr/>
                <p:nvPr/>
              </p:nvPicPr>
              <p:blipFill>
                <a:blip r:embed="rId30"/>
                <a:stretch>
                  <a:fillRect/>
                </a:stretch>
              </p:blipFill>
              <p:spPr>
                <a:xfrm>
                  <a:off x="1813910" y="4069470"/>
                  <a:ext cx="12600" cy="39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5AD6F765-B89B-2284-2EA6-00029A74766D}"/>
                    </a:ext>
                  </a:extLst>
                </p14:cNvPr>
                <p14:cNvContentPartPr/>
                <p14:nvPr/>
              </p14:nvContentPartPr>
              <p14:xfrm>
                <a:off x="1532750" y="4096110"/>
                <a:ext cx="84600" cy="39600"/>
              </p14:xfrm>
            </p:contentPart>
          </mc:Choice>
          <mc:Fallback xmlns=""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5AD6F765-B89B-2284-2EA6-00029A74766D}"/>
                    </a:ext>
                  </a:extLst>
                </p:cNvPr>
                <p:cNvPicPr/>
                <p:nvPr/>
              </p:nvPicPr>
              <p:blipFill>
                <a:blip r:embed="rId32"/>
                <a:stretch>
                  <a:fillRect/>
                </a:stretch>
              </p:blipFill>
              <p:spPr>
                <a:xfrm>
                  <a:off x="1526630" y="4089990"/>
                  <a:ext cx="96840" cy="51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7FF6FC9C-B8B3-2272-4144-1627B92B1759}"/>
                    </a:ext>
                  </a:extLst>
                </p14:cNvPr>
                <p14:cNvContentPartPr/>
                <p14:nvPr/>
              </p14:nvContentPartPr>
              <p14:xfrm>
                <a:off x="1980950" y="4052910"/>
                <a:ext cx="493200" cy="213120"/>
              </p14:xfrm>
            </p:contentPart>
          </mc:Choice>
          <mc:Fallback xmlns=""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7FF6FC9C-B8B3-2272-4144-1627B92B1759}"/>
                    </a:ext>
                  </a:extLst>
                </p:cNvPr>
                <p:cNvPicPr/>
                <p:nvPr/>
              </p:nvPicPr>
              <p:blipFill>
                <a:blip r:embed="rId34"/>
                <a:stretch>
                  <a:fillRect/>
                </a:stretch>
              </p:blipFill>
              <p:spPr>
                <a:xfrm>
                  <a:off x="1974830" y="4046790"/>
                  <a:ext cx="505440" cy="225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D825BCCC-D5F5-44C8-D678-12ABDE8DAB0D}"/>
                    </a:ext>
                  </a:extLst>
                </p14:cNvPr>
                <p14:cNvContentPartPr/>
                <p14:nvPr/>
              </p14:nvContentPartPr>
              <p14:xfrm>
                <a:off x="2654150" y="4032030"/>
                <a:ext cx="316800" cy="142560"/>
              </p14:xfrm>
            </p:contentPart>
          </mc:Choice>
          <mc:Fallback xmlns=""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D825BCCC-D5F5-44C8-D678-12ABDE8DAB0D}"/>
                    </a:ext>
                  </a:extLst>
                </p:cNvPr>
                <p:cNvPicPr/>
                <p:nvPr/>
              </p:nvPicPr>
              <p:blipFill>
                <a:blip r:embed="rId36"/>
                <a:stretch>
                  <a:fillRect/>
                </a:stretch>
              </p:blipFill>
              <p:spPr>
                <a:xfrm>
                  <a:off x="2648030" y="4025910"/>
                  <a:ext cx="329040" cy="154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7">
              <p14:nvContentPartPr>
                <p14:cNvPr id="48" name="Ink 47">
                  <a:extLst>
                    <a:ext uri="{FF2B5EF4-FFF2-40B4-BE49-F238E27FC236}">
                      <a16:creationId xmlns:a16="http://schemas.microsoft.com/office/drawing/2014/main" id="{E6CD7551-3B22-79EA-C053-3F49207EC0C2}"/>
                    </a:ext>
                  </a:extLst>
                </p14:cNvPr>
                <p14:cNvContentPartPr/>
                <p14:nvPr/>
              </p14:nvContentPartPr>
              <p14:xfrm>
                <a:off x="2623550" y="4056870"/>
                <a:ext cx="182880" cy="18000"/>
              </p14:xfrm>
            </p:contentPart>
          </mc:Choice>
          <mc:Fallback xmlns="">
            <p:pic>
              <p:nvPicPr>
                <p:cNvPr id="48" name="Ink 47">
                  <a:extLst>
                    <a:ext uri="{FF2B5EF4-FFF2-40B4-BE49-F238E27FC236}">
                      <a16:creationId xmlns:a16="http://schemas.microsoft.com/office/drawing/2014/main" id="{E6CD7551-3B22-79EA-C053-3F49207EC0C2}"/>
                    </a:ext>
                  </a:extLst>
                </p:cNvPr>
                <p:cNvPicPr/>
                <p:nvPr/>
              </p:nvPicPr>
              <p:blipFill>
                <a:blip r:embed="rId38"/>
                <a:stretch>
                  <a:fillRect/>
                </a:stretch>
              </p:blipFill>
              <p:spPr>
                <a:xfrm>
                  <a:off x="2617430" y="4050750"/>
                  <a:ext cx="195120" cy="30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9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2C1F0FCE-45B2-ACFD-C2EA-78E519DF28C5}"/>
                    </a:ext>
                  </a:extLst>
                </p14:cNvPr>
                <p14:cNvContentPartPr/>
                <p14:nvPr/>
              </p14:nvContentPartPr>
              <p14:xfrm>
                <a:off x="3104870" y="4049310"/>
                <a:ext cx="666000" cy="201600"/>
              </p14:xfrm>
            </p:contentPart>
          </mc:Choice>
          <mc:Fallback xmlns=""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2C1F0FCE-45B2-ACFD-C2EA-78E519DF28C5}"/>
                    </a:ext>
                  </a:extLst>
                </p:cNvPr>
                <p:cNvPicPr/>
                <p:nvPr/>
              </p:nvPicPr>
              <p:blipFill>
                <a:blip r:embed="rId40"/>
                <a:stretch>
                  <a:fillRect/>
                </a:stretch>
              </p:blipFill>
              <p:spPr>
                <a:xfrm>
                  <a:off x="3098750" y="4043190"/>
                  <a:ext cx="678240" cy="213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1">
              <p14:nvContentPartPr>
                <p14:cNvPr id="51" name="Ink 50">
                  <a:extLst>
                    <a:ext uri="{FF2B5EF4-FFF2-40B4-BE49-F238E27FC236}">
                      <a16:creationId xmlns:a16="http://schemas.microsoft.com/office/drawing/2014/main" id="{F6B7EF1E-CD9E-D54A-DCE5-4D19F2A53FB6}"/>
                    </a:ext>
                  </a:extLst>
                </p14:cNvPr>
                <p14:cNvContentPartPr/>
                <p14:nvPr/>
              </p14:nvContentPartPr>
              <p14:xfrm>
                <a:off x="1742630" y="4316790"/>
                <a:ext cx="106200" cy="251280"/>
              </p14:xfrm>
            </p:contentPart>
          </mc:Choice>
          <mc:Fallback xmlns="">
            <p:pic>
              <p:nvPicPr>
                <p:cNvPr id="51" name="Ink 50">
                  <a:extLst>
                    <a:ext uri="{FF2B5EF4-FFF2-40B4-BE49-F238E27FC236}">
                      <a16:creationId xmlns:a16="http://schemas.microsoft.com/office/drawing/2014/main" id="{F6B7EF1E-CD9E-D54A-DCE5-4D19F2A53FB6}"/>
                    </a:ext>
                  </a:extLst>
                </p:cNvPr>
                <p:cNvPicPr/>
                <p:nvPr/>
              </p:nvPicPr>
              <p:blipFill>
                <a:blip r:embed="rId42"/>
                <a:stretch>
                  <a:fillRect/>
                </a:stretch>
              </p:blipFill>
              <p:spPr>
                <a:xfrm>
                  <a:off x="1736510" y="4310670"/>
                  <a:ext cx="118440" cy="26352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187504584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DF35CA-8344-708D-29D1-3FF7C15278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7737B5A8-2A5A-D3F4-7217-01543619E2EF}"/>
              </a:ext>
            </a:extLst>
          </p:cNvPr>
          <p:cNvSpPr txBox="1"/>
          <p:nvPr/>
        </p:nvSpPr>
        <p:spPr>
          <a:xfrm>
            <a:off x="914400" y="91439"/>
            <a:ext cx="7315200" cy="4572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/>
              <a:t>Copy and Paste the wt% Assay Data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51F0A23-190D-3D84-030E-9E2BF919883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5909" y="716296"/>
            <a:ext cx="4754880" cy="4137354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F3D6BE35-D3D5-E182-33F0-4B14E8BEB28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15086" y="2236471"/>
            <a:ext cx="4754880" cy="4139711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9AFD9D5C-F1C6-8503-DCAB-974DB0134249}"/>
                  </a:ext>
                </a:extLst>
              </p14:cNvPr>
              <p14:cNvContentPartPr/>
              <p14:nvPr/>
            </p14:nvContentPartPr>
            <p14:xfrm>
              <a:off x="897240" y="2787740"/>
              <a:ext cx="3960" cy="1613880"/>
            </p14:xfrm>
          </p:contentPart>
        </mc:Choice>
        <mc:Fallback xmlns=""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9AFD9D5C-F1C6-8503-DCAB-974DB0134249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891120" y="2781620"/>
                <a:ext cx="16200" cy="1626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1296BDE7-EEB0-E8D6-444B-0EA260F7158D}"/>
                  </a:ext>
                </a:extLst>
              </p14:cNvPr>
              <p14:cNvContentPartPr/>
              <p14:nvPr/>
            </p14:nvContentPartPr>
            <p14:xfrm>
              <a:off x="1810560" y="2749940"/>
              <a:ext cx="12960" cy="1684800"/>
            </p14:xfrm>
          </p:contentPart>
        </mc:Choice>
        <mc:Fallback xmlns=""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1296BDE7-EEB0-E8D6-444B-0EA260F7158D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1804440" y="2743820"/>
                <a:ext cx="25200" cy="1697040"/>
              </a:xfrm>
              <a:prstGeom prst="rect">
                <a:avLst/>
              </a:prstGeom>
            </p:spPr>
          </p:pic>
        </mc:Fallback>
      </mc:AlternateContent>
      <p:grpSp>
        <p:nvGrpSpPr>
          <p:cNvPr id="16" name="Group 15">
            <a:extLst>
              <a:ext uri="{FF2B5EF4-FFF2-40B4-BE49-F238E27FC236}">
                <a16:creationId xmlns:a16="http://schemas.microsoft.com/office/drawing/2014/main" id="{2F3E912A-C6C8-BCB7-9B4E-C3A41166069B}"/>
              </a:ext>
            </a:extLst>
          </p:cNvPr>
          <p:cNvGrpSpPr/>
          <p:nvPr/>
        </p:nvGrpSpPr>
        <p:grpSpPr>
          <a:xfrm>
            <a:off x="4208880" y="2701340"/>
            <a:ext cx="2096280" cy="3788280"/>
            <a:chOff x="4208880" y="2701340"/>
            <a:chExt cx="2096280" cy="37882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8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9B57DA6C-41F9-B98E-C0A6-96F6E2C0E7DA}"/>
                    </a:ext>
                  </a:extLst>
                </p14:cNvPr>
                <p14:cNvContentPartPr/>
                <p14:nvPr/>
              </p14:nvContentPartPr>
              <p14:xfrm>
                <a:off x="4208880" y="3116420"/>
                <a:ext cx="41760" cy="2961360"/>
              </p14:xfrm>
            </p:contentPart>
          </mc:Choice>
          <mc:Fallback xmlns=""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9B57DA6C-41F9-B98E-C0A6-96F6E2C0E7DA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4202760" y="3110300"/>
                  <a:ext cx="54000" cy="2973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A61A754B-6CE8-9352-39E2-90AB4EFAF0DF}"/>
                    </a:ext>
                  </a:extLst>
                </p14:cNvPr>
                <p14:cNvContentPartPr/>
                <p14:nvPr/>
              </p14:nvContentPartPr>
              <p14:xfrm>
                <a:off x="6284280" y="3199220"/>
                <a:ext cx="20880" cy="2858760"/>
              </p14:xfrm>
            </p:contentPart>
          </mc:Choice>
          <mc:Fallback xmlns=""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A61A754B-6CE8-9352-39E2-90AB4EFAF0DF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6278160" y="3193100"/>
                  <a:ext cx="33120" cy="2871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AB6FFB52-7804-E594-C4FD-F65FFC331B72}"/>
                    </a:ext>
                  </a:extLst>
                </p14:cNvPr>
                <p14:cNvContentPartPr/>
                <p14:nvPr/>
              </p14:nvContentPartPr>
              <p14:xfrm>
                <a:off x="4213920" y="2701340"/>
                <a:ext cx="2074320" cy="547560"/>
              </p14:xfrm>
            </p:contentPart>
          </mc:Choice>
          <mc:Fallback xmlns=""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AB6FFB52-7804-E594-C4FD-F65FFC331B72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4207800" y="2695220"/>
                  <a:ext cx="2086560" cy="559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E723779E-3CA7-E837-1046-B1D8E6D8459F}"/>
                    </a:ext>
                  </a:extLst>
                </p14:cNvPr>
                <p14:cNvContentPartPr/>
                <p14:nvPr/>
              </p14:nvContentPartPr>
              <p14:xfrm>
                <a:off x="4293120" y="6091820"/>
                <a:ext cx="1440" cy="1080"/>
              </p14:xfrm>
            </p:contentPart>
          </mc:Choice>
          <mc:Fallback xmlns=""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E723779E-3CA7-E837-1046-B1D8E6D8459F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4287000" y="6085700"/>
                  <a:ext cx="13680" cy="13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9364B63F-DF5B-51F7-B3FF-D6A25BCC5B12}"/>
                    </a:ext>
                  </a:extLst>
                </p14:cNvPr>
                <p14:cNvContentPartPr/>
                <p14:nvPr/>
              </p14:nvContentPartPr>
              <p14:xfrm>
                <a:off x="4261080" y="6062300"/>
                <a:ext cx="2022120" cy="427320"/>
              </p14:xfrm>
            </p:contentPart>
          </mc:Choice>
          <mc:Fallback xmlns=""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9364B63F-DF5B-51F7-B3FF-D6A25BCC5B12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4254960" y="6056180"/>
                  <a:ext cx="2034360" cy="4395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0" name="Group 19">
            <a:extLst>
              <a:ext uri="{FF2B5EF4-FFF2-40B4-BE49-F238E27FC236}">
                <a16:creationId xmlns:a16="http://schemas.microsoft.com/office/drawing/2014/main" id="{4524C83D-F2A3-9C8B-AD4E-066C5E6A8B7E}"/>
              </a:ext>
            </a:extLst>
          </p:cNvPr>
          <p:cNvGrpSpPr/>
          <p:nvPr/>
        </p:nvGrpSpPr>
        <p:grpSpPr>
          <a:xfrm>
            <a:off x="890760" y="2563100"/>
            <a:ext cx="3373200" cy="2042280"/>
            <a:chOff x="890760" y="2563100"/>
            <a:chExt cx="3373200" cy="20422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8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16FDE588-50A9-D025-0902-400E14E8A12D}"/>
                    </a:ext>
                  </a:extLst>
                </p14:cNvPr>
                <p14:cNvContentPartPr/>
                <p14:nvPr/>
              </p14:nvContentPartPr>
              <p14:xfrm>
                <a:off x="893640" y="2563100"/>
                <a:ext cx="934920" cy="242640"/>
              </p14:xfrm>
            </p:contentPart>
          </mc:Choice>
          <mc:Fallback xmlns=""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16FDE588-50A9-D025-0902-400E14E8A12D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887520" y="2556980"/>
                  <a:ext cx="947160" cy="254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BB05015C-B37B-BC69-6017-6BC19F4ABB59}"/>
                    </a:ext>
                  </a:extLst>
                </p14:cNvPr>
                <p14:cNvContentPartPr/>
                <p14:nvPr/>
              </p14:nvContentPartPr>
              <p14:xfrm>
                <a:off x="890760" y="4377860"/>
                <a:ext cx="912960" cy="227520"/>
              </p14:xfrm>
            </p:contentPart>
          </mc:Choice>
          <mc:Fallback xmlns=""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BB05015C-B37B-BC69-6017-6BC19F4ABB59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884640" y="4371740"/>
                  <a:ext cx="925200" cy="239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B83B09AD-1847-DECA-E4BA-25A9361D41FD}"/>
                    </a:ext>
                  </a:extLst>
                </p14:cNvPr>
                <p14:cNvContentPartPr/>
                <p14:nvPr/>
              </p14:nvContentPartPr>
              <p14:xfrm>
                <a:off x="1817040" y="3186200"/>
                <a:ext cx="2437920" cy="826200"/>
              </p14:xfrm>
            </p:contentPart>
          </mc:Choice>
          <mc:Fallback xmlns=""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B83B09AD-1847-DECA-E4BA-25A9361D41FD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1810920" y="3180080"/>
                  <a:ext cx="2450160" cy="838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B264AD7D-CA31-E269-42D8-15EC12B4B3D9}"/>
                    </a:ext>
                  </a:extLst>
                </p14:cNvPr>
                <p14:cNvContentPartPr/>
                <p14:nvPr/>
              </p14:nvContentPartPr>
              <p14:xfrm>
                <a:off x="4015560" y="3841040"/>
                <a:ext cx="248400" cy="208800"/>
              </p14:xfrm>
            </p:contentPart>
          </mc:Choice>
          <mc:Fallback xmlns=""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B264AD7D-CA31-E269-42D8-15EC12B4B3D9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4009440" y="3834920"/>
                  <a:ext cx="260640" cy="2210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8" name="Group 27">
            <a:extLst>
              <a:ext uri="{FF2B5EF4-FFF2-40B4-BE49-F238E27FC236}">
                <a16:creationId xmlns:a16="http://schemas.microsoft.com/office/drawing/2014/main" id="{07C0312A-8CEF-9F13-651B-5E12DD32A7A6}"/>
              </a:ext>
            </a:extLst>
          </p:cNvPr>
          <p:cNvGrpSpPr/>
          <p:nvPr/>
        </p:nvGrpSpPr>
        <p:grpSpPr>
          <a:xfrm>
            <a:off x="7848150" y="2133120"/>
            <a:ext cx="1206000" cy="726480"/>
            <a:chOff x="7848150" y="2133120"/>
            <a:chExt cx="1206000" cy="7264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6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078CAA9E-462C-2149-DA35-5EE61D9664AD}"/>
                    </a:ext>
                  </a:extLst>
                </p14:cNvPr>
                <p14:cNvContentPartPr/>
                <p14:nvPr/>
              </p14:nvContentPartPr>
              <p14:xfrm>
                <a:off x="8030310" y="2548920"/>
                <a:ext cx="654840" cy="310680"/>
              </p14:xfrm>
            </p:contentPart>
          </mc:Choice>
          <mc:Fallback xmlns=""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078CAA9E-462C-2149-DA35-5EE61D9664AD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8024190" y="2542800"/>
                  <a:ext cx="667080" cy="322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7C912EE8-1446-D47A-A63F-FF1AA2C130B9}"/>
                    </a:ext>
                  </a:extLst>
                </p14:cNvPr>
                <p14:cNvContentPartPr/>
                <p14:nvPr/>
              </p14:nvContentPartPr>
              <p14:xfrm>
                <a:off x="7905390" y="2268480"/>
                <a:ext cx="389520" cy="190440"/>
              </p14:xfrm>
            </p:contentPart>
          </mc:Choice>
          <mc:Fallback xmlns=""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7C912EE8-1446-D47A-A63F-FF1AA2C130B9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7899270" y="2262360"/>
                  <a:ext cx="401760" cy="202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1D970881-2DDE-E309-4A42-63D2F8B814AD}"/>
                    </a:ext>
                  </a:extLst>
                </p14:cNvPr>
                <p14:cNvContentPartPr/>
                <p14:nvPr/>
              </p14:nvContentPartPr>
              <p14:xfrm>
                <a:off x="7848150" y="2306280"/>
                <a:ext cx="227520" cy="35640"/>
              </p14:xfrm>
            </p:contentPart>
          </mc:Choice>
          <mc:Fallback xmlns=""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1D970881-2DDE-E309-4A42-63D2F8B814AD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7842030" y="2300160"/>
                  <a:ext cx="239760" cy="47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60E991DB-C2A6-7123-D74E-BA43B16A7505}"/>
                    </a:ext>
                  </a:extLst>
                </p14:cNvPr>
                <p14:cNvContentPartPr/>
                <p14:nvPr/>
              </p14:nvContentPartPr>
              <p14:xfrm>
                <a:off x="8390670" y="2160840"/>
                <a:ext cx="551160" cy="219960"/>
              </p14:xfrm>
            </p:contentPart>
          </mc:Choice>
          <mc:Fallback xmlns=""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60E991DB-C2A6-7123-D74E-BA43B16A7505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8384550" y="2154720"/>
                  <a:ext cx="563400" cy="232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F8CAF1F5-A4C4-F399-A840-84D35489F5D5}"/>
                    </a:ext>
                  </a:extLst>
                </p14:cNvPr>
                <p14:cNvContentPartPr/>
                <p14:nvPr/>
              </p14:nvContentPartPr>
              <p14:xfrm>
                <a:off x="8729070" y="2133120"/>
                <a:ext cx="360" cy="360"/>
              </p14:xfrm>
            </p:contentPart>
          </mc:Choice>
          <mc:Fallback xmlns=""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F8CAF1F5-A4C4-F399-A840-84D35489F5D5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8722950" y="2127000"/>
                  <a:ext cx="12600" cy="1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B9114CF4-AB69-9581-50FD-5FD0A9AA7BA5}"/>
                    </a:ext>
                  </a:extLst>
                </p14:cNvPr>
                <p14:cNvContentPartPr/>
                <p14:nvPr/>
              </p14:nvContentPartPr>
              <p14:xfrm>
                <a:off x="8468790" y="2390160"/>
                <a:ext cx="585360" cy="154440"/>
              </p14:xfrm>
            </p:contentPart>
          </mc:Choice>
          <mc:Fallback xmlns=""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B9114CF4-AB69-9581-50FD-5FD0A9AA7BA5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8462670" y="2384040"/>
                  <a:ext cx="597600" cy="16668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23657795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F156D7-D06D-937F-F5F2-FDA86C0ADB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8345E75-90F4-8B2D-F9A0-629A6926935D}"/>
              </a:ext>
            </a:extLst>
          </p:cNvPr>
          <p:cNvSpPr txBox="1"/>
          <p:nvPr/>
        </p:nvSpPr>
        <p:spPr>
          <a:xfrm>
            <a:off x="914400" y="91439"/>
            <a:ext cx="7315200" cy="4572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/>
              <a:t>The API Gravity Curve is Optional.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275E18C-9171-7797-F3FE-6EAF6EC9726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57400" y="1352551"/>
            <a:ext cx="5029200" cy="4378541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BE99EC14-EC8A-26D2-1F28-AA42FCAD5B45}"/>
                  </a:ext>
                </a:extLst>
              </p14:cNvPr>
              <p14:cNvContentPartPr/>
              <p14:nvPr/>
            </p14:nvContentPartPr>
            <p14:xfrm>
              <a:off x="6239520" y="1605000"/>
              <a:ext cx="893160" cy="461880"/>
            </p14:xfrm>
          </p:contentPart>
        </mc:Choice>
        <mc:Fallback xmlns=""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BE99EC14-EC8A-26D2-1F28-AA42FCAD5B45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6233400" y="1598880"/>
                <a:ext cx="905400" cy="474120"/>
              </a:xfrm>
              <a:prstGeom prst="rect">
                <a:avLst/>
              </a:prstGeom>
            </p:spPr>
          </p:pic>
        </mc:Fallback>
      </mc:AlternateContent>
      <p:grpSp>
        <p:nvGrpSpPr>
          <p:cNvPr id="9" name="Group 8">
            <a:extLst>
              <a:ext uri="{FF2B5EF4-FFF2-40B4-BE49-F238E27FC236}">
                <a16:creationId xmlns:a16="http://schemas.microsoft.com/office/drawing/2014/main" id="{57706856-7188-C160-B506-AB48D4165F58}"/>
              </a:ext>
            </a:extLst>
          </p:cNvPr>
          <p:cNvGrpSpPr/>
          <p:nvPr/>
        </p:nvGrpSpPr>
        <p:grpSpPr>
          <a:xfrm>
            <a:off x="7263000" y="1332120"/>
            <a:ext cx="712080" cy="573480"/>
            <a:chOff x="7263000" y="1332120"/>
            <a:chExt cx="712080" cy="5734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E609920D-CC26-1E3C-C471-1912904693D4}"/>
                    </a:ext>
                  </a:extLst>
                </p14:cNvPr>
                <p14:cNvContentPartPr/>
                <p14:nvPr/>
              </p14:nvContentPartPr>
              <p14:xfrm>
                <a:off x="7263000" y="1381080"/>
                <a:ext cx="635400" cy="250560"/>
              </p14:xfrm>
            </p:contentPart>
          </mc:Choice>
          <mc:Fallback xmlns=""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E609920D-CC26-1E3C-C471-1912904693D4}"/>
                    </a:ext>
                  </a:extLst>
                </p:cNvPr>
                <p:cNvPicPr/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7256880" y="1374960"/>
                  <a:ext cx="647640" cy="262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7FA74E53-D091-0846-CC8B-E30EB2F570AB}"/>
                    </a:ext>
                  </a:extLst>
                </p14:cNvPr>
                <p14:cNvContentPartPr/>
                <p14:nvPr/>
              </p14:nvContentPartPr>
              <p14:xfrm>
                <a:off x="7627320" y="1332120"/>
                <a:ext cx="360" cy="360"/>
              </p14:xfrm>
            </p:contentPart>
          </mc:Choice>
          <mc:Fallback xmlns=""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7FA74E53-D091-0846-CC8B-E30EB2F570AB}"/>
                    </a:ext>
                  </a:extLst>
                </p:cNvPr>
                <p:cNvPicPr/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7621200" y="1326000"/>
                  <a:ext cx="12600" cy="1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7C557AF3-DCCC-4179-3180-27AD5938519C}"/>
                    </a:ext>
                  </a:extLst>
                </p14:cNvPr>
                <p14:cNvContentPartPr/>
                <p14:nvPr/>
              </p14:nvContentPartPr>
              <p14:xfrm>
                <a:off x="7356600" y="1718760"/>
                <a:ext cx="618480" cy="186840"/>
              </p14:xfrm>
            </p:contentPart>
          </mc:Choice>
          <mc:Fallback xmlns=""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7C557AF3-DCCC-4179-3180-27AD5938519C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7350480" y="1712640"/>
                  <a:ext cx="630720" cy="19908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207908028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69F661-DE4B-AD27-FDB6-E2CF12FA13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5E98584-EF98-0B38-C7BC-1F5C50FDC04B}"/>
              </a:ext>
            </a:extLst>
          </p:cNvPr>
          <p:cNvSpPr txBox="1"/>
          <p:nvPr/>
        </p:nvSpPr>
        <p:spPr>
          <a:xfrm>
            <a:off x="914400" y="91439"/>
            <a:ext cx="7315200" cy="4572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/>
              <a:t>Add the Light Ends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6F43E569-5086-05AA-F27B-09EDCA475F8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" y="713232"/>
            <a:ext cx="4754880" cy="4137354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6B8E6DF1-4521-D41F-5AFF-7229700317A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14216" y="2240280"/>
            <a:ext cx="4754880" cy="4139711"/>
          </a:xfrm>
          <a:prstGeom prst="rect">
            <a:avLst/>
          </a:prstGeom>
        </p:spPr>
      </p:pic>
      <p:grpSp>
        <p:nvGrpSpPr>
          <p:cNvPr id="11" name="Group 10">
            <a:extLst>
              <a:ext uri="{FF2B5EF4-FFF2-40B4-BE49-F238E27FC236}">
                <a16:creationId xmlns:a16="http://schemas.microsoft.com/office/drawing/2014/main" id="{7EDC66C2-F8B1-ED02-85A5-080F17E1D8D2}"/>
              </a:ext>
            </a:extLst>
          </p:cNvPr>
          <p:cNvGrpSpPr/>
          <p:nvPr/>
        </p:nvGrpSpPr>
        <p:grpSpPr>
          <a:xfrm>
            <a:off x="4930320" y="2510760"/>
            <a:ext cx="1110240" cy="2039760"/>
            <a:chOff x="4930320" y="2510760"/>
            <a:chExt cx="1110240" cy="20397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25B498AE-C0A7-1FD4-C08A-BD4C8C83D10C}"/>
                    </a:ext>
                  </a:extLst>
                </p14:cNvPr>
                <p14:cNvContentPartPr/>
                <p14:nvPr/>
              </p14:nvContentPartPr>
              <p14:xfrm>
                <a:off x="4930320" y="2759520"/>
                <a:ext cx="28800" cy="1590480"/>
              </p14:xfrm>
            </p:contentPart>
          </mc:Choice>
          <mc:Fallback xmlns=""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25B498AE-C0A7-1FD4-C08A-BD4C8C83D10C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4924200" y="2753400"/>
                  <a:ext cx="41040" cy="1602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722CDFCB-34E2-CCD6-CDC2-D9C638DB56C2}"/>
                    </a:ext>
                  </a:extLst>
                </p14:cNvPr>
                <p14:cNvContentPartPr/>
                <p14:nvPr/>
              </p14:nvContentPartPr>
              <p14:xfrm>
                <a:off x="6026160" y="2779320"/>
                <a:ext cx="6840" cy="1544760"/>
              </p14:xfrm>
            </p:contentPart>
          </mc:Choice>
          <mc:Fallback xmlns=""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722CDFCB-34E2-CCD6-CDC2-D9C638DB56C2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6020040" y="2773200"/>
                  <a:ext cx="19080" cy="1557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BF05061D-E8F7-7AC1-3D9E-E4B1CCD50B13}"/>
                    </a:ext>
                  </a:extLst>
                </p14:cNvPr>
                <p14:cNvContentPartPr/>
                <p14:nvPr/>
              </p14:nvContentPartPr>
              <p14:xfrm>
                <a:off x="4950840" y="2510760"/>
                <a:ext cx="1089720" cy="334800"/>
              </p14:xfrm>
            </p:contentPart>
          </mc:Choice>
          <mc:Fallback xmlns=""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BF05061D-E8F7-7AC1-3D9E-E4B1CCD50B13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4944720" y="2504640"/>
                  <a:ext cx="1101960" cy="347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432F5BEC-F577-3B4B-E89B-483EB51E6058}"/>
                    </a:ext>
                  </a:extLst>
                </p14:cNvPr>
                <p14:cNvContentPartPr/>
                <p14:nvPr/>
              </p14:nvContentPartPr>
              <p14:xfrm>
                <a:off x="4972440" y="4327320"/>
                <a:ext cx="1067760" cy="223200"/>
              </p14:xfrm>
            </p:contentPart>
          </mc:Choice>
          <mc:Fallback xmlns=""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432F5BEC-F577-3B4B-E89B-483EB51E6058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4966320" y="4321200"/>
                  <a:ext cx="1080000" cy="2354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2">
            <p14:nvContentPartPr>
              <p14:cNvPr id="14" name="Ink 13">
                <a:extLst>
                  <a:ext uri="{FF2B5EF4-FFF2-40B4-BE49-F238E27FC236}">
                    <a16:creationId xmlns:a16="http://schemas.microsoft.com/office/drawing/2014/main" id="{7EA4DC84-FA8D-83A0-BF24-F7CA290D6631}"/>
                  </a:ext>
                </a:extLst>
              </p14:cNvPr>
              <p14:cNvContentPartPr/>
              <p14:nvPr/>
            </p14:nvContentPartPr>
            <p14:xfrm>
              <a:off x="1251120" y="2643240"/>
              <a:ext cx="537120" cy="242280"/>
            </p14:xfrm>
          </p:contentPart>
        </mc:Choice>
        <mc:Fallback xmlns="">
          <p:pic>
            <p:nvPicPr>
              <p:cNvPr id="14" name="Ink 13">
                <a:extLst>
                  <a:ext uri="{FF2B5EF4-FFF2-40B4-BE49-F238E27FC236}">
                    <a16:creationId xmlns:a16="http://schemas.microsoft.com/office/drawing/2014/main" id="{7EA4DC84-FA8D-83A0-BF24-F7CA290D6631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1245000" y="2637120"/>
                <a:ext cx="549360" cy="254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">
            <p14:nvContentPartPr>
              <p14:cNvPr id="16" name="Ink 15">
                <a:extLst>
                  <a:ext uri="{FF2B5EF4-FFF2-40B4-BE49-F238E27FC236}">
                    <a16:creationId xmlns:a16="http://schemas.microsoft.com/office/drawing/2014/main" id="{66A8E300-6E28-D828-A21A-89B7D309B57D}"/>
                  </a:ext>
                </a:extLst>
              </p14:cNvPr>
              <p14:cNvContentPartPr/>
              <p14:nvPr/>
            </p14:nvContentPartPr>
            <p14:xfrm>
              <a:off x="1255080" y="1814160"/>
              <a:ext cx="534240" cy="182880"/>
            </p14:xfrm>
          </p:contentPart>
        </mc:Choice>
        <mc:Fallback xmlns="">
          <p:pic>
            <p:nvPicPr>
              <p:cNvPr id="16" name="Ink 15">
                <a:extLst>
                  <a:ext uri="{FF2B5EF4-FFF2-40B4-BE49-F238E27FC236}">
                    <a16:creationId xmlns:a16="http://schemas.microsoft.com/office/drawing/2014/main" id="{66A8E300-6E28-D828-A21A-89B7D309B57D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1248960" y="1808040"/>
                <a:ext cx="546480" cy="195120"/>
              </a:xfrm>
              <a:prstGeom prst="rect">
                <a:avLst/>
              </a:prstGeom>
            </p:spPr>
          </p:pic>
        </mc:Fallback>
      </mc:AlternateContent>
      <p:grpSp>
        <p:nvGrpSpPr>
          <p:cNvPr id="20" name="Group 19">
            <a:extLst>
              <a:ext uri="{FF2B5EF4-FFF2-40B4-BE49-F238E27FC236}">
                <a16:creationId xmlns:a16="http://schemas.microsoft.com/office/drawing/2014/main" id="{0B7C89B3-8F36-F199-D360-DEDAF22E2ACA}"/>
              </a:ext>
            </a:extLst>
          </p:cNvPr>
          <p:cNvGrpSpPr/>
          <p:nvPr/>
        </p:nvGrpSpPr>
        <p:grpSpPr>
          <a:xfrm>
            <a:off x="1249680" y="1905240"/>
            <a:ext cx="3732840" cy="1392840"/>
            <a:chOff x="1249680" y="1905240"/>
            <a:chExt cx="3732840" cy="13928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6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CDE93A8C-E96D-3D5D-51AA-CAC4F2AAF0AE}"/>
                    </a:ext>
                  </a:extLst>
                </p14:cNvPr>
                <p14:cNvContentPartPr/>
                <p14:nvPr/>
              </p14:nvContentPartPr>
              <p14:xfrm>
                <a:off x="1249680" y="1966080"/>
                <a:ext cx="19800" cy="777960"/>
              </p14:xfrm>
            </p:contentPart>
          </mc:Choice>
          <mc:Fallback xmlns=""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CDE93A8C-E96D-3D5D-51AA-CAC4F2AAF0AE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1243560" y="1959960"/>
                  <a:ext cx="32040" cy="790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28229C59-03A6-D5F5-2DDC-0D57C4F9427E}"/>
                    </a:ext>
                  </a:extLst>
                </p14:cNvPr>
                <p14:cNvContentPartPr/>
                <p14:nvPr/>
              </p14:nvContentPartPr>
              <p14:xfrm>
                <a:off x="1815600" y="1905240"/>
                <a:ext cx="4320" cy="742680"/>
              </p14:xfrm>
            </p:contentPart>
          </mc:Choice>
          <mc:Fallback xmlns=""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28229C59-03A6-D5F5-2DDC-0D57C4F9427E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1809480" y="1899120"/>
                  <a:ext cx="16560" cy="754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4AE959FD-428B-6207-53C6-AF56DCE6216B}"/>
                    </a:ext>
                  </a:extLst>
                </p14:cNvPr>
                <p14:cNvContentPartPr/>
                <p14:nvPr/>
              </p14:nvContentPartPr>
              <p14:xfrm>
                <a:off x="1796520" y="2285760"/>
                <a:ext cx="3155400" cy="985320"/>
              </p14:xfrm>
            </p:contentPart>
          </mc:Choice>
          <mc:Fallback xmlns=""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4AE959FD-428B-6207-53C6-AF56DCE6216B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1790400" y="2279640"/>
                  <a:ext cx="3167640" cy="997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D25B8C85-11C7-F71B-1E58-1132A57247E0}"/>
                    </a:ext>
                  </a:extLst>
                </p14:cNvPr>
                <p14:cNvContentPartPr/>
                <p14:nvPr/>
              </p14:nvContentPartPr>
              <p14:xfrm>
                <a:off x="4829520" y="3126360"/>
                <a:ext cx="153000" cy="171720"/>
              </p14:xfrm>
            </p:contentPart>
          </mc:Choice>
          <mc:Fallback xmlns=""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D25B8C85-11C7-F71B-1E58-1132A57247E0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4823400" y="3120240"/>
                  <a:ext cx="165240" cy="1839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1" name="Group 20">
            <a:extLst>
              <a:ext uri="{FF2B5EF4-FFF2-40B4-BE49-F238E27FC236}">
                <a16:creationId xmlns:a16="http://schemas.microsoft.com/office/drawing/2014/main" id="{7ADC87E1-DD64-BF1E-945F-FC3B9491951A}"/>
              </a:ext>
            </a:extLst>
          </p:cNvPr>
          <p:cNvGrpSpPr/>
          <p:nvPr/>
        </p:nvGrpSpPr>
        <p:grpSpPr>
          <a:xfrm>
            <a:off x="7848150" y="2133120"/>
            <a:ext cx="1206000" cy="726480"/>
            <a:chOff x="7848150" y="2133120"/>
            <a:chExt cx="1206000" cy="7264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4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55372314-891C-4997-534F-F4641C4DD9BB}"/>
                    </a:ext>
                  </a:extLst>
                </p14:cNvPr>
                <p14:cNvContentPartPr/>
                <p14:nvPr/>
              </p14:nvContentPartPr>
              <p14:xfrm>
                <a:off x="8030310" y="2548920"/>
                <a:ext cx="654840" cy="310680"/>
              </p14:xfrm>
            </p:contentPart>
          </mc:Choice>
          <mc:Fallback xmlns=""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55372314-891C-4997-534F-F4641C4DD9BB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8024190" y="2542800"/>
                  <a:ext cx="667080" cy="322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FA38BFEE-2E61-7108-4A75-F70816892F23}"/>
                    </a:ext>
                  </a:extLst>
                </p14:cNvPr>
                <p14:cNvContentPartPr/>
                <p14:nvPr/>
              </p14:nvContentPartPr>
              <p14:xfrm>
                <a:off x="7905390" y="2268480"/>
                <a:ext cx="389520" cy="190440"/>
              </p14:xfrm>
            </p:contentPart>
          </mc:Choice>
          <mc:Fallback xmlns=""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FA38BFEE-2E61-7108-4A75-F70816892F23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7899270" y="2262360"/>
                  <a:ext cx="401760" cy="202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51723BDE-ED22-B63E-FCF7-87EA192C604B}"/>
                    </a:ext>
                  </a:extLst>
                </p14:cNvPr>
                <p14:cNvContentPartPr/>
                <p14:nvPr/>
              </p14:nvContentPartPr>
              <p14:xfrm>
                <a:off x="7848150" y="2306280"/>
                <a:ext cx="227520" cy="35640"/>
              </p14:xfrm>
            </p:contentPart>
          </mc:Choice>
          <mc:Fallback xmlns=""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51723BDE-ED22-B63E-FCF7-87EA192C604B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7842030" y="2300160"/>
                  <a:ext cx="239760" cy="47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E8EEF5A5-E00A-0B1F-2B06-0C8CF628294E}"/>
                    </a:ext>
                  </a:extLst>
                </p14:cNvPr>
                <p14:cNvContentPartPr/>
                <p14:nvPr/>
              </p14:nvContentPartPr>
              <p14:xfrm>
                <a:off x="8390670" y="2160840"/>
                <a:ext cx="551160" cy="219960"/>
              </p14:xfrm>
            </p:contentPart>
          </mc:Choice>
          <mc:Fallback xmlns=""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E8EEF5A5-E00A-0B1F-2B06-0C8CF628294E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8384550" y="2154720"/>
                  <a:ext cx="563400" cy="232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2B235A62-9F79-6D4C-ED0D-D54D7C99101E}"/>
                    </a:ext>
                  </a:extLst>
                </p14:cNvPr>
                <p14:cNvContentPartPr/>
                <p14:nvPr/>
              </p14:nvContentPartPr>
              <p14:xfrm>
                <a:off x="8729070" y="2133120"/>
                <a:ext cx="360" cy="360"/>
              </p14:xfrm>
            </p:contentPart>
          </mc:Choice>
          <mc:Fallback xmlns=""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2B235A62-9F79-6D4C-ED0D-D54D7C99101E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8722950" y="2127000"/>
                  <a:ext cx="12600" cy="1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7D64030C-FEE4-C2D7-C682-B6E69242F695}"/>
                    </a:ext>
                  </a:extLst>
                </p14:cNvPr>
                <p14:cNvContentPartPr/>
                <p14:nvPr/>
              </p14:nvContentPartPr>
              <p14:xfrm>
                <a:off x="8468790" y="2390160"/>
                <a:ext cx="585360" cy="154440"/>
              </p14:xfrm>
            </p:contentPart>
          </mc:Choice>
          <mc:Fallback xmlns=""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7D64030C-FEE4-C2D7-C682-B6E69242F695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8462670" y="2384040"/>
                  <a:ext cx="597600" cy="16668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69072917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22D339-0E11-0C85-C4C4-B6FAFC1068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5AC1BCF-3696-0C07-70CA-3E7FF9CE5890}"/>
              </a:ext>
            </a:extLst>
          </p:cNvPr>
          <p:cNvSpPr txBox="1"/>
          <p:nvPr/>
        </p:nvSpPr>
        <p:spPr>
          <a:xfrm>
            <a:off x="914400" y="91439"/>
            <a:ext cx="7315200" cy="4572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/>
              <a:t>Detailed Component Report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EC1CF25-5E41-EB37-F3C5-701943C972F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948070"/>
            <a:ext cx="9144000" cy="49618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5263541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EDE615-D578-D514-C6E9-F493259573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5FE2385D-0E53-F257-ACA8-FCD5C454F70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970049"/>
            <a:ext cx="9144000" cy="4917902"/>
          </a:xfrm>
          <a:prstGeom prst="rect">
            <a:avLst/>
          </a:prstGeom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0568886F-B55C-470D-F5C5-42BC5636C98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77478" y="3125152"/>
            <a:ext cx="3343275" cy="3533775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19" name="Ink 18">
                <a:extLst>
                  <a:ext uri="{FF2B5EF4-FFF2-40B4-BE49-F238E27FC236}">
                    <a16:creationId xmlns:a16="http://schemas.microsoft.com/office/drawing/2014/main" id="{96220013-75B2-7E20-A57B-C1C29159CC93}"/>
                  </a:ext>
                </a:extLst>
              </p14:cNvPr>
              <p14:cNvContentPartPr/>
              <p14:nvPr/>
            </p14:nvContentPartPr>
            <p14:xfrm>
              <a:off x="1605199" y="5709016"/>
              <a:ext cx="492120" cy="333720"/>
            </p14:xfrm>
          </p:contentPart>
        </mc:Choice>
        <mc:Fallback xmlns="">
          <p:pic>
            <p:nvPicPr>
              <p:cNvPr id="19" name="Ink 18">
                <a:extLst>
                  <a:ext uri="{FF2B5EF4-FFF2-40B4-BE49-F238E27FC236}">
                    <a16:creationId xmlns:a16="http://schemas.microsoft.com/office/drawing/2014/main" id="{96220013-75B2-7E20-A57B-C1C29159CC93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599079" y="5702896"/>
                <a:ext cx="504360" cy="345960"/>
              </a:xfrm>
              <a:prstGeom prst="rect">
                <a:avLst/>
              </a:prstGeom>
            </p:spPr>
          </p:pic>
        </mc:Fallback>
      </mc:AlternateContent>
      <p:sp>
        <p:nvSpPr>
          <p:cNvPr id="2" name="TextBox 1">
            <a:extLst>
              <a:ext uri="{FF2B5EF4-FFF2-40B4-BE49-F238E27FC236}">
                <a16:creationId xmlns:a16="http://schemas.microsoft.com/office/drawing/2014/main" id="{1BF31592-B1B3-C0AF-8516-517A9F26EF7B}"/>
              </a:ext>
            </a:extLst>
          </p:cNvPr>
          <p:cNvSpPr txBox="1"/>
          <p:nvPr/>
        </p:nvSpPr>
        <p:spPr>
          <a:xfrm>
            <a:off x="914400" y="91439"/>
            <a:ext cx="7315200" cy="4572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/>
              <a:t>Prepare your Assay Data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F167D7AE-3C5A-4CC6-FE9E-BBD3AAC69F1A}"/>
                  </a:ext>
                </a:extLst>
              </p14:cNvPr>
              <p14:cNvContentPartPr/>
              <p14:nvPr/>
            </p14:nvContentPartPr>
            <p14:xfrm>
              <a:off x="214320" y="999480"/>
              <a:ext cx="348480" cy="277560"/>
            </p14:xfrm>
          </p:contentPart>
        </mc:Choice>
        <mc:Fallback xmlns=""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F167D7AE-3C5A-4CC6-FE9E-BBD3AAC69F1A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208200" y="993360"/>
                <a:ext cx="360720" cy="289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08CB389B-1FD0-18DB-BE0F-6A3450285714}"/>
                  </a:ext>
                </a:extLst>
              </p14:cNvPr>
              <p14:cNvContentPartPr/>
              <p14:nvPr/>
            </p14:nvContentPartPr>
            <p14:xfrm>
              <a:off x="3832320" y="1226640"/>
              <a:ext cx="447480" cy="333000"/>
            </p14:xfrm>
          </p:contentPart>
        </mc:Choice>
        <mc:Fallback xmlns=""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08CB389B-1FD0-18DB-BE0F-6A3450285714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3826200" y="1220520"/>
                <a:ext cx="459720" cy="345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F5B95C80-7C79-B0AE-26E3-2A354AAA49E1}"/>
                  </a:ext>
                </a:extLst>
              </p14:cNvPr>
              <p14:cNvContentPartPr/>
              <p14:nvPr/>
            </p14:nvContentPartPr>
            <p14:xfrm>
              <a:off x="4947960" y="2224560"/>
              <a:ext cx="479520" cy="441360"/>
            </p14:xfrm>
          </p:contentPart>
        </mc:Choice>
        <mc:Fallback xmlns=""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F5B95C80-7C79-B0AE-26E3-2A354AAA49E1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4941840" y="2218440"/>
                <a:ext cx="491760" cy="453600"/>
              </a:xfrm>
              <a:prstGeom prst="rect">
                <a:avLst/>
              </a:prstGeom>
            </p:spPr>
          </p:pic>
        </mc:Fallback>
      </mc:AlternateContent>
      <p:grpSp>
        <p:nvGrpSpPr>
          <p:cNvPr id="11" name="Group 10">
            <a:extLst>
              <a:ext uri="{FF2B5EF4-FFF2-40B4-BE49-F238E27FC236}">
                <a16:creationId xmlns:a16="http://schemas.microsoft.com/office/drawing/2014/main" id="{9BEE531C-101C-F713-ECDE-1F468441DAE6}"/>
              </a:ext>
            </a:extLst>
          </p:cNvPr>
          <p:cNvGrpSpPr/>
          <p:nvPr/>
        </p:nvGrpSpPr>
        <p:grpSpPr>
          <a:xfrm>
            <a:off x="321600" y="768720"/>
            <a:ext cx="73080" cy="150840"/>
            <a:chOff x="321600" y="768720"/>
            <a:chExt cx="73080" cy="1508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2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E993E342-77BB-0BC3-66EA-ADF191CFE573}"/>
                    </a:ext>
                  </a:extLst>
                </p14:cNvPr>
                <p14:cNvContentPartPr/>
                <p14:nvPr/>
              </p14:nvContentPartPr>
              <p14:xfrm>
                <a:off x="321600" y="768720"/>
                <a:ext cx="11520" cy="150840"/>
              </p14:xfrm>
            </p:contentPart>
          </mc:Choice>
          <mc:Fallback xmlns=""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E993E342-77BB-0BC3-66EA-ADF191CFE573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315480" y="762600"/>
                  <a:ext cx="23760" cy="163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810D36A2-F7D3-E474-2ED9-4536FA0C74C3}"/>
                    </a:ext>
                  </a:extLst>
                </p14:cNvPr>
                <p14:cNvContentPartPr/>
                <p14:nvPr/>
              </p14:nvContentPartPr>
              <p14:xfrm>
                <a:off x="383880" y="842520"/>
                <a:ext cx="10800" cy="19440"/>
              </p14:xfrm>
            </p:contentPart>
          </mc:Choice>
          <mc:Fallback xmlns=""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810D36A2-F7D3-E474-2ED9-4536FA0C74C3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377760" y="836400"/>
                  <a:ext cx="23040" cy="316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21F52739-3EEB-F05E-EFF5-8169ED885E60}"/>
              </a:ext>
            </a:extLst>
          </p:cNvPr>
          <p:cNvGrpSpPr/>
          <p:nvPr/>
        </p:nvGrpSpPr>
        <p:grpSpPr>
          <a:xfrm>
            <a:off x="4006920" y="791400"/>
            <a:ext cx="166680" cy="134280"/>
            <a:chOff x="4006920" y="791400"/>
            <a:chExt cx="166680" cy="1342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6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2AFC4F16-74EB-8E7A-E96C-AC832AF03E58}"/>
                    </a:ext>
                  </a:extLst>
                </p14:cNvPr>
                <p14:cNvContentPartPr/>
                <p14:nvPr/>
              </p14:nvContentPartPr>
              <p14:xfrm>
                <a:off x="4006920" y="791400"/>
                <a:ext cx="85680" cy="134280"/>
              </p14:xfrm>
            </p:contentPart>
          </mc:Choice>
          <mc:Fallback xmlns=""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2AFC4F16-74EB-8E7A-E96C-AC832AF03E58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4000800" y="785280"/>
                  <a:ext cx="97920" cy="146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B09675F2-426C-8096-A373-6ED0134E1096}"/>
                    </a:ext>
                  </a:extLst>
                </p14:cNvPr>
                <p14:cNvContentPartPr/>
                <p14:nvPr/>
              </p14:nvContentPartPr>
              <p14:xfrm>
                <a:off x="4161000" y="877080"/>
                <a:ext cx="12600" cy="18360"/>
              </p14:xfrm>
            </p:contentPart>
          </mc:Choice>
          <mc:Fallback xmlns=""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B09675F2-426C-8096-A373-6ED0134E1096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4154880" y="870960"/>
                  <a:ext cx="24840" cy="306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7" name="Group 16">
            <a:extLst>
              <a:ext uri="{FF2B5EF4-FFF2-40B4-BE49-F238E27FC236}">
                <a16:creationId xmlns:a16="http://schemas.microsoft.com/office/drawing/2014/main" id="{04F20EAC-CB69-E462-7022-8DF074E27CB3}"/>
              </a:ext>
            </a:extLst>
          </p:cNvPr>
          <p:cNvGrpSpPr/>
          <p:nvPr/>
        </p:nvGrpSpPr>
        <p:grpSpPr>
          <a:xfrm>
            <a:off x="5550960" y="2309520"/>
            <a:ext cx="190080" cy="150120"/>
            <a:chOff x="5550960" y="2309520"/>
            <a:chExt cx="190080" cy="1501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0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5ACD8255-591B-4917-02D0-54C1B8437087}"/>
                    </a:ext>
                  </a:extLst>
                </p14:cNvPr>
                <p14:cNvContentPartPr/>
                <p14:nvPr/>
              </p14:nvContentPartPr>
              <p14:xfrm>
                <a:off x="5550960" y="2309520"/>
                <a:ext cx="124920" cy="150120"/>
              </p14:xfrm>
            </p:contentPart>
          </mc:Choice>
          <mc:Fallback xmlns=""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5ACD8255-591B-4917-02D0-54C1B8437087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5544840" y="2303400"/>
                  <a:ext cx="137160" cy="162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9F88F318-CD77-0998-8DE8-AF59A578E1C2}"/>
                    </a:ext>
                  </a:extLst>
                </p14:cNvPr>
                <p14:cNvContentPartPr/>
                <p14:nvPr/>
              </p14:nvContentPartPr>
              <p14:xfrm>
                <a:off x="5722320" y="2425800"/>
                <a:ext cx="18720" cy="16920"/>
              </p14:xfrm>
            </p:contentPart>
          </mc:Choice>
          <mc:Fallback xmlns=""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9F88F318-CD77-0998-8DE8-AF59A578E1C2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5716200" y="2419680"/>
                  <a:ext cx="30960" cy="291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3" name="Group 22">
            <a:extLst>
              <a:ext uri="{FF2B5EF4-FFF2-40B4-BE49-F238E27FC236}">
                <a16:creationId xmlns:a16="http://schemas.microsoft.com/office/drawing/2014/main" id="{15DAC4D3-6B0E-F5FC-E6D4-AE03728F6555}"/>
              </a:ext>
            </a:extLst>
          </p:cNvPr>
          <p:cNvGrpSpPr/>
          <p:nvPr/>
        </p:nvGrpSpPr>
        <p:grpSpPr>
          <a:xfrm>
            <a:off x="1230443" y="5678880"/>
            <a:ext cx="261360" cy="283680"/>
            <a:chOff x="7909140" y="6197520"/>
            <a:chExt cx="261360" cy="2836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4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F007DD99-3144-28EC-138D-26B9E357BAA1}"/>
                    </a:ext>
                  </a:extLst>
                </p14:cNvPr>
                <p14:cNvContentPartPr/>
                <p14:nvPr/>
              </p14:nvContentPartPr>
              <p14:xfrm>
                <a:off x="7909140" y="6289320"/>
                <a:ext cx="153360" cy="65160"/>
              </p14:xfrm>
            </p:contentPart>
          </mc:Choice>
          <mc:Fallback xmlns=""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F007DD99-3144-28EC-138D-26B9E357BAA1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7903020" y="6283200"/>
                  <a:ext cx="165600" cy="77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FE1F09EC-741E-62B0-C366-6BA781D1C14E}"/>
                    </a:ext>
                  </a:extLst>
                </p14:cNvPr>
                <p14:cNvContentPartPr/>
                <p14:nvPr/>
              </p14:nvContentPartPr>
              <p14:xfrm>
                <a:off x="7978260" y="6197520"/>
                <a:ext cx="46440" cy="283680"/>
              </p14:xfrm>
            </p:contentPart>
          </mc:Choice>
          <mc:Fallback xmlns=""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FE1F09EC-741E-62B0-C366-6BA781D1C14E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7972140" y="6191400"/>
                  <a:ext cx="58680" cy="295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C3EF1A02-60B3-5044-1B2A-3AFAC66C6C38}"/>
                    </a:ext>
                  </a:extLst>
                </p14:cNvPr>
                <p14:cNvContentPartPr/>
                <p14:nvPr/>
              </p14:nvContentPartPr>
              <p14:xfrm>
                <a:off x="8141700" y="6400200"/>
                <a:ext cx="28800" cy="20520"/>
              </p14:xfrm>
            </p:contentPart>
          </mc:Choice>
          <mc:Fallback xmlns=""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C3EF1A02-60B3-5044-1B2A-3AFAC66C6C38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8135580" y="6394080"/>
                  <a:ext cx="41040" cy="327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8" name="Group 27">
            <a:extLst>
              <a:ext uri="{FF2B5EF4-FFF2-40B4-BE49-F238E27FC236}">
                <a16:creationId xmlns:a16="http://schemas.microsoft.com/office/drawing/2014/main" id="{D7B4FE2D-E1C0-A29D-7DA5-7ADA55927772}"/>
              </a:ext>
            </a:extLst>
          </p:cNvPr>
          <p:cNvGrpSpPr/>
          <p:nvPr/>
        </p:nvGrpSpPr>
        <p:grpSpPr>
          <a:xfrm>
            <a:off x="1669800" y="5443630"/>
            <a:ext cx="1134720" cy="216720"/>
            <a:chOff x="1669800" y="5443630"/>
            <a:chExt cx="1134720" cy="2167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0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9831896D-6BB8-2E2C-C13B-F4B1F539DB3C}"/>
                    </a:ext>
                  </a:extLst>
                </p14:cNvPr>
                <p14:cNvContentPartPr/>
                <p14:nvPr/>
              </p14:nvContentPartPr>
              <p14:xfrm>
                <a:off x="1669800" y="5443630"/>
                <a:ext cx="451440" cy="201600"/>
              </p14:xfrm>
            </p:contentPart>
          </mc:Choice>
          <mc:Fallback xmlns=""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9831896D-6BB8-2E2C-C13B-F4B1F539DB3C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1663680" y="5437510"/>
                  <a:ext cx="463680" cy="213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156A7327-B973-8F1F-367C-562DF161C309}"/>
                    </a:ext>
                  </a:extLst>
                </p14:cNvPr>
                <p14:cNvContentPartPr/>
                <p14:nvPr/>
              </p14:nvContentPartPr>
              <p14:xfrm>
                <a:off x="2228880" y="5445430"/>
                <a:ext cx="575640" cy="214920"/>
              </p14:xfrm>
            </p:contentPart>
          </mc:Choice>
          <mc:Fallback xmlns=""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156A7327-B973-8F1F-367C-562DF161C309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2222760" y="5439310"/>
                  <a:ext cx="587880" cy="2271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3" name="Group 32">
            <a:extLst>
              <a:ext uri="{FF2B5EF4-FFF2-40B4-BE49-F238E27FC236}">
                <a16:creationId xmlns:a16="http://schemas.microsoft.com/office/drawing/2014/main" id="{021C374D-8B39-9BD8-C684-0167D3068C68}"/>
              </a:ext>
            </a:extLst>
          </p:cNvPr>
          <p:cNvGrpSpPr/>
          <p:nvPr/>
        </p:nvGrpSpPr>
        <p:grpSpPr>
          <a:xfrm>
            <a:off x="3790560" y="5779280"/>
            <a:ext cx="721080" cy="698400"/>
            <a:chOff x="3790560" y="5779280"/>
            <a:chExt cx="721080" cy="6984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4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F79D242C-43F1-72B6-7373-FFB141B778A5}"/>
                    </a:ext>
                  </a:extLst>
                </p14:cNvPr>
                <p14:cNvContentPartPr/>
                <p14:nvPr/>
              </p14:nvContentPartPr>
              <p14:xfrm>
                <a:off x="3790560" y="6004640"/>
                <a:ext cx="721080" cy="473040"/>
              </p14:xfrm>
            </p:contentPart>
          </mc:Choice>
          <mc:Fallback xmlns=""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F79D242C-43F1-72B6-7373-FFB141B778A5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3784440" y="5998520"/>
                  <a:ext cx="733320" cy="485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335078B1-DB54-F6C1-308E-FF0CB2EC0FB9}"/>
                    </a:ext>
                  </a:extLst>
                </p14:cNvPr>
                <p14:cNvContentPartPr/>
                <p14:nvPr/>
              </p14:nvContentPartPr>
              <p14:xfrm>
                <a:off x="3958680" y="5827160"/>
                <a:ext cx="123840" cy="129240"/>
              </p14:xfrm>
            </p:contentPart>
          </mc:Choice>
          <mc:Fallback xmlns=""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335078B1-DB54-F6C1-308E-FF0CB2EC0FB9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3952560" y="5821040"/>
                  <a:ext cx="136080" cy="141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2286C32D-26F2-39C5-11F1-90F728D6A1A2}"/>
                    </a:ext>
                  </a:extLst>
                </p14:cNvPr>
                <p14:cNvContentPartPr/>
                <p14:nvPr/>
              </p14:nvContentPartPr>
              <p14:xfrm>
                <a:off x="4032480" y="5779280"/>
                <a:ext cx="112680" cy="54360"/>
              </p14:xfrm>
            </p:contentPart>
          </mc:Choice>
          <mc:Fallback xmlns=""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2286C32D-26F2-39C5-11F1-90F728D6A1A2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4026360" y="5773160"/>
                  <a:ext cx="124920" cy="66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C0D4B134-3527-A2C8-BC0C-3A74D1E1394B}"/>
                    </a:ext>
                  </a:extLst>
                </p14:cNvPr>
                <p14:cNvContentPartPr/>
                <p14:nvPr/>
              </p14:nvContentPartPr>
              <p14:xfrm>
                <a:off x="4165320" y="5914640"/>
                <a:ext cx="10440" cy="36000"/>
              </p14:xfrm>
            </p:contentPart>
          </mc:Choice>
          <mc:Fallback xmlns=""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C0D4B134-3527-A2C8-BC0C-3A74D1E1394B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4159200" y="5908520"/>
                  <a:ext cx="22680" cy="48240"/>
                </a:xfrm>
                <a:prstGeom prst="rect">
                  <a:avLst/>
                </a:prstGeom>
              </p:spPr>
            </p:pic>
          </mc:Fallback>
        </mc:AlternateContent>
      </p:grpSp>
      <p:sp>
        <p:nvSpPr>
          <p:cNvPr id="34" name="TextBox 33">
            <a:extLst>
              <a:ext uri="{FF2B5EF4-FFF2-40B4-BE49-F238E27FC236}">
                <a16:creationId xmlns:a16="http://schemas.microsoft.com/office/drawing/2014/main" id="{60D62295-3768-BB1E-4F67-1C22ECC848CC}"/>
              </a:ext>
            </a:extLst>
          </p:cNvPr>
          <p:cNvSpPr txBox="1"/>
          <p:nvPr/>
        </p:nvSpPr>
        <p:spPr>
          <a:xfrm>
            <a:off x="566280" y="738580"/>
            <a:ext cx="82702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b="1" dirty="0">
                <a:solidFill>
                  <a:srgbClr val="FF0000"/>
                </a:solidFill>
              </a:rPr>
              <a:t>Home Tab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71E13508-A69E-9633-1CC1-398538725783}"/>
              </a:ext>
            </a:extLst>
          </p:cNvPr>
          <p:cNvSpPr txBox="1"/>
          <p:nvPr/>
        </p:nvSpPr>
        <p:spPr>
          <a:xfrm>
            <a:off x="4279800" y="666361"/>
            <a:ext cx="59343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b="1" dirty="0">
                <a:solidFill>
                  <a:srgbClr val="FF0000"/>
                </a:solidFill>
              </a:rPr>
              <a:t>Charts</a:t>
            </a:r>
          </a:p>
        </p:txBody>
      </p:sp>
    </p:spTree>
    <p:extLst>
      <p:ext uri="{BB962C8B-B14F-4D97-AF65-F5344CB8AC3E}">
        <p14:creationId xmlns:p14="http://schemas.microsoft.com/office/powerpoint/2010/main" val="318529106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0732A3-B2DF-E7E0-0CEE-2737C2CC34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33D5556-0479-BDA8-B04B-AEBA8733444A}"/>
              </a:ext>
            </a:extLst>
          </p:cNvPr>
          <p:cNvSpPr txBox="1"/>
          <p:nvPr/>
        </p:nvSpPr>
        <p:spPr>
          <a:xfrm>
            <a:off x="914400" y="91439"/>
            <a:ext cx="7315200" cy="4572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/>
              <a:t>Your TBP True Boiling Point (TBP) Curve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CB8A81C-F042-A96A-5D34-5F9A2953727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948070"/>
            <a:ext cx="9144000" cy="49618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9719565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79FA8A-6875-346B-6758-84969D768C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A56078C-679F-98C8-95B9-2B122D158574}"/>
              </a:ext>
            </a:extLst>
          </p:cNvPr>
          <p:cNvSpPr txBox="1"/>
          <p:nvPr/>
        </p:nvSpPr>
        <p:spPr>
          <a:xfrm>
            <a:off x="914400" y="91439"/>
            <a:ext cx="7315200" cy="4572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/>
              <a:t>Add the Assay Data (vol%)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69A65588-ADBA-CBE5-A780-3CDA9A568C3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948070"/>
            <a:ext cx="9144000" cy="496186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70BA59A2-95F1-EAC0-1B23-A350D1A2F75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34087" y="2149796"/>
            <a:ext cx="2834640" cy="4523071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9089AD7F-51AA-2B40-F6D4-BF85FA24BC5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6754" y="2302871"/>
            <a:ext cx="4846320" cy="4216919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20" name="Ink 19">
                <a:extLst>
                  <a:ext uri="{FF2B5EF4-FFF2-40B4-BE49-F238E27FC236}">
                    <a16:creationId xmlns:a16="http://schemas.microsoft.com/office/drawing/2014/main" id="{7133CBC9-D8C5-06AB-09DB-F11AFEA5CD04}"/>
                  </a:ext>
                </a:extLst>
              </p14:cNvPr>
              <p14:cNvContentPartPr/>
              <p14:nvPr/>
            </p14:nvContentPartPr>
            <p14:xfrm>
              <a:off x="6157590" y="2784000"/>
              <a:ext cx="1683720" cy="345240"/>
            </p14:xfrm>
          </p:contentPart>
        </mc:Choice>
        <mc:Fallback xmlns="">
          <p:pic>
            <p:nvPicPr>
              <p:cNvPr id="20" name="Ink 19">
                <a:extLst>
                  <a:ext uri="{FF2B5EF4-FFF2-40B4-BE49-F238E27FC236}">
                    <a16:creationId xmlns:a16="http://schemas.microsoft.com/office/drawing/2014/main" id="{7133CBC9-D8C5-06AB-09DB-F11AFEA5CD04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6151470" y="2777880"/>
                <a:ext cx="1695960" cy="357480"/>
              </a:xfrm>
              <a:prstGeom prst="rect">
                <a:avLst/>
              </a:prstGeom>
            </p:spPr>
          </p:pic>
        </mc:Fallback>
      </mc:AlternateContent>
      <p:grpSp>
        <p:nvGrpSpPr>
          <p:cNvPr id="25" name="Group 24">
            <a:extLst>
              <a:ext uri="{FF2B5EF4-FFF2-40B4-BE49-F238E27FC236}">
                <a16:creationId xmlns:a16="http://schemas.microsoft.com/office/drawing/2014/main" id="{3A8FE12D-D792-E42F-3A52-603A8A9A8E6E}"/>
              </a:ext>
            </a:extLst>
          </p:cNvPr>
          <p:cNvGrpSpPr/>
          <p:nvPr/>
        </p:nvGrpSpPr>
        <p:grpSpPr>
          <a:xfrm>
            <a:off x="6107190" y="2895960"/>
            <a:ext cx="1761480" cy="2986200"/>
            <a:chOff x="6107190" y="2895960"/>
            <a:chExt cx="1761480" cy="29862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7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19FCAFAD-A44E-649C-F5F8-2B55B427BDC6}"/>
                    </a:ext>
                  </a:extLst>
                </p14:cNvPr>
                <p14:cNvContentPartPr/>
                <p14:nvPr/>
              </p14:nvContentPartPr>
              <p14:xfrm>
                <a:off x="6107190" y="3112680"/>
                <a:ext cx="50040" cy="2502360"/>
              </p14:xfrm>
            </p:contentPart>
          </mc:Choice>
          <mc:Fallback xmlns=""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19FCAFAD-A44E-649C-F5F8-2B55B427BDC6}"/>
                    </a:ext>
                  </a:extLst>
                </p:cNvPr>
                <p:cNvPicPr/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6101070" y="3106560"/>
                  <a:ext cx="62280" cy="2514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12A01BF3-7B6F-2EF6-D5B4-7318E6ACF70F}"/>
                    </a:ext>
                  </a:extLst>
                </p14:cNvPr>
                <p14:cNvContentPartPr/>
                <p14:nvPr/>
              </p14:nvContentPartPr>
              <p14:xfrm>
                <a:off x="7849230" y="2997480"/>
                <a:ext cx="360" cy="360"/>
              </p14:xfrm>
            </p:contentPart>
          </mc:Choice>
          <mc:Fallback xmlns=""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12A01BF3-7B6F-2EF6-D5B4-7318E6ACF70F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7843110" y="2991360"/>
                  <a:ext cx="12600" cy="1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3D3AB2D2-77D3-9430-7485-B9540DCBDE8D}"/>
                    </a:ext>
                  </a:extLst>
                </p14:cNvPr>
                <p14:cNvContentPartPr/>
                <p14:nvPr/>
              </p14:nvContentPartPr>
              <p14:xfrm>
                <a:off x="7832670" y="2979480"/>
                <a:ext cx="16920" cy="18000"/>
              </p14:xfrm>
            </p:contentPart>
          </mc:Choice>
          <mc:Fallback xmlns=""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3D3AB2D2-77D3-9430-7485-B9540DCBDE8D}"/>
                    </a:ext>
                  </a:extLst>
                </p:cNvPr>
                <p:cNvPicPr/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7826550" y="2973360"/>
                  <a:ext cx="29160" cy="30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3890A322-7722-BF6C-3695-35C95A999BA7}"/>
                    </a:ext>
                  </a:extLst>
                </p14:cNvPr>
                <p14:cNvContentPartPr/>
                <p14:nvPr/>
              </p14:nvContentPartPr>
              <p14:xfrm>
                <a:off x="7832310" y="2895960"/>
                <a:ext cx="26280" cy="2742840"/>
              </p14:xfrm>
            </p:contentPart>
          </mc:Choice>
          <mc:Fallback xmlns=""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3890A322-7722-BF6C-3695-35C95A999BA7}"/>
                    </a:ext>
                  </a:extLst>
                </p:cNvPr>
                <p:cNvPicPr/>
                <p:nvPr/>
              </p:nvPicPr>
              <p:blipFill>
                <a:blip r:embed="rId14"/>
                <a:stretch>
                  <a:fillRect/>
                </a:stretch>
              </p:blipFill>
              <p:spPr>
                <a:xfrm>
                  <a:off x="7826190" y="2889840"/>
                  <a:ext cx="38520" cy="2755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DCB92EF8-CAFE-EC85-2B23-79642B3151F6}"/>
                    </a:ext>
                  </a:extLst>
                </p14:cNvPr>
                <p14:cNvContentPartPr/>
                <p14:nvPr/>
              </p14:nvContentPartPr>
              <p14:xfrm>
                <a:off x="6176310" y="5629440"/>
                <a:ext cx="1692360" cy="252720"/>
              </p14:xfrm>
            </p:contentPart>
          </mc:Choice>
          <mc:Fallback xmlns=""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DCB92EF8-CAFE-EC85-2B23-79642B3151F6}"/>
                    </a:ext>
                  </a:extLst>
                </p:cNvPr>
                <p:cNvPicPr/>
                <p:nvPr/>
              </p:nvPicPr>
              <p:blipFill>
                <a:blip r:embed="rId16"/>
                <a:stretch>
                  <a:fillRect/>
                </a:stretch>
              </p:blipFill>
              <p:spPr>
                <a:xfrm>
                  <a:off x="6170190" y="5623320"/>
                  <a:ext cx="1704600" cy="2649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7">
            <p14:nvContentPartPr>
              <p14:cNvPr id="26" name="Ink 25">
                <a:extLst>
                  <a:ext uri="{FF2B5EF4-FFF2-40B4-BE49-F238E27FC236}">
                    <a16:creationId xmlns:a16="http://schemas.microsoft.com/office/drawing/2014/main" id="{81AF31CA-5A64-5356-9E57-35BBE8235B2C}"/>
                  </a:ext>
                </a:extLst>
              </p14:cNvPr>
              <p14:cNvContentPartPr/>
              <p14:nvPr/>
            </p14:nvContentPartPr>
            <p14:xfrm>
              <a:off x="3682230" y="4253880"/>
              <a:ext cx="886320" cy="180720"/>
            </p14:xfrm>
          </p:contentPart>
        </mc:Choice>
        <mc:Fallback xmlns="">
          <p:pic>
            <p:nvPicPr>
              <p:cNvPr id="26" name="Ink 25">
                <a:extLst>
                  <a:ext uri="{FF2B5EF4-FFF2-40B4-BE49-F238E27FC236}">
                    <a16:creationId xmlns:a16="http://schemas.microsoft.com/office/drawing/2014/main" id="{81AF31CA-5A64-5356-9E57-35BBE8235B2C}"/>
                  </a:ext>
                </a:extLst>
              </p:cNvPr>
              <p:cNvPicPr/>
              <p:nvPr/>
            </p:nvPicPr>
            <p:blipFill>
              <a:blip r:embed="rId18"/>
              <a:stretch>
                <a:fillRect/>
              </a:stretch>
            </p:blipFill>
            <p:spPr>
              <a:xfrm>
                <a:off x="3676110" y="4247760"/>
                <a:ext cx="898560" cy="192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9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B96AE1BE-0461-189C-3202-CB6C998682F4}"/>
                  </a:ext>
                </a:extLst>
              </p14:cNvPr>
              <p14:cNvContentPartPr/>
              <p14:nvPr/>
            </p14:nvContentPartPr>
            <p14:xfrm>
              <a:off x="3677520" y="4416960"/>
              <a:ext cx="360" cy="360"/>
            </p14:xfrm>
          </p:contentPart>
        </mc:Choice>
        <mc:Fallback xmlns=""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B96AE1BE-0461-189C-3202-CB6C998682F4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3671400" y="4410840"/>
                <a:ext cx="12600" cy="12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EAFE6972-A6AD-C688-3D74-5747DCC724A7}"/>
                  </a:ext>
                </a:extLst>
              </p14:cNvPr>
              <p14:cNvContentPartPr/>
              <p14:nvPr/>
            </p14:nvContentPartPr>
            <p14:xfrm>
              <a:off x="3672480" y="4416960"/>
              <a:ext cx="5400" cy="1656360"/>
            </p14:xfrm>
          </p:contentPart>
        </mc:Choice>
        <mc:Fallback xmlns=""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EAFE6972-A6AD-C688-3D74-5747DCC724A7}"/>
                  </a:ext>
                </a:extLst>
              </p:cNvPr>
              <p:cNvPicPr/>
              <p:nvPr/>
            </p:nvPicPr>
            <p:blipFill>
              <a:blip r:embed="rId21"/>
              <a:stretch>
                <a:fillRect/>
              </a:stretch>
            </p:blipFill>
            <p:spPr>
              <a:xfrm>
                <a:off x="3666360" y="4410840"/>
                <a:ext cx="17640" cy="1668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2">
            <p14:nvContentPartPr>
              <p14:cNvPr id="28" name="Ink 27">
                <a:extLst>
                  <a:ext uri="{FF2B5EF4-FFF2-40B4-BE49-F238E27FC236}">
                    <a16:creationId xmlns:a16="http://schemas.microsoft.com/office/drawing/2014/main" id="{F718A664-1AD4-B0F7-84FF-34E56129D118}"/>
                  </a:ext>
                </a:extLst>
              </p14:cNvPr>
              <p14:cNvContentPartPr/>
              <p14:nvPr/>
            </p14:nvContentPartPr>
            <p14:xfrm>
              <a:off x="3695910" y="6063960"/>
              <a:ext cx="883080" cy="244080"/>
            </p14:xfrm>
          </p:contentPart>
        </mc:Choice>
        <mc:Fallback xmlns="">
          <p:pic>
            <p:nvPicPr>
              <p:cNvPr id="28" name="Ink 27">
                <a:extLst>
                  <a:ext uri="{FF2B5EF4-FFF2-40B4-BE49-F238E27FC236}">
                    <a16:creationId xmlns:a16="http://schemas.microsoft.com/office/drawing/2014/main" id="{F718A664-1AD4-B0F7-84FF-34E56129D118}"/>
                  </a:ext>
                </a:extLst>
              </p:cNvPr>
              <p:cNvPicPr/>
              <p:nvPr/>
            </p:nvPicPr>
            <p:blipFill>
              <a:blip r:embed="rId23"/>
              <a:stretch>
                <a:fillRect/>
              </a:stretch>
            </p:blipFill>
            <p:spPr>
              <a:xfrm>
                <a:off x="3689790" y="6057840"/>
                <a:ext cx="895320" cy="256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4">
            <p14:nvContentPartPr>
              <p14:cNvPr id="43" name="Ink 42">
                <a:extLst>
                  <a:ext uri="{FF2B5EF4-FFF2-40B4-BE49-F238E27FC236}">
                    <a16:creationId xmlns:a16="http://schemas.microsoft.com/office/drawing/2014/main" id="{50620CC4-2946-5EE9-F8D9-9695351FB778}"/>
                  </a:ext>
                </a:extLst>
              </p14:cNvPr>
              <p14:cNvContentPartPr/>
              <p14:nvPr/>
            </p14:nvContentPartPr>
            <p14:xfrm>
              <a:off x="573270" y="1122960"/>
              <a:ext cx="540000" cy="635760"/>
            </p14:xfrm>
          </p:contentPart>
        </mc:Choice>
        <mc:Fallback xmlns="">
          <p:pic>
            <p:nvPicPr>
              <p:cNvPr id="43" name="Ink 42">
                <a:extLst>
                  <a:ext uri="{FF2B5EF4-FFF2-40B4-BE49-F238E27FC236}">
                    <a16:creationId xmlns:a16="http://schemas.microsoft.com/office/drawing/2014/main" id="{50620CC4-2946-5EE9-F8D9-9695351FB778}"/>
                  </a:ext>
                </a:extLst>
              </p:cNvPr>
              <p:cNvPicPr/>
              <p:nvPr/>
            </p:nvPicPr>
            <p:blipFill>
              <a:blip r:embed="rId25"/>
              <a:stretch>
                <a:fillRect/>
              </a:stretch>
            </p:blipFill>
            <p:spPr>
              <a:xfrm>
                <a:off x="564270" y="1114320"/>
                <a:ext cx="557640" cy="653400"/>
              </a:xfrm>
              <a:prstGeom prst="rect">
                <a:avLst/>
              </a:prstGeom>
            </p:spPr>
          </p:pic>
        </mc:Fallback>
      </mc:AlternateContent>
      <p:grpSp>
        <p:nvGrpSpPr>
          <p:cNvPr id="47" name="Group 46">
            <a:extLst>
              <a:ext uri="{FF2B5EF4-FFF2-40B4-BE49-F238E27FC236}">
                <a16:creationId xmlns:a16="http://schemas.microsoft.com/office/drawing/2014/main" id="{AA99AFA2-46D3-97F1-EB63-4A328E1B80E8}"/>
              </a:ext>
            </a:extLst>
          </p:cNvPr>
          <p:cNvGrpSpPr/>
          <p:nvPr/>
        </p:nvGrpSpPr>
        <p:grpSpPr>
          <a:xfrm>
            <a:off x="908070" y="620400"/>
            <a:ext cx="708120" cy="405360"/>
            <a:chOff x="908070" y="620400"/>
            <a:chExt cx="708120" cy="4053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6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EAE7DFA5-68E0-CF90-A2AF-CD9998381FDC}"/>
                    </a:ext>
                  </a:extLst>
                </p14:cNvPr>
                <p14:cNvContentPartPr/>
                <p14:nvPr/>
              </p14:nvContentPartPr>
              <p14:xfrm>
                <a:off x="908070" y="620400"/>
                <a:ext cx="479880" cy="287280"/>
              </p14:xfrm>
            </p:contentPart>
          </mc:Choice>
          <mc:Fallback xmlns=""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EAE7DFA5-68E0-CF90-A2AF-CD9998381FDC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899070" y="611400"/>
                  <a:ext cx="497520" cy="304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07880896-8A7C-C24C-9B10-58E805BF56B5}"/>
                    </a:ext>
                  </a:extLst>
                </p14:cNvPr>
                <p14:cNvContentPartPr/>
                <p14:nvPr/>
              </p14:nvContentPartPr>
              <p14:xfrm>
                <a:off x="1147110" y="659280"/>
                <a:ext cx="360" cy="360"/>
              </p14:xfrm>
            </p:contentPart>
          </mc:Choice>
          <mc:Fallback xmlns=""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07880896-8A7C-C24C-9B10-58E805BF56B5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1138110" y="650280"/>
                  <a:ext cx="1800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4DEC12E1-BBD8-92FA-CB0F-8893EF791E7E}"/>
                    </a:ext>
                  </a:extLst>
                </p14:cNvPr>
                <p14:cNvContentPartPr/>
                <p14:nvPr/>
              </p14:nvContentPartPr>
              <p14:xfrm>
                <a:off x="1010310" y="781680"/>
                <a:ext cx="605880" cy="244080"/>
              </p14:xfrm>
            </p:contentPart>
          </mc:Choice>
          <mc:Fallback xmlns=""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4DEC12E1-BBD8-92FA-CB0F-8893EF791E7E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1001310" y="772680"/>
                  <a:ext cx="623520" cy="2617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32">
            <p14:nvContentPartPr>
              <p14:cNvPr id="48" name="Ink 47">
                <a:extLst>
                  <a:ext uri="{FF2B5EF4-FFF2-40B4-BE49-F238E27FC236}">
                    <a16:creationId xmlns:a16="http://schemas.microsoft.com/office/drawing/2014/main" id="{A30CF43C-92F9-44DB-16F5-80516E26F5E9}"/>
                  </a:ext>
                </a:extLst>
              </p14:cNvPr>
              <p14:cNvContentPartPr/>
              <p14:nvPr/>
            </p14:nvContentPartPr>
            <p14:xfrm>
              <a:off x="8119950" y="5493720"/>
              <a:ext cx="619560" cy="399960"/>
            </p14:xfrm>
          </p:contentPart>
        </mc:Choice>
        <mc:Fallback xmlns="">
          <p:pic>
            <p:nvPicPr>
              <p:cNvPr id="48" name="Ink 47">
                <a:extLst>
                  <a:ext uri="{FF2B5EF4-FFF2-40B4-BE49-F238E27FC236}">
                    <a16:creationId xmlns:a16="http://schemas.microsoft.com/office/drawing/2014/main" id="{A30CF43C-92F9-44DB-16F5-80516E26F5E9}"/>
                  </a:ext>
                </a:extLst>
              </p:cNvPr>
              <p:cNvPicPr/>
              <p:nvPr/>
            </p:nvPicPr>
            <p:blipFill>
              <a:blip r:embed="rId33"/>
              <a:stretch>
                <a:fillRect/>
              </a:stretch>
            </p:blipFill>
            <p:spPr>
              <a:xfrm>
                <a:off x="8113830" y="5487600"/>
                <a:ext cx="631800" cy="412200"/>
              </a:xfrm>
              <a:prstGeom prst="rect">
                <a:avLst/>
              </a:prstGeom>
            </p:spPr>
          </p:pic>
        </mc:Fallback>
      </mc:AlternateContent>
      <p:grpSp>
        <p:nvGrpSpPr>
          <p:cNvPr id="51" name="Group 50">
            <a:extLst>
              <a:ext uri="{FF2B5EF4-FFF2-40B4-BE49-F238E27FC236}">
                <a16:creationId xmlns:a16="http://schemas.microsoft.com/office/drawing/2014/main" id="{16C0AC15-AF7F-9F85-5C74-11512E63494D}"/>
              </a:ext>
            </a:extLst>
          </p:cNvPr>
          <p:cNvGrpSpPr/>
          <p:nvPr/>
        </p:nvGrpSpPr>
        <p:grpSpPr>
          <a:xfrm>
            <a:off x="481470" y="621120"/>
            <a:ext cx="102600" cy="264600"/>
            <a:chOff x="481470" y="621120"/>
            <a:chExt cx="102600" cy="2646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4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79039A8C-AF79-9D00-1C72-799EAA238721}"/>
                    </a:ext>
                  </a:extLst>
                </p14:cNvPr>
                <p14:cNvContentPartPr/>
                <p14:nvPr/>
              </p14:nvContentPartPr>
              <p14:xfrm>
                <a:off x="481470" y="621120"/>
                <a:ext cx="29160" cy="264600"/>
              </p14:xfrm>
            </p:contentPart>
          </mc:Choice>
          <mc:Fallback xmlns=""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79039A8C-AF79-9D00-1C72-799EAA238721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475350" y="615000"/>
                  <a:ext cx="41400" cy="276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">
              <p14:nvContentPartPr>
                <p14:cNvPr id="50" name="Ink 49">
                  <a:extLst>
                    <a:ext uri="{FF2B5EF4-FFF2-40B4-BE49-F238E27FC236}">
                      <a16:creationId xmlns:a16="http://schemas.microsoft.com/office/drawing/2014/main" id="{58DB28B5-3DBA-95D9-4A98-C111ED2C5C22}"/>
                    </a:ext>
                  </a:extLst>
                </p14:cNvPr>
                <p14:cNvContentPartPr/>
                <p14:nvPr/>
              </p14:nvContentPartPr>
              <p14:xfrm>
                <a:off x="565710" y="747480"/>
                <a:ext cx="18360" cy="42120"/>
              </p14:xfrm>
            </p:contentPart>
          </mc:Choice>
          <mc:Fallback xmlns="">
            <p:pic>
              <p:nvPicPr>
                <p:cNvPr id="50" name="Ink 49">
                  <a:extLst>
                    <a:ext uri="{FF2B5EF4-FFF2-40B4-BE49-F238E27FC236}">
                      <a16:creationId xmlns:a16="http://schemas.microsoft.com/office/drawing/2014/main" id="{58DB28B5-3DBA-95D9-4A98-C111ED2C5C22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559590" y="741360"/>
                  <a:ext cx="30600" cy="543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4" name="Group 53">
            <a:extLst>
              <a:ext uri="{FF2B5EF4-FFF2-40B4-BE49-F238E27FC236}">
                <a16:creationId xmlns:a16="http://schemas.microsoft.com/office/drawing/2014/main" id="{F96C0A9E-D2C7-AC63-C8E2-009A19DEC7BD}"/>
              </a:ext>
            </a:extLst>
          </p:cNvPr>
          <p:cNvGrpSpPr/>
          <p:nvPr/>
        </p:nvGrpSpPr>
        <p:grpSpPr>
          <a:xfrm>
            <a:off x="4548720" y="4093680"/>
            <a:ext cx="1680150" cy="2080800"/>
            <a:chOff x="4548720" y="4093680"/>
            <a:chExt cx="1680150" cy="20808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8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83447F60-E6FF-A44B-1A50-6E7E4057BA2D}"/>
                    </a:ext>
                  </a:extLst>
                </p14:cNvPr>
                <p14:cNvContentPartPr/>
                <p14:nvPr/>
              </p14:nvContentPartPr>
              <p14:xfrm>
                <a:off x="4570320" y="4403280"/>
                <a:ext cx="4320" cy="5400"/>
              </p14:xfrm>
            </p:contentPart>
          </mc:Choice>
          <mc:Fallback xmlns=""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83447F60-E6FF-A44B-1A50-6E7E4057BA2D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4564200" y="4397160"/>
                  <a:ext cx="16560" cy="17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CF57369E-78FA-FC0B-F4A8-DC54145BE9CB}"/>
                    </a:ext>
                  </a:extLst>
                </p14:cNvPr>
                <p14:cNvContentPartPr/>
                <p14:nvPr/>
              </p14:nvContentPartPr>
              <p14:xfrm>
                <a:off x="4566360" y="4396440"/>
                <a:ext cx="7920" cy="12240"/>
              </p14:xfrm>
            </p:contentPart>
          </mc:Choice>
          <mc:Fallback xmlns=""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CF57369E-78FA-FC0B-F4A8-DC54145BE9CB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4560240" y="4390320"/>
                  <a:ext cx="20160" cy="24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5ED64FB1-E199-E46E-BBEC-A3467FAD10E8}"/>
                    </a:ext>
                  </a:extLst>
                </p14:cNvPr>
                <p14:cNvContentPartPr/>
                <p14:nvPr/>
              </p14:nvContentPartPr>
              <p14:xfrm>
                <a:off x="4548720" y="4364760"/>
                <a:ext cx="25920" cy="1809720"/>
              </p14:xfrm>
            </p:contentPart>
          </mc:Choice>
          <mc:Fallback xmlns=""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5ED64FB1-E199-E46E-BBEC-A3467FAD10E8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4542600" y="4358640"/>
                  <a:ext cx="38160" cy="1821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4088A3EC-AAC8-D2D9-E1CB-3A57EB4A4577}"/>
                    </a:ext>
                  </a:extLst>
                </p14:cNvPr>
                <p14:cNvContentPartPr/>
                <p14:nvPr/>
              </p14:nvContentPartPr>
              <p14:xfrm>
                <a:off x="4611750" y="4344240"/>
                <a:ext cx="1569960" cy="777960"/>
              </p14:xfrm>
            </p:contentPart>
          </mc:Choice>
          <mc:Fallback xmlns=""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4088A3EC-AAC8-D2D9-E1CB-3A57EB4A4577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4605630" y="4338120"/>
                  <a:ext cx="1582200" cy="790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0BF1AE3E-F268-6A29-A8A1-999DAC48F699}"/>
                    </a:ext>
                  </a:extLst>
                </p14:cNvPr>
                <p14:cNvContentPartPr/>
                <p14:nvPr/>
              </p14:nvContentPartPr>
              <p14:xfrm>
                <a:off x="6017910" y="4355760"/>
                <a:ext cx="210960" cy="148680"/>
              </p14:xfrm>
            </p:contentPart>
          </mc:Choice>
          <mc:Fallback xmlns=""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0BF1AE3E-F268-6A29-A8A1-999DAC48F699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6011790" y="4349640"/>
                  <a:ext cx="223200" cy="160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8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8EC98494-548A-C016-5349-51D9223CA548}"/>
                    </a:ext>
                  </a:extLst>
                </p14:cNvPr>
                <p14:cNvContentPartPr/>
                <p14:nvPr/>
              </p14:nvContentPartPr>
              <p14:xfrm>
                <a:off x="6058590" y="4355760"/>
                <a:ext cx="96120" cy="10080"/>
              </p14:xfrm>
            </p:contentPart>
          </mc:Choice>
          <mc:Fallback xmlns=""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8EC98494-548A-C016-5349-51D9223CA548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6052470" y="4349640"/>
                  <a:ext cx="108360" cy="22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0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0C80D4C4-0721-9FC8-DC40-E534715845E7}"/>
                    </a:ext>
                  </a:extLst>
                </p14:cNvPr>
                <p14:cNvContentPartPr/>
                <p14:nvPr/>
              </p14:nvContentPartPr>
              <p14:xfrm>
                <a:off x="4889310" y="4799280"/>
                <a:ext cx="100800" cy="113400"/>
              </p14:xfrm>
            </p:contentPart>
          </mc:Choice>
          <mc:Fallback xmlns=""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0C80D4C4-0721-9FC8-DC40-E534715845E7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4883190" y="4793160"/>
                  <a:ext cx="113040" cy="125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2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4A185BF7-CF20-5739-3434-39EED5EE9B59}"/>
                    </a:ext>
                  </a:extLst>
                </p14:cNvPr>
                <p14:cNvContentPartPr/>
                <p14:nvPr/>
              </p14:nvContentPartPr>
              <p14:xfrm>
                <a:off x="4991190" y="4730880"/>
                <a:ext cx="236160" cy="209880"/>
              </p14:xfrm>
            </p:contentPart>
          </mc:Choice>
          <mc:Fallback xmlns=""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4A185BF7-CF20-5739-3434-39EED5EE9B59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4985070" y="4724760"/>
                  <a:ext cx="248400" cy="222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4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269A2C5B-5118-71CC-CA76-DA30AF646159}"/>
                    </a:ext>
                  </a:extLst>
                </p14:cNvPr>
                <p14:cNvContentPartPr/>
                <p14:nvPr/>
              </p14:nvContentPartPr>
              <p14:xfrm>
                <a:off x="5302590" y="4562760"/>
                <a:ext cx="14760" cy="298800"/>
              </p14:xfrm>
            </p:contentPart>
          </mc:Choice>
          <mc:Fallback xmlns=""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269A2C5B-5118-71CC-CA76-DA30AF646159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5296470" y="4556640"/>
                  <a:ext cx="27000" cy="311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6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ECBF274C-64C2-FC18-C655-2677B919EA59}"/>
                    </a:ext>
                  </a:extLst>
                </p14:cNvPr>
                <p14:cNvContentPartPr/>
                <p14:nvPr/>
              </p14:nvContentPartPr>
              <p14:xfrm>
                <a:off x="5411310" y="4596240"/>
                <a:ext cx="18360" cy="138960"/>
              </p14:xfrm>
            </p:contentPart>
          </mc:Choice>
          <mc:Fallback xmlns=""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ECBF274C-64C2-FC18-C655-2677B919EA59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5405190" y="4590120"/>
                  <a:ext cx="30600" cy="151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8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7A5C8022-54AB-F208-5CE8-77AA4D7D76B0}"/>
                    </a:ext>
                  </a:extLst>
                </p14:cNvPr>
                <p14:cNvContentPartPr/>
                <p14:nvPr/>
              </p14:nvContentPartPr>
              <p14:xfrm>
                <a:off x="5418870" y="4572480"/>
                <a:ext cx="70920" cy="55440"/>
              </p14:xfrm>
            </p:contentPart>
          </mc:Choice>
          <mc:Fallback xmlns=""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7A5C8022-54AB-F208-5CE8-77AA4D7D76B0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5412750" y="4566360"/>
                  <a:ext cx="83160" cy="67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0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FD554FC0-6A2A-16B1-6712-287AA6612C66}"/>
                    </a:ext>
                  </a:extLst>
                </p14:cNvPr>
                <p14:cNvContentPartPr/>
                <p14:nvPr/>
              </p14:nvContentPartPr>
              <p14:xfrm>
                <a:off x="5508150" y="4445760"/>
                <a:ext cx="387000" cy="165600"/>
              </p14:xfrm>
            </p:contentPart>
          </mc:Choice>
          <mc:Fallback xmlns=""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FD554FC0-6A2A-16B1-6712-287AA6612C66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5502030" y="4439640"/>
                  <a:ext cx="399240" cy="177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2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49B15F09-B2E5-A648-9665-0AFB34C1CF7E}"/>
                    </a:ext>
                  </a:extLst>
                </p14:cNvPr>
                <p14:cNvContentPartPr/>
                <p14:nvPr/>
              </p14:nvContentPartPr>
              <p14:xfrm>
                <a:off x="5662950" y="4396440"/>
                <a:ext cx="151200" cy="64440"/>
              </p14:xfrm>
            </p:contentPart>
          </mc:Choice>
          <mc:Fallback xmlns=""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49B15F09-B2E5-A648-9665-0AFB34C1CF7E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5656830" y="4390320"/>
                  <a:ext cx="163440" cy="76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4">
              <p14:nvContentPartPr>
                <p14:cNvPr id="52" name="Ink 51">
                  <a:extLst>
                    <a:ext uri="{FF2B5EF4-FFF2-40B4-BE49-F238E27FC236}">
                      <a16:creationId xmlns:a16="http://schemas.microsoft.com/office/drawing/2014/main" id="{E8A1B063-C78A-DFC7-CDFD-BCDBB2495B10}"/>
                    </a:ext>
                  </a:extLst>
                </p14:cNvPr>
                <p14:cNvContentPartPr/>
                <p14:nvPr/>
              </p14:nvContentPartPr>
              <p14:xfrm>
                <a:off x="5132670" y="4093680"/>
                <a:ext cx="181440" cy="225000"/>
              </p14:xfrm>
            </p:contentPart>
          </mc:Choice>
          <mc:Fallback xmlns="">
            <p:pic>
              <p:nvPicPr>
                <p:cNvPr id="52" name="Ink 51">
                  <a:extLst>
                    <a:ext uri="{FF2B5EF4-FFF2-40B4-BE49-F238E27FC236}">
                      <a16:creationId xmlns:a16="http://schemas.microsoft.com/office/drawing/2014/main" id="{E8A1B063-C78A-DFC7-CDFD-BCDBB2495B10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5126550" y="4087560"/>
                  <a:ext cx="193680" cy="237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6">
              <p14:nvContentPartPr>
                <p14:cNvPr id="53" name="Ink 52">
                  <a:extLst>
                    <a:ext uri="{FF2B5EF4-FFF2-40B4-BE49-F238E27FC236}">
                      <a16:creationId xmlns:a16="http://schemas.microsoft.com/office/drawing/2014/main" id="{DFD7F869-389C-31C8-201A-C1DCEA3F8468}"/>
                    </a:ext>
                  </a:extLst>
                </p14:cNvPr>
                <p14:cNvContentPartPr/>
                <p14:nvPr/>
              </p14:nvContentPartPr>
              <p14:xfrm>
                <a:off x="5376750" y="4202040"/>
                <a:ext cx="16920" cy="23040"/>
              </p14:xfrm>
            </p:contentPart>
          </mc:Choice>
          <mc:Fallback xmlns="">
            <p:pic>
              <p:nvPicPr>
                <p:cNvPr id="53" name="Ink 52">
                  <a:extLst>
                    <a:ext uri="{FF2B5EF4-FFF2-40B4-BE49-F238E27FC236}">
                      <a16:creationId xmlns:a16="http://schemas.microsoft.com/office/drawing/2014/main" id="{DFD7F869-389C-31C8-201A-C1DCEA3F8468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5370630" y="4195920"/>
                  <a:ext cx="29160" cy="352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7" name="Group 56">
            <a:extLst>
              <a:ext uri="{FF2B5EF4-FFF2-40B4-BE49-F238E27FC236}">
                <a16:creationId xmlns:a16="http://schemas.microsoft.com/office/drawing/2014/main" id="{DCC12AB7-EFD3-7A2D-68CE-1D75F05FA04A}"/>
              </a:ext>
            </a:extLst>
          </p:cNvPr>
          <p:cNvGrpSpPr/>
          <p:nvPr/>
        </p:nvGrpSpPr>
        <p:grpSpPr>
          <a:xfrm>
            <a:off x="8340990" y="5992540"/>
            <a:ext cx="262440" cy="191880"/>
            <a:chOff x="8340990" y="5992540"/>
            <a:chExt cx="262440" cy="1918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68">
              <p14:nvContentPartPr>
                <p14:cNvPr id="55" name="Ink 54">
                  <a:extLst>
                    <a:ext uri="{FF2B5EF4-FFF2-40B4-BE49-F238E27FC236}">
                      <a16:creationId xmlns:a16="http://schemas.microsoft.com/office/drawing/2014/main" id="{944AAC9F-5D78-B746-5002-0671BBEBFB41}"/>
                    </a:ext>
                  </a:extLst>
                </p14:cNvPr>
                <p14:cNvContentPartPr/>
                <p14:nvPr/>
              </p14:nvContentPartPr>
              <p14:xfrm>
                <a:off x="8340990" y="5992540"/>
                <a:ext cx="154800" cy="191880"/>
              </p14:xfrm>
            </p:contentPart>
          </mc:Choice>
          <mc:Fallback xmlns="">
            <p:pic>
              <p:nvPicPr>
                <p:cNvPr id="55" name="Ink 54">
                  <a:extLst>
                    <a:ext uri="{FF2B5EF4-FFF2-40B4-BE49-F238E27FC236}">
                      <a16:creationId xmlns:a16="http://schemas.microsoft.com/office/drawing/2014/main" id="{944AAC9F-5D78-B746-5002-0671BBEBFB41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8334870" y="5986420"/>
                  <a:ext cx="167040" cy="204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0">
              <p14:nvContentPartPr>
                <p14:cNvPr id="56" name="Ink 55">
                  <a:extLst>
                    <a:ext uri="{FF2B5EF4-FFF2-40B4-BE49-F238E27FC236}">
                      <a16:creationId xmlns:a16="http://schemas.microsoft.com/office/drawing/2014/main" id="{DBE2DC33-64D0-F981-0A6D-19E58BD80189}"/>
                    </a:ext>
                  </a:extLst>
                </p14:cNvPr>
                <p14:cNvContentPartPr/>
                <p14:nvPr/>
              </p14:nvContentPartPr>
              <p14:xfrm>
                <a:off x="8601630" y="6119980"/>
                <a:ext cx="1800" cy="29880"/>
              </p14:xfrm>
            </p:contentPart>
          </mc:Choice>
          <mc:Fallback xmlns="">
            <p:pic>
              <p:nvPicPr>
                <p:cNvPr id="56" name="Ink 55">
                  <a:extLst>
                    <a:ext uri="{FF2B5EF4-FFF2-40B4-BE49-F238E27FC236}">
                      <a16:creationId xmlns:a16="http://schemas.microsoft.com/office/drawing/2014/main" id="{DBE2DC33-64D0-F981-0A6D-19E58BD80189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8595510" y="6113860"/>
                  <a:ext cx="14040" cy="4212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204308745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F76810-8C59-5434-1583-72B0F8FE7A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FAAE1FF-FEDB-7914-2A6D-90A9B9D146C2}"/>
              </a:ext>
            </a:extLst>
          </p:cNvPr>
          <p:cNvSpPr txBox="1"/>
          <p:nvPr/>
        </p:nvSpPr>
        <p:spPr>
          <a:xfrm>
            <a:off x="914400" y="91439"/>
            <a:ext cx="7315200" cy="4572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/>
              <a:t>Add the Assay Data (vol%)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0EA4470-20B6-1279-6E5C-A968A3C95E7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948070"/>
            <a:ext cx="9144000" cy="4961860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43" name="Ink 42">
                <a:extLst>
                  <a:ext uri="{FF2B5EF4-FFF2-40B4-BE49-F238E27FC236}">
                    <a16:creationId xmlns:a16="http://schemas.microsoft.com/office/drawing/2014/main" id="{23694B06-AB41-94F9-AC88-99E316F1CC24}"/>
                  </a:ext>
                </a:extLst>
              </p14:cNvPr>
              <p14:cNvContentPartPr/>
              <p14:nvPr/>
            </p14:nvContentPartPr>
            <p14:xfrm>
              <a:off x="573270" y="1122960"/>
              <a:ext cx="540000" cy="635760"/>
            </p14:xfrm>
          </p:contentPart>
        </mc:Choice>
        <mc:Fallback xmlns="">
          <p:pic>
            <p:nvPicPr>
              <p:cNvPr id="43" name="Ink 42">
                <a:extLst>
                  <a:ext uri="{FF2B5EF4-FFF2-40B4-BE49-F238E27FC236}">
                    <a16:creationId xmlns:a16="http://schemas.microsoft.com/office/drawing/2014/main" id="{23694B06-AB41-94F9-AC88-99E316F1CC24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564270" y="1113960"/>
                <a:ext cx="557640" cy="653400"/>
              </a:xfrm>
              <a:prstGeom prst="rect">
                <a:avLst/>
              </a:prstGeom>
            </p:spPr>
          </p:pic>
        </mc:Fallback>
      </mc:AlternateContent>
      <p:grpSp>
        <p:nvGrpSpPr>
          <p:cNvPr id="47" name="Group 46">
            <a:extLst>
              <a:ext uri="{FF2B5EF4-FFF2-40B4-BE49-F238E27FC236}">
                <a16:creationId xmlns:a16="http://schemas.microsoft.com/office/drawing/2014/main" id="{6FF28BF2-177A-9CD3-0349-0DFC9C3EAED8}"/>
              </a:ext>
            </a:extLst>
          </p:cNvPr>
          <p:cNvGrpSpPr/>
          <p:nvPr/>
        </p:nvGrpSpPr>
        <p:grpSpPr>
          <a:xfrm>
            <a:off x="908070" y="620400"/>
            <a:ext cx="708120" cy="405360"/>
            <a:chOff x="908070" y="620400"/>
            <a:chExt cx="708120" cy="4053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5501ADB6-1518-AEEB-9A06-535BA7FD0BC1}"/>
                    </a:ext>
                  </a:extLst>
                </p14:cNvPr>
                <p14:cNvContentPartPr/>
                <p14:nvPr/>
              </p14:nvContentPartPr>
              <p14:xfrm>
                <a:off x="908070" y="620400"/>
                <a:ext cx="479880" cy="287280"/>
              </p14:xfrm>
            </p:contentPart>
          </mc:Choice>
          <mc:Fallback xmlns=""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5501ADB6-1518-AEEB-9A06-535BA7FD0BC1}"/>
                    </a:ext>
                  </a:extLst>
                </p:cNvPr>
                <p:cNvPicPr/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899070" y="611400"/>
                  <a:ext cx="497520" cy="304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56F591B3-61B1-B601-BC1A-B5B5D437177A}"/>
                    </a:ext>
                  </a:extLst>
                </p14:cNvPr>
                <p14:cNvContentPartPr/>
                <p14:nvPr/>
              </p14:nvContentPartPr>
              <p14:xfrm>
                <a:off x="1147110" y="659280"/>
                <a:ext cx="360" cy="360"/>
              </p14:xfrm>
            </p:contentPart>
          </mc:Choice>
          <mc:Fallback xmlns=""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56F591B3-61B1-B601-BC1A-B5B5D437177A}"/>
                    </a:ext>
                  </a:extLst>
                </p:cNvPr>
                <p:cNvPicPr/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1138110" y="650280"/>
                  <a:ext cx="1800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7796C8D0-BAC8-9CFC-00B5-05B5EB6A482D}"/>
                    </a:ext>
                  </a:extLst>
                </p14:cNvPr>
                <p14:cNvContentPartPr/>
                <p14:nvPr/>
              </p14:nvContentPartPr>
              <p14:xfrm>
                <a:off x="1010310" y="781680"/>
                <a:ext cx="605880" cy="244080"/>
              </p14:xfrm>
            </p:contentPart>
          </mc:Choice>
          <mc:Fallback xmlns=""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7796C8D0-BAC8-9CFC-00B5-05B5EB6A482D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1001310" y="772680"/>
                  <a:ext cx="623520" cy="261720"/>
                </a:xfrm>
                <a:prstGeom prst="rect">
                  <a:avLst/>
                </a:prstGeom>
              </p:spPr>
            </p:pic>
          </mc:Fallback>
        </mc:AlternateContent>
      </p:grpSp>
      <p:pic>
        <p:nvPicPr>
          <p:cNvPr id="8" name="Picture 7">
            <a:extLst>
              <a:ext uri="{FF2B5EF4-FFF2-40B4-BE49-F238E27FC236}">
                <a16:creationId xmlns:a16="http://schemas.microsoft.com/office/drawing/2014/main" id="{50B95C38-F11F-D324-C3D9-DBD4C98C1EFE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43270" y="2539095"/>
            <a:ext cx="5315692" cy="3867690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12">
            <p14:nvContentPartPr>
              <p14:cNvPr id="12" name="Ink 11">
                <a:extLst>
                  <a:ext uri="{FF2B5EF4-FFF2-40B4-BE49-F238E27FC236}">
                    <a16:creationId xmlns:a16="http://schemas.microsoft.com/office/drawing/2014/main" id="{50981A82-CC93-FDC2-2DE9-D003FE0CB427}"/>
                  </a:ext>
                </a:extLst>
              </p14:cNvPr>
              <p14:cNvContentPartPr/>
              <p14:nvPr/>
            </p14:nvContentPartPr>
            <p14:xfrm>
              <a:off x="715830" y="495120"/>
              <a:ext cx="15120" cy="146880"/>
            </p14:xfrm>
          </p:contentPart>
        </mc:Choice>
        <mc:Fallback xmlns="">
          <p:pic>
            <p:nvPicPr>
              <p:cNvPr id="12" name="Ink 11">
                <a:extLst>
                  <a:ext uri="{FF2B5EF4-FFF2-40B4-BE49-F238E27FC236}">
                    <a16:creationId xmlns:a16="http://schemas.microsoft.com/office/drawing/2014/main" id="{50981A82-CC93-FDC2-2DE9-D003FE0CB427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709710" y="489000"/>
                <a:ext cx="27360" cy="159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">
            <p14:nvContentPartPr>
              <p14:cNvPr id="17" name="Ink 16">
                <a:extLst>
                  <a:ext uri="{FF2B5EF4-FFF2-40B4-BE49-F238E27FC236}">
                    <a16:creationId xmlns:a16="http://schemas.microsoft.com/office/drawing/2014/main" id="{3D87546D-E554-36CB-E075-E82854DA8DD9}"/>
                  </a:ext>
                </a:extLst>
              </p14:cNvPr>
              <p14:cNvContentPartPr/>
              <p14:nvPr/>
            </p14:nvContentPartPr>
            <p14:xfrm>
              <a:off x="799710" y="572520"/>
              <a:ext cx="9360" cy="24480"/>
            </p14:xfrm>
          </p:contentPart>
        </mc:Choice>
        <mc:Fallback xmlns="">
          <p:pic>
            <p:nvPicPr>
              <p:cNvPr id="17" name="Ink 16">
                <a:extLst>
                  <a:ext uri="{FF2B5EF4-FFF2-40B4-BE49-F238E27FC236}">
                    <a16:creationId xmlns:a16="http://schemas.microsoft.com/office/drawing/2014/main" id="{3D87546D-E554-36CB-E075-E82854DA8DD9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793590" y="566400"/>
                <a:ext cx="21600" cy="36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">
            <p14:nvContentPartPr>
              <p14:cNvPr id="18" name="Ink 17">
                <a:extLst>
                  <a:ext uri="{FF2B5EF4-FFF2-40B4-BE49-F238E27FC236}">
                    <a16:creationId xmlns:a16="http://schemas.microsoft.com/office/drawing/2014/main" id="{E4FE2C2E-9C6D-9631-46FE-B63452684506}"/>
                  </a:ext>
                </a:extLst>
              </p14:cNvPr>
              <p14:cNvContentPartPr/>
              <p14:nvPr/>
            </p14:nvContentPartPr>
            <p14:xfrm>
              <a:off x="2602230" y="3259920"/>
              <a:ext cx="612720" cy="723960"/>
            </p14:xfrm>
          </p:contentPart>
        </mc:Choice>
        <mc:Fallback xmlns="">
          <p:pic>
            <p:nvPicPr>
              <p:cNvPr id="18" name="Ink 17">
                <a:extLst>
                  <a:ext uri="{FF2B5EF4-FFF2-40B4-BE49-F238E27FC236}">
                    <a16:creationId xmlns:a16="http://schemas.microsoft.com/office/drawing/2014/main" id="{E4FE2C2E-9C6D-9631-46FE-B63452684506}"/>
                  </a:ext>
                </a:extLst>
              </p:cNvPr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2596110" y="3253800"/>
                <a:ext cx="624960" cy="736200"/>
              </a:xfrm>
              <a:prstGeom prst="rect">
                <a:avLst/>
              </a:prstGeom>
            </p:spPr>
          </p:pic>
        </mc:Fallback>
      </mc:AlternateContent>
      <p:grpSp>
        <p:nvGrpSpPr>
          <p:cNvPr id="42" name="Group 41">
            <a:extLst>
              <a:ext uri="{FF2B5EF4-FFF2-40B4-BE49-F238E27FC236}">
                <a16:creationId xmlns:a16="http://schemas.microsoft.com/office/drawing/2014/main" id="{82C1F110-F376-BB04-C7BC-1ACB1B9D85DC}"/>
              </a:ext>
            </a:extLst>
          </p:cNvPr>
          <p:cNvGrpSpPr/>
          <p:nvPr/>
        </p:nvGrpSpPr>
        <p:grpSpPr>
          <a:xfrm>
            <a:off x="2348430" y="3294480"/>
            <a:ext cx="197280" cy="160920"/>
            <a:chOff x="2348430" y="3294480"/>
            <a:chExt cx="197280" cy="1609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8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41C9EBF7-5124-ACFC-D94D-DE7374F9C14A}"/>
                    </a:ext>
                  </a:extLst>
                </p14:cNvPr>
                <p14:cNvContentPartPr/>
                <p14:nvPr/>
              </p14:nvContentPartPr>
              <p14:xfrm>
                <a:off x="2348430" y="3294480"/>
                <a:ext cx="140400" cy="160920"/>
              </p14:xfrm>
            </p:contentPart>
          </mc:Choice>
          <mc:Fallback xmlns=""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41C9EBF7-5124-ACFC-D94D-DE7374F9C14A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2342310" y="3288360"/>
                  <a:ext cx="152640" cy="173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7D6AA02E-F82D-B299-6749-8560EC45EC5D}"/>
                    </a:ext>
                  </a:extLst>
                </p14:cNvPr>
                <p14:cNvContentPartPr/>
                <p14:nvPr/>
              </p14:nvContentPartPr>
              <p14:xfrm>
                <a:off x="2536350" y="3335880"/>
                <a:ext cx="9360" cy="16200"/>
              </p14:xfrm>
            </p:contentPart>
          </mc:Choice>
          <mc:Fallback xmlns=""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7D6AA02E-F82D-B299-6749-8560EC45EC5D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2530230" y="3329760"/>
                  <a:ext cx="21600" cy="284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61" name="Group 60">
            <a:extLst>
              <a:ext uri="{FF2B5EF4-FFF2-40B4-BE49-F238E27FC236}">
                <a16:creationId xmlns:a16="http://schemas.microsoft.com/office/drawing/2014/main" id="{BCE3F9DB-966C-7B41-E298-CB7F581F2BEC}"/>
              </a:ext>
            </a:extLst>
          </p:cNvPr>
          <p:cNvGrpSpPr/>
          <p:nvPr/>
        </p:nvGrpSpPr>
        <p:grpSpPr>
          <a:xfrm>
            <a:off x="2811030" y="4290240"/>
            <a:ext cx="2442600" cy="632880"/>
            <a:chOff x="2811030" y="4290240"/>
            <a:chExt cx="2442600" cy="6328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2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1B68BD52-BD08-2A3C-F600-4A293C144F48}"/>
                    </a:ext>
                  </a:extLst>
                </p14:cNvPr>
                <p14:cNvContentPartPr/>
                <p14:nvPr/>
              </p14:nvContentPartPr>
              <p14:xfrm>
                <a:off x="2931270" y="4351080"/>
                <a:ext cx="866160" cy="351360"/>
              </p14:xfrm>
            </p:contentPart>
          </mc:Choice>
          <mc:Fallback xmlns=""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1B68BD52-BD08-2A3C-F600-4A293C144F48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2925150" y="4344960"/>
                  <a:ext cx="878400" cy="363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D68759A8-1CC2-4336-3B8E-976741A16F0D}"/>
                    </a:ext>
                  </a:extLst>
                </p14:cNvPr>
                <p14:cNvContentPartPr/>
                <p14:nvPr/>
              </p14:nvContentPartPr>
              <p14:xfrm>
                <a:off x="4281990" y="4290240"/>
                <a:ext cx="971640" cy="372960"/>
              </p14:xfrm>
            </p:contentPart>
          </mc:Choice>
          <mc:Fallback xmlns=""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D68759A8-1CC2-4336-3B8E-976741A16F0D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4275870" y="4284120"/>
                  <a:ext cx="983880" cy="385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9F8323BF-0A06-B17C-839E-702866EA7694}"/>
                    </a:ext>
                  </a:extLst>
                </p14:cNvPr>
                <p14:cNvContentPartPr/>
                <p14:nvPr/>
              </p14:nvContentPartPr>
              <p14:xfrm>
                <a:off x="2811030" y="4773720"/>
                <a:ext cx="107280" cy="149400"/>
              </p14:xfrm>
            </p:contentPart>
          </mc:Choice>
          <mc:Fallback xmlns=""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9F8323BF-0A06-B17C-839E-702866EA7694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2804910" y="4767600"/>
                  <a:ext cx="119520" cy="161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BC6A3197-F34D-ED29-44C6-BE14FA979EBA}"/>
                    </a:ext>
                  </a:extLst>
                </p14:cNvPr>
                <p14:cNvContentPartPr/>
                <p14:nvPr/>
              </p14:nvContentPartPr>
              <p14:xfrm>
                <a:off x="2979510" y="4861920"/>
                <a:ext cx="360" cy="360"/>
              </p14:xfrm>
            </p:contentPart>
          </mc:Choice>
          <mc:Fallback xmlns=""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BC6A3197-F34D-ED29-44C6-BE14FA979EBA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2973390" y="4855800"/>
                  <a:ext cx="12600" cy="1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">
              <p14:nvContentPartPr>
                <p14:cNvPr id="58" name="Ink 57">
                  <a:extLst>
                    <a:ext uri="{FF2B5EF4-FFF2-40B4-BE49-F238E27FC236}">
                      <a16:creationId xmlns:a16="http://schemas.microsoft.com/office/drawing/2014/main" id="{F009D8D5-B5AD-A83F-6225-F31AB25B4BD2}"/>
                    </a:ext>
                  </a:extLst>
                </p14:cNvPr>
                <p14:cNvContentPartPr/>
                <p14:nvPr/>
              </p14:nvContentPartPr>
              <p14:xfrm>
                <a:off x="4038990" y="4457280"/>
                <a:ext cx="142200" cy="84960"/>
              </p14:xfrm>
            </p:contentPart>
          </mc:Choice>
          <mc:Fallback xmlns="">
            <p:pic>
              <p:nvPicPr>
                <p:cNvPr id="58" name="Ink 57">
                  <a:extLst>
                    <a:ext uri="{FF2B5EF4-FFF2-40B4-BE49-F238E27FC236}">
                      <a16:creationId xmlns:a16="http://schemas.microsoft.com/office/drawing/2014/main" id="{F009D8D5-B5AD-A83F-6225-F31AB25B4BD2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4032870" y="4451160"/>
                  <a:ext cx="154440" cy="97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">
              <p14:nvContentPartPr>
                <p14:cNvPr id="59" name="Ink 58">
                  <a:extLst>
                    <a:ext uri="{FF2B5EF4-FFF2-40B4-BE49-F238E27FC236}">
                      <a16:creationId xmlns:a16="http://schemas.microsoft.com/office/drawing/2014/main" id="{62FEC041-4301-C264-F5B7-4C50709D44B7}"/>
                    </a:ext>
                  </a:extLst>
                </p14:cNvPr>
                <p14:cNvContentPartPr/>
                <p14:nvPr/>
              </p14:nvContentPartPr>
              <p14:xfrm>
                <a:off x="4099830" y="4400040"/>
                <a:ext cx="28080" cy="236520"/>
              </p14:xfrm>
            </p:contentPart>
          </mc:Choice>
          <mc:Fallback xmlns="">
            <p:pic>
              <p:nvPicPr>
                <p:cNvPr id="59" name="Ink 58">
                  <a:extLst>
                    <a:ext uri="{FF2B5EF4-FFF2-40B4-BE49-F238E27FC236}">
                      <a16:creationId xmlns:a16="http://schemas.microsoft.com/office/drawing/2014/main" id="{62FEC041-4301-C264-F5B7-4C50709D44B7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4093710" y="4393920"/>
                  <a:ext cx="40320" cy="248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">
              <p14:nvContentPartPr>
                <p14:cNvPr id="60" name="Ink 59">
                  <a:extLst>
                    <a:ext uri="{FF2B5EF4-FFF2-40B4-BE49-F238E27FC236}">
                      <a16:creationId xmlns:a16="http://schemas.microsoft.com/office/drawing/2014/main" id="{9C21B429-B00B-F3B0-2D1A-562FEB1671FF}"/>
                    </a:ext>
                  </a:extLst>
                </p14:cNvPr>
                <p14:cNvContentPartPr/>
                <p14:nvPr/>
              </p14:nvContentPartPr>
              <p14:xfrm>
                <a:off x="4181550" y="4590120"/>
                <a:ext cx="2880" cy="18360"/>
              </p14:xfrm>
            </p:contentPart>
          </mc:Choice>
          <mc:Fallback xmlns="">
            <p:pic>
              <p:nvPicPr>
                <p:cNvPr id="60" name="Ink 59">
                  <a:extLst>
                    <a:ext uri="{FF2B5EF4-FFF2-40B4-BE49-F238E27FC236}">
                      <a16:creationId xmlns:a16="http://schemas.microsoft.com/office/drawing/2014/main" id="{9C21B429-B00B-F3B0-2D1A-562FEB1671FF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4175430" y="4584000"/>
                  <a:ext cx="15120" cy="3060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160115325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F92A48-6D57-0B9D-0E1E-49DC49BE87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AAAE0F68-AD2A-28D6-FE21-BD1D14AC7E1B}"/>
              </a:ext>
            </a:extLst>
          </p:cNvPr>
          <p:cNvSpPr txBox="1"/>
          <p:nvPr/>
        </p:nvSpPr>
        <p:spPr>
          <a:xfrm>
            <a:off x="914400" y="91439"/>
            <a:ext cx="7315200" cy="4572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/>
              <a:t>Simulated Plot with Experimental Data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665188C-868A-88A0-B2D7-737A61A7919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948070"/>
            <a:ext cx="9144000" cy="496186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409D0342-BC6F-9BF6-904C-91061C308A38}"/>
              </a:ext>
            </a:extLst>
          </p:cNvPr>
          <p:cNvSpPr txBox="1"/>
          <p:nvPr/>
        </p:nvSpPr>
        <p:spPr>
          <a:xfrm>
            <a:off x="480720" y="6058989"/>
            <a:ext cx="800034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NOTE CAREFULLY:</a:t>
            </a:r>
            <a:r>
              <a:rPr lang="en-US" dirty="0"/>
              <a:t> For your final report, you will need to add TBP curves for each of your final products to this plot.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812D500-F1A1-BF68-64D8-98D0F1D5D781}"/>
              </a:ext>
            </a:extLst>
          </p:cNvPr>
          <p:cNvSpPr txBox="1"/>
          <p:nvPr/>
        </p:nvSpPr>
        <p:spPr>
          <a:xfrm>
            <a:off x="1730070" y="504209"/>
            <a:ext cx="56838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You may now begin work on the write-up for this section.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0236C91-91D1-E88C-4B41-9BD954BBF9D9}"/>
              </a:ext>
            </a:extLst>
          </p:cNvPr>
          <p:cNvSpPr txBox="1"/>
          <p:nvPr/>
        </p:nvSpPr>
        <p:spPr>
          <a:xfrm>
            <a:off x="2118525" y="1875809"/>
            <a:ext cx="49069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Give your draft to the instructor early for critique.</a:t>
            </a:r>
          </a:p>
        </p:txBody>
      </p:sp>
    </p:spTree>
    <p:extLst>
      <p:ext uri="{BB962C8B-B14F-4D97-AF65-F5344CB8AC3E}">
        <p14:creationId xmlns:p14="http://schemas.microsoft.com/office/powerpoint/2010/main" val="34457713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F88AF3-89A4-12D5-CB7C-EF9C9543AC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CC4BAB0A-B964-E390-8AB9-D0C3E115605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28925" y="671512"/>
            <a:ext cx="3486150" cy="5514975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8851340D-0C17-B6FB-9634-FC28962FB50B}"/>
              </a:ext>
            </a:extLst>
          </p:cNvPr>
          <p:cNvSpPr txBox="1"/>
          <p:nvPr/>
        </p:nvSpPr>
        <p:spPr>
          <a:xfrm>
            <a:off x="6454800" y="4954089"/>
            <a:ext cx="234727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This does not change the TBP curves.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23D8C203-65D6-6912-CD66-B0ECB3FB91AC}"/>
                  </a:ext>
                </a:extLst>
              </p14:cNvPr>
              <p14:cNvContentPartPr/>
              <p14:nvPr/>
            </p14:nvContentPartPr>
            <p14:xfrm>
              <a:off x="2689200" y="4294620"/>
              <a:ext cx="2428560" cy="558734"/>
            </p14:xfrm>
          </p:contentPart>
        </mc:Choice>
        <mc:Fallback xmlns=""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2A451A43-0B82-9A89-C69C-72A9E092583E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2671203" y="4276620"/>
                <a:ext cx="2464195" cy="594375"/>
              </a:xfrm>
              <a:prstGeom prst="rect">
                <a:avLst/>
              </a:prstGeom>
            </p:spPr>
          </p:pic>
        </mc:Fallback>
      </mc:AlternateContent>
      <p:sp>
        <p:nvSpPr>
          <p:cNvPr id="2" name="TextBox 1">
            <a:extLst>
              <a:ext uri="{FF2B5EF4-FFF2-40B4-BE49-F238E27FC236}">
                <a16:creationId xmlns:a16="http://schemas.microsoft.com/office/drawing/2014/main" id="{7C4D218F-D5FD-9D10-2C5F-DC4DE1EE53B5}"/>
              </a:ext>
            </a:extLst>
          </p:cNvPr>
          <p:cNvSpPr txBox="1"/>
          <p:nvPr/>
        </p:nvSpPr>
        <p:spPr>
          <a:xfrm>
            <a:off x="914400" y="91439"/>
            <a:ext cx="7315200" cy="4572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/>
              <a:t>Add Water and H</a:t>
            </a:r>
            <a:r>
              <a:rPr lang="en-US" sz="2400" baseline="-25000" dirty="0"/>
              <a:t>2</a:t>
            </a:r>
            <a:r>
              <a:rPr lang="en-US" sz="2400" dirty="0"/>
              <a:t>S to Stream 1 as Specified</a:t>
            </a:r>
          </a:p>
        </p:txBody>
      </p:sp>
    </p:spTree>
    <p:extLst>
      <p:ext uri="{BB962C8B-B14F-4D97-AF65-F5344CB8AC3E}">
        <p14:creationId xmlns:p14="http://schemas.microsoft.com/office/powerpoint/2010/main" val="56472898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8334E1-89F2-E08C-DBC3-B0141193F0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DECE6BC7-A059-430E-A1F4-DCAFFB3D9240}"/>
              </a:ext>
            </a:extLst>
          </p:cNvPr>
          <p:cNvSpPr txBox="1"/>
          <p:nvPr/>
        </p:nvSpPr>
        <p:spPr>
          <a:xfrm>
            <a:off x="914400" y="91439"/>
            <a:ext cx="73152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dirty="0"/>
              <a:t>Questions?</a:t>
            </a:r>
          </a:p>
        </p:txBody>
      </p:sp>
    </p:spTree>
    <p:extLst>
      <p:ext uri="{BB962C8B-B14F-4D97-AF65-F5344CB8AC3E}">
        <p14:creationId xmlns:p14="http://schemas.microsoft.com/office/powerpoint/2010/main" val="256913050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2300</TotalTime>
  <Words>353</Words>
  <Application>Microsoft Office PowerPoint</Application>
  <PresentationFormat>On-screen Show (4:3)</PresentationFormat>
  <Paragraphs>46</Paragraphs>
  <Slides>18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2" baseType="lpstr">
      <vt:lpstr>Arial</vt:lpstr>
      <vt:lpstr>Calibri</vt:lpstr>
      <vt:lpstr>Calibri Light</vt:lpstr>
      <vt:lpstr>Office Theme</vt:lpstr>
      <vt:lpstr>Procedure for Adding Psuedo-Components to CHEMCAD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Andrew Biaglow</dc:creator>
  <cp:lastModifiedBy>Biaglow, Andrew Dr</cp:lastModifiedBy>
  <cp:revision>48</cp:revision>
  <cp:lastPrinted>2019-03-25T16:28:23Z</cp:lastPrinted>
  <dcterms:created xsi:type="dcterms:W3CDTF">2019-03-21T11:03:24Z</dcterms:created>
  <dcterms:modified xsi:type="dcterms:W3CDTF">2026-03-11T11:29:16Z</dcterms:modified>
</cp:coreProperties>
</file>